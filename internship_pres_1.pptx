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2" r:id="rId4"/>
  </p:sldMasterIdLst>
  <p:notesMasterIdLst>
    <p:notesMasterId r:id="rId17"/>
  </p:notesMasterIdLst>
  <p:handoutMasterIdLst>
    <p:handoutMasterId r:id="rId18"/>
  </p:handoutMasterIdLst>
  <p:sldIdLst>
    <p:sldId id="300" r:id="rId5"/>
    <p:sldId id="288" r:id="rId6"/>
    <p:sldId id="289" r:id="rId7"/>
    <p:sldId id="297" r:id="rId8"/>
    <p:sldId id="298" r:id="rId9"/>
    <p:sldId id="290" r:id="rId10"/>
    <p:sldId id="296" r:id="rId11"/>
    <p:sldId id="292" r:id="rId12"/>
    <p:sldId id="293" r:id="rId13"/>
    <p:sldId id="294" r:id="rId14"/>
    <p:sldId id="295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9534"/>
    <a:srgbClr val="25B99A"/>
    <a:srgbClr val="26C7CF"/>
    <a:srgbClr val="1A252F"/>
    <a:srgbClr val="475D7C"/>
    <a:srgbClr val="152029"/>
    <a:srgbClr val="3E5073"/>
    <a:srgbClr val="4EC2BA"/>
    <a:srgbClr val="A8F5F1"/>
    <a:srgbClr val="48B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5" autoAdjust="0"/>
  </p:normalViewPr>
  <p:slideViewPr>
    <p:cSldViewPr snapToGrid="0">
      <p:cViewPr>
        <p:scale>
          <a:sx n="100" d="100"/>
          <a:sy n="100" d="100"/>
        </p:scale>
        <p:origin x="852" y="3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26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29384C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b="0" i="1" dirty="0" err="1" smtClean="0">
              <a:solidFill>
                <a:schemeClr val="bg1"/>
              </a:solidFill>
            </a:rPr>
            <a:t>коучей</a:t>
          </a:r>
          <a:r>
            <a:rPr lang="ru-RU" b="0" i="1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00957B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 custScaleY="10134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1C8BF5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b="0" i="1" dirty="0" err="1" smtClean="0">
              <a:solidFill>
                <a:schemeClr val="bg1"/>
              </a:solidFill>
            </a:rPr>
            <a:t>iOS</a:t>
          </a:r>
          <a:r>
            <a:rPr lang="ru-RU" b="0" i="1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b="0" i="1" dirty="0" smtClean="0"/>
            <a:t> </a:t>
          </a:r>
          <a:endParaRPr lang="ru-RU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F23B0EE-7E9F-4E06-9C35-1027ED3CBEDE}">
      <dgm:prSet phldrT="[Текст]" custT="1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dirty="0" smtClean="0">
              <a:solidFill>
                <a:schemeClr val="bg1"/>
              </a:solidFill>
            </a:rPr>
            <a:t>.</a:t>
          </a:r>
          <a:endParaRPr lang="ru-RU" sz="1900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F2534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sz="1800" b="0" i="1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dirty="0" smtClean="0">
              <a:solidFill>
                <a:schemeClr val="bg1"/>
              </a:solidFill>
            </a:rPr>
            <a:t> и меня, стажёра.</a:t>
          </a:r>
          <a:endParaRPr lang="ru-RU" sz="1800" dirty="0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2BD4B6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Работа в </a:t>
          </a:r>
          <a:r>
            <a:rPr lang="ru-RU" b="0" i="1" dirty="0" err="1" smtClean="0">
              <a:solidFill>
                <a:schemeClr val="bg1"/>
              </a:solidFill>
            </a:rPr>
            <a:t>Scrum</a:t>
          </a:r>
          <a:r>
            <a:rPr lang="ru-RU" b="0" i="1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B1E53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r>
            <a:rPr lang="ru-RU" sz="1600" b="1" i="1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dirty="0"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 custT="1"/>
      <dgm:spPr>
        <a:solidFill>
          <a:srgbClr val="1D969C"/>
        </a:solidFill>
        <a:ln>
          <a:solidFill>
            <a:srgbClr val="B794CB"/>
          </a:solidFill>
        </a:ln>
      </dgm:spPr>
      <dgm:t>
        <a:bodyPr/>
        <a:lstStyle/>
        <a:p>
          <a:r>
            <a:rPr lang="ru-RU" sz="1500" b="0" i="1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dirty="0">
            <a:solidFill>
              <a:srgbClr val="1B1E53"/>
            </a:solidFill>
            <a:latin typeface="Arial Black" panose="020B0A04020102020204" pitchFamily="34" charset="0"/>
          </a:endParaRPr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1D969C"/>
        </a:solidFill>
        <a:ln>
          <a:solidFill>
            <a:srgbClr val="D6A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0DBBE0-E12C-46FE-A137-6D1A4FF1817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A5E465-364A-48E9-8E76-F6B8D2113BEE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b="0" i="1" dirty="0" err="1" smtClean="0">
              <a:solidFill>
                <a:schemeClr val="bg1"/>
              </a:solidFill>
            </a:rPr>
            <a:t>фич</a:t>
          </a:r>
          <a:r>
            <a:rPr lang="ru-RU" b="0" i="1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b="0" i="1" dirty="0" smtClean="0"/>
            <a:t> </a:t>
          </a:r>
          <a:endParaRPr lang="ru-RU" dirty="0"/>
        </a:p>
      </dgm:t>
    </dgm:pt>
    <dgm:pt modelId="{B48DFA8E-CA28-4816-BC0C-E28BECDC1D2F}" type="parTrans" cxnId="{EA4A2D27-7073-4F71-8798-1249A88D2578}">
      <dgm:prSet/>
      <dgm:spPr/>
      <dgm:t>
        <a:bodyPr/>
        <a:lstStyle/>
        <a:p>
          <a:endParaRPr lang="ru-RU"/>
        </a:p>
      </dgm:t>
    </dgm:pt>
    <dgm:pt modelId="{7ED96099-F004-4403-94D5-8D291D5E0599}" type="sibTrans" cxnId="{EA4A2D27-7073-4F71-8798-1249A88D2578}">
      <dgm:prSet/>
      <dgm:spPr/>
      <dgm:t>
        <a:bodyPr/>
        <a:lstStyle/>
        <a:p>
          <a:endParaRPr lang="ru-RU"/>
        </a:p>
      </dgm:t>
    </dgm:pt>
    <dgm:pt modelId="{B21DDAA4-1EF3-4C93-9F36-969AA283EBF7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8644D8CB-23B3-4EED-A7FB-C0155E7C0B69}" type="parTrans" cxnId="{26E53AD3-ED3E-48F6-A269-2105F5790F94}">
      <dgm:prSet/>
      <dgm:spPr/>
      <dgm:t>
        <a:bodyPr/>
        <a:lstStyle/>
        <a:p>
          <a:endParaRPr lang="ru-RU"/>
        </a:p>
      </dgm:t>
    </dgm:pt>
    <dgm:pt modelId="{4DBE15C1-E909-4E94-9989-FAB1B7944FF2}" type="sibTrans" cxnId="{26E53AD3-ED3E-48F6-A269-2105F5790F94}">
      <dgm:prSet/>
      <dgm:spPr/>
      <dgm:t>
        <a:bodyPr/>
        <a:lstStyle/>
        <a:p>
          <a:endParaRPr lang="ru-RU"/>
        </a:p>
      </dgm:t>
    </dgm:pt>
    <dgm:pt modelId="{4F23B0EE-7E9F-4E06-9C35-1027ED3CBEDE}">
      <dgm:prSet phldrT="[Текст]"/>
      <dgm:spPr>
        <a:solidFill>
          <a:srgbClr val="141822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dirty="0">
            <a:solidFill>
              <a:schemeClr val="bg1"/>
            </a:solidFill>
          </a:endParaRPr>
        </a:p>
      </dgm:t>
    </dgm:pt>
    <dgm:pt modelId="{0C249FEB-A5BE-40D6-ABA8-58CEBBF14857}" type="parTrans" cxnId="{8EA9DABE-F16C-432B-B918-ED4F7FD78725}">
      <dgm:prSet/>
      <dgm:spPr/>
      <dgm:t>
        <a:bodyPr/>
        <a:lstStyle/>
        <a:p>
          <a:endParaRPr lang="ru-RU"/>
        </a:p>
      </dgm:t>
    </dgm:pt>
    <dgm:pt modelId="{7A8AE540-361D-463C-BA24-CB3AB9DE1168}" type="sibTrans" cxnId="{8EA9DABE-F16C-432B-B918-ED4F7FD78725}">
      <dgm:prSet/>
      <dgm:spPr/>
      <dgm:t>
        <a:bodyPr/>
        <a:lstStyle/>
        <a:p>
          <a:endParaRPr lang="ru-RU"/>
        </a:p>
      </dgm:t>
    </dgm:pt>
    <dgm:pt modelId="{4D027F01-76BE-4A1A-803D-DA0D64BBC52F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DEC0C4AC-0C85-4403-B2BE-1BC68A90369F}" type="parTrans" cxnId="{603E207E-2854-4260-B58B-096524AC8C8E}">
      <dgm:prSet/>
      <dgm:spPr/>
      <dgm:t>
        <a:bodyPr/>
        <a:lstStyle/>
        <a:p>
          <a:endParaRPr lang="ru-RU"/>
        </a:p>
      </dgm:t>
    </dgm:pt>
    <dgm:pt modelId="{2F7AB706-4450-4C62-B716-F3588D4BE51A}" type="sibTrans" cxnId="{603E207E-2854-4260-B58B-096524AC8C8E}">
      <dgm:prSet/>
      <dgm:spPr/>
      <dgm:t>
        <a:bodyPr/>
        <a:lstStyle/>
        <a:p>
          <a:endParaRPr lang="ru-RU"/>
        </a:p>
      </dgm:t>
    </dgm:pt>
    <dgm:pt modelId="{E76B2BF1-F1E9-4727-B084-DE836F12D697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r>
            <a:rPr lang="ru-RU" b="0" i="1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dirty="0">
            <a:solidFill>
              <a:schemeClr val="bg1"/>
            </a:solidFill>
          </a:endParaRPr>
        </a:p>
      </dgm:t>
    </dgm:pt>
    <dgm:pt modelId="{029524DF-6A7F-4DF9-9EC9-5EF5BEDC9A72}" type="parTrans" cxnId="{60DD2A9F-4336-4B0F-AAB1-473CB7C95625}">
      <dgm:prSet/>
      <dgm:spPr/>
      <dgm:t>
        <a:bodyPr/>
        <a:lstStyle/>
        <a:p>
          <a:endParaRPr lang="ru-RU"/>
        </a:p>
      </dgm:t>
    </dgm:pt>
    <dgm:pt modelId="{D8E5C993-4C47-4BE2-820F-BD7162AB273E}" type="sibTrans" cxnId="{60DD2A9F-4336-4B0F-AAB1-473CB7C95625}">
      <dgm:prSet/>
      <dgm:spPr/>
      <dgm:t>
        <a:bodyPr/>
        <a:lstStyle/>
        <a:p>
          <a:endParaRPr lang="ru-RU"/>
        </a:p>
      </dgm:t>
    </dgm:pt>
    <dgm:pt modelId="{0B03B654-FC4A-4F34-8FF5-F851E97E0C0C}">
      <dgm:prSet phldrT="[Текст]"/>
      <dgm:spPr>
        <a:solidFill>
          <a:srgbClr val="316D6F"/>
        </a:solidFill>
        <a:ln w="28575">
          <a:solidFill>
            <a:srgbClr val="EBEBEB"/>
          </a:solidFill>
        </a:ln>
      </dgm:spPr>
      <dgm:t>
        <a:bodyPr/>
        <a:lstStyle/>
        <a:p>
          <a:endParaRPr lang="ru-RU" dirty="0"/>
        </a:p>
      </dgm:t>
    </dgm:pt>
    <dgm:pt modelId="{9536F566-A5FF-4703-8B7E-7163848F5512}" type="sibTrans" cxnId="{AA86021B-9881-4B4F-AA6C-E6561113F9C8}">
      <dgm:prSet/>
      <dgm:spPr/>
      <dgm:t>
        <a:bodyPr/>
        <a:lstStyle/>
        <a:p>
          <a:endParaRPr lang="ru-RU"/>
        </a:p>
      </dgm:t>
    </dgm:pt>
    <dgm:pt modelId="{DCB057D7-FC46-493A-8798-D51DCF84205D}" type="parTrans" cxnId="{AA86021B-9881-4B4F-AA6C-E6561113F9C8}">
      <dgm:prSet/>
      <dgm:spPr/>
      <dgm:t>
        <a:bodyPr/>
        <a:lstStyle/>
        <a:p>
          <a:endParaRPr lang="ru-RU"/>
        </a:p>
      </dgm:t>
    </dgm:pt>
    <dgm:pt modelId="{9121A5E0-BB33-469A-B283-0C8107ACBE31}" type="pres">
      <dgm:prSet presAssocID="{7B0DBBE0-E12C-46FE-A137-6D1A4FF1817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954C64-4C86-47C4-A353-189BD454BA24}" type="pres">
      <dgm:prSet presAssocID="{0B03B654-FC4A-4F34-8FF5-F851E97E0C0C}" presName="composite" presStyleCnt="0"/>
      <dgm:spPr/>
    </dgm:pt>
    <dgm:pt modelId="{56341923-7064-4344-8CC0-51EDC480640D}" type="pres">
      <dgm:prSet presAssocID="{0B03B654-FC4A-4F34-8FF5-F851E97E0C0C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2E2EA6-9085-4392-8BCB-F3C426D3D6D2}" type="pres">
      <dgm:prSet presAssocID="{0B03B654-FC4A-4F34-8FF5-F851E97E0C0C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38D830-B5A7-4AA5-9129-DAD0551DF637}" type="pres">
      <dgm:prSet presAssocID="{9536F566-A5FF-4703-8B7E-7163848F5512}" presName="sp" presStyleCnt="0"/>
      <dgm:spPr/>
    </dgm:pt>
    <dgm:pt modelId="{E35753E8-A559-4F13-99CB-137655CDE30C}" type="pres">
      <dgm:prSet presAssocID="{B21DDAA4-1EF3-4C93-9F36-969AA283EBF7}" presName="composite" presStyleCnt="0"/>
      <dgm:spPr/>
    </dgm:pt>
    <dgm:pt modelId="{3FAEE70D-4A4F-4C1A-A0C5-B19BC6A86E51}" type="pres">
      <dgm:prSet presAssocID="{B21DDAA4-1EF3-4C93-9F36-969AA283EBF7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63078D-84ED-45E1-8FC9-AD5BA3FF4F50}" type="pres">
      <dgm:prSet presAssocID="{B21DDAA4-1EF3-4C93-9F36-969AA283EBF7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19D257-9903-46AC-8966-0591521ADC81}" type="pres">
      <dgm:prSet presAssocID="{4DBE15C1-E909-4E94-9989-FAB1B7944FF2}" presName="sp" presStyleCnt="0"/>
      <dgm:spPr/>
    </dgm:pt>
    <dgm:pt modelId="{0F4F1C9E-B793-49C0-9F1C-770EF6D61669}" type="pres">
      <dgm:prSet presAssocID="{4D027F01-76BE-4A1A-803D-DA0D64BBC52F}" presName="composite" presStyleCnt="0"/>
      <dgm:spPr/>
    </dgm:pt>
    <dgm:pt modelId="{88BFAC16-D3F8-4BC5-B2FF-FEA86F7E6D7C}" type="pres">
      <dgm:prSet presAssocID="{4D027F01-76BE-4A1A-803D-DA0D64BBC52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088A43-64E8-47A1-A739-E5F6EB2816BE}" type="pres">
      <dgm:prSet presAssocID="{4D027F01-76BE-4A1A-803D-DA0D64BBC52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4A2D27-7073-4F71-8798-1249A88D2578}" srcId="{0B03B654-FC4A-4F34-8FF5-F851E97E0C0C}" destId="{A5A5E465-364A-48E9-8E76-F6B8D2113BEE}" srcOrd="0" destOrd="0" parTransId="{B48DFA8E-CA28-4816-BC0C-E28BECDC1D2F}" sibTransId="{7ED96099-F004-4403-94D5-8D291D5E0599}"/>
    <dgm:cxn modelId="{603E207E-2854-4260-B58B-096524AC8C8E}" srcId="{7B0DBBE0-E12C-46FE-A137-6D1A4FF18172}" destId="{4D027F01-76BE-4A1A-803D-DA0D64BBC52F}" srcOrd="2" destOrd="0" parTransId="{DEC0C4AC-0C85-4403-B2BE-1BC68A90369F}" sibTransId="{2F7AB706-4450-4C62-B716-F3588D4BE51A}"/>
    <dgm:cxn modelId="{AA86021B-9881-4B4F-AA6C-E6561113F9C8}" srcId="{7B0DBBE0-E12C-46FE-A137-6D1A4FF18172}" destId="{0B03B654-FC4A-4F34-8FF5-F851E97E0C0C}" srcOrd="0" destOrd="0" parTransId="{DCB057D7-FC46-493A-8798-D51DCF84205D}" sibTransId="{9536F566-A5FF-4703-8B7E-7163848F5512}"/>
    <dgm:cxn modelId="{26E53AD3-ED3E-48F6-A269-2105F5790F94}" srcId="{7B0DBBE0-E12C-46FE-A137-6D1A4FF18172}" destId="{B21DDAA4-1EF3-4C93-9F36-969AA283EBF7}" srcOrd="1" destOrd="0" parTransId="{8644D8CB-23B3-4EED-A7FB-C0155E7C0B69}" sibTransId="{4DBE15C1-E909-4E94-9989-FAB1B7944FF2}"/>
    <dgm:cxn modelId="{60DD2A9F-4336-4B0F-AAB1-473CB7C95625}" srcId="{4D027F01-76BE-4A1A-803D-DA0D64BBC52F}" destId="{E76B2BF1-F1E9-4727-B084-DE836F12D697}" srcOrd="0" destOrd="0" parTransId="{029524DF-6A7F-4DF9-9EC9-5EF5BEDC9A72}" sibTransId="{D8E5C993-4C47-4BE2-820F-BD7162AB273E}"/>
    <dgm:cxn modelId="{1689DB01-F3E5-45FD-BE55-6EAD2F47D6D9}" type="presOf" srcId="{B21DDAA4-1EF3-4C93-9F36-969AA283EBF7}" destId="{3FAEE70D-4A4F-4C1A-A0C5-B19BC6A86E51}" srcOrd="0" destOrd="0" presId="urn:microsoft.com/office/officeart/2005/8/layout/chevron2"/>
    <dgm:cxn modelId="{6857B508-AD5E-4655-8C06-121D27B51864}" type="presOf" srcId="{4D027F01-76BE-4A1A-803D-DA0D64BBC52F}" destId="{88BFAC16-D3F8-4BC5-B2FF-FEA86F7E6D7C}" srcOrd="0" destOrd="0" presId="urn:microsoft.com/office/officeart/2005/8/layout/chevron2"/>
    <dgm:cxn modelId="{8EA9DABE-F16C-432B-B918-ED4F7FD78725}" srcId="{B21DDAA4-1EF3-4C93-9F36-969AA283EBF7}" destId="{4F23B0EE-7E9F-4E06-9C35-1027ED3CBEDE}" srcOrd="0" destOrd="0" parTransId="{0C249FEB-A5BE-40D6-ABA8-58CEBBF14857}" sibTransId="{7A8AE540-361D-463C-BA24-CB3AB9DE1168}"/>
    <dgm:cxn modelId="{7B20A487-79F5-4E13-9A3E-CE7C9DA66177}" type="presOf" srcId="{A5A5E465-364A-48E9-8E76-F6B8D2113BEE}" destId="{372E2EA6-9085-4392-8BCB-F3C426D3D6D2}" srcOrd="0" destOrd="0" presId="urn:microsoft.com/office/officeart/2005/8/layout/chevron2"/>
    <dgm:cxn modelId="{93EE17FF-5CB1-4625-90AD-7DD9BB011205}" type="presOf" srcId="{7B0DBBE0-E12C-46FE-A137-6D1A4FF18172}" destId="{9121A5E0-BB33-469A-B283-0C8107ACBE31}" srcOrd="0" destOrd="0" presId="urn:microsoft.com/office/officeart/2005/8/layout/chevron2"/>
    <dgm:cxn modelId="{08163E5F-CE7B-45F1-AF0F-E288F33CBC6C}" type="presOf" srcId="{0B03B654-FC4A-4F34-8FF5-F851E97E0C0C}" destId="{56341923-7064-4344-8CC0-51EDC480640D}" srcOrd="0" destOrd="0" presId="urn:microsoft.com/office/officeart/2005/8/layout/chevron2"/>
    <dgm:cxn modelId="{7C438D37-3788-4D83-B250-7A165B03FF37}" type="presOf" srcId="{4F23B0EE-7E9F-4E06-9C35-1027ED3CBEDE}" destId="{1363078D-84ED-45E1-8FC9-AD5BA3FF4F50}" srcOrd="0" destOrd="0" presId="urn:microsoft.com/office/officeart/2005/8/layout/chevron2"/>
    <dgm:cxn modelId="{DEAFCD15-4FF3-4E43-97FC-FA9962ACDBCD}" type="presOf" srcId="{E76B2BF1-F1E9-4727-B084-DE836F12D697}" destId="{BA088A43-64E8-47A1-A739-E5F6EB2816BE}" srcOrd="0" destOrd="0" presId="urn:microsoft.com/office/officeart/2005/8/layout/chevron2"/>
    <dgm:cxn modelId="{8364D779-638D-4001-9BA3-D0D0F626340A}" type="presParOf" srcId="{9121A5E0-BB33-469A-B283-0C8107ACBE31}" destId="{6A954C64-4C86-47C4-A353-189BD454BA24}" srcOrd="0" destOrd="0" presId="urn:microsoft.com/office/officeart/2005/8/layout/chevron2"/>
    <dgm:cxn modelId="{8AE6567C-CA5C-47DE-9914-AB90BA4A3ADE}" type="presParOf" srcId="{6A954C64-4C86-47C4-A353-189BD454BA24}" destId="{56341923-7064-4344-8CC0-51EDC480640D}" srcOrd="0" destOrd="0" presId="urn:microsoft.com/office/officeart/2005/8/layout/chevron2"/>
    <dgm:cxn modelId="{8BFE88D3-A626-44EB-933E-DC16BF20D995}" type="presParOf" srcId="{6A954C64-4C86-47C4-A353-189BD454BA24}" destId="{372E2EA6-9085-4392-8BCB-F3C426D3D6D2}" srcOrd="1" destOrd="0" presId="urn:microsoft.com/office/officeart/2005/8/layout/chevron2"/>
    <dgm:cxn modelId="{88C5AAD4-926B-457B-9934-421E2D45C2F3}" type="presParOf" srcId="{9121A5E0-BB33-469A-B283-0C8107ACBE31}" destId="{EB38D830-B5A7-4AA5-9129-DAD0551DF637}" srcOrd="1" destOrd="0" presId="urn:microsoft.com/office/officeart/2005/8/layout/chevron2"/>
    <dgm:cxn modelId="{F212D7C2-143E-4683-B7E6-64CF48AA61D0}" type="presParOf" srcId="{9121A5E0-BB33-469A-B283-0C8107ACBE31}" destId="{E35753E8-A559-4F13-99CB-137655CDE30C}" srcOrd="2" destOrd="0" presId="urn:microsoft.com/office/officeart/2005/8/layout/chevron2"/>
    <dgm:cxn modelId="{557A21CE-4A35-48F0-97CF-AA668038D2F3}" type="presParOf" srcId="{E35753E8-A559-4F13-99CB-137655CDE30C}" destId="{3FAEE70D-4A4F-4C1A-A0C5-B19BC6A86E51}" srcOrd="0" destOrd="0" presId="urn:microsoft.com/office/officeart/2005/8/layout/chevron2"/>
    <dgm:cxn modelId="{7F950729-DDE3-43E3-A275-AC1FB5CB1E87}" type="presParOf" srcId="{E35753E8-A559-4F13-99CB-137655CDE30C}" destId="{1363078D-84ED-45E1-8FC9-AD5BA3FF4F50}" srcOrd="1" destOrd="0" presId="urn:microsoft.com/office/officeart/2005/8/layout/chevron2"/>
    <dgm:cxn modelId="{DD92EBA7-F99C-4DD5-AC75-FDAFB05CCC1C}" type="presParOf" srcId="{9121A5E0-BB33-469A-B283-0C8107ACBE31}" destId="{9519D257-9903-46AC-8966-0591521ADC81}" srcOrd="3" destOrd="0" presId="urn:microsoft.com/office/officeart/2005/8/layout/chevron2"/>
    <dgm:cxn modelId="{D9D5F219-FBFD-4DC4-9CEE-67C7C2889D62}" type="presParOf" srcId="{9121A5E0-BB33-469A-B283-0C8107ACBE31}" destId="{0F4F1C9E-B793-49C0-9F1C-770EF6D61669}" srcOrd="4" destOrd="0" presId="urn:microsoft.com/office/officeart/2005/8/layout/chevron2"/>
    <dgm:cxn modelId="{E5847CCA-DA0D-433A-A60D-AF99EC3B97CD}" type="presParOf" srcId="{0F4F1C9E-B793-49C0-9F1C-770EF6D61669}" destId="{88BFAC16-D3F8-4BC5-B2FF-FEA86F7E6D7C}" srcOrd="0" destOrd="0" presId="urn:microsoft.com/office/officeart/2005/8/layout/chevron2"/>
    <dgm:cxn modelId="{D0133569-EE0B-4A87-991F-F3BCB9FBD6C1}" type="presParOf" srcId="{0F4F1C9E-B793-49C0-9F1C-770EF6D61669}" destId="{BA088A43-64E8-47A1-A739-E5F6EB2816BE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43FA6A9-824C-495E-AB23-DFB855EC145C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2CA5A1-BAC0-498D-B199-EAD76B1DFD5E}">
      <dgm:prSet phldrT="[Текст]" custT="1"/>
      <dgm:spPr>
        <a:solidFill>
          <a:srgbClr val="7C7B7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dirty="0" smtClean="0">
              <a:latin typeface="+mj-lt"/>
            </a:rPr>
            <a:t> </a:t>
          </a:r>
          <a:r>
            <a:rPr lang="ru-RU" sz="1200" b="0" i="0" dirty="0" smtClean="0">
              <a:latin typeface="+mj-lt"/>
            </a:rPr>
            <a:t>Успешно</a:t>
          </a:r>
          <a:endParaRPr lang="ru-RU" sz="1200" b="0" dirty="0">
            <a:latin typeface="+mj-lt"/>
          </a:endParaRPr>
        </a:p>
      </dgm:t>
    </dgm:pt>
    <dgm:pt modelId="{2531A75D-C33B-48BA-8C54-024CDE9F1700}" type="parTrans" cxnId="{4AABF48A-FA98-4150-BC8B-25F91DCBD27C}">
      <dgm:prSet/>
      <dgm:spPr/>
      <dgm:t>
        <a:bodyPr/>
        <a:lstStyle/>
        <a:p>
          <a:endParaRPr lang="ru-RU"/>
        </a:p>
      </dgm:t>
    </dgm:pt>
    <dgm:pt modelId="{30DE23E2-1DA6-4241-8E59-FE127CCFA0AD}" type="sibTrans" cxnId="{4AABF48A-FA98-4150-BC8B-25F91DCBD27C}">
      <dgm:prSet/>
      <dgm:spPr>
        <a:solidFill>
          <a:srgbClr val="1D979D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b="1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b="1" dirty="0" smtClean="0">
              <a:solidFill>
                <a:srgbClr val="C00000"/>
              </a:solidFill>
            </a:rPr>
            <a:t> </a:t>
          </a:r>
          <a:r>
            <a:rPr lang="ru-RU" dirty="0" smtClean="0">
              <a:latin typeface="+mj-lt"/>
            </a:rPr>
            <a:t>Всего задач</a:t>
          </a:r>
          <a:endParaRPr lang="ru-RU" dirty="0">
            <a:latin typeface="+mj-lt"/>
          </a:endParaRPr>
        </a:p>
      </dgm:t>
    </dgm:pt>
    <dgm:pt modelId="{368D77A3-9C6C-4FCA-8BB7-BE2F410DCD86}">
      <dgm:prSet phldrT="[Текст]" custT="1"/>
      <dgm:spPr>
        <a:solidFill>
          <a:srgbClr val="19626A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1900" b="1" i="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dirty="0" smtClean="0">
              <a:solidFill>
                <a:srgbClr val="00B0F0"/>
              </a:solidFill>
            </a:rPr>
            <a:t> </a:t>
          </a:r>
          <a:r>
            <a:rPr lang="ru-RU" sz="1200" b="1" i="0" dirty="0" smtClean="0"/>
            <a:t>              </a:t>
          </a:r>
          <a:r>
            <a:rPr lang="ru-RU" sz="900" b="1" i="0" dirty="0" smtClean="0">
              <a:latin typeface="Arial Black" panose="020B0A04020102020204" pitchFamily="34" charset="0"/>
            </a:rPr>
            <a:t>На доработку</a:t>
          </a:r>
          <a:endParaRPr lang="ru-RU" sz="1200" dirty="0">
            <a:latin typeface="Arial Black" panose="020B0A04020102020204" pitchFamily="34" charset="0"/>
          </a:endParaRPr>
        </a:p>
      </dgm:t>
    </dgm:pt>
    <dgm:pt modelId="{41071C79-59C8-444D-9447-76F99F68D33B}" type="parTrans" cxnId="{EA4D948D-62D3-472F-9435-0AFD7FA3A15B}">
      <dgm:prSet/>
      <dgm:spPr/>
      <dgm:t>
        <a:bodyPr/>
        <a:lstStyle/>
        <a:p>
          <a:endParaRPr lang="ru-RU"/>
        </a:p>
      </dgm:t>
    </dgm:pt>
    <dgm:pt modelId="{12D57B85-17F0-4344-BA3D-0D1273DD80D2}" type="sibTrans" cxnId="{EA4D948D-62D3-472F-9435-0AFD7FA3A15B}">
      <dgm:prSet custT="1"/>
      <dgm:spPr>
        <a:solidFill>
          <a:srgbClr val="27768E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24"/>
            </a:spcAft>
          </a:pPr>
          <a:r>
            <a:rPr lang="ru-RU" sz="20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>
            <a:spcAft>
              <a:spcPts val="424"/>
            </a:spcAft>
          </a:pPr>
          <a:r>
            <a:rPr lang="ru-RU" sz="2000" dirty="0" smtClean="0"/>
            <a:t> </a:t>
          </a:r>
          <a:r>
            <a:rPr lang="ru-RU" sz="2000" dirty="0" smtClean="0">
              <a:latin typeface="+mj-lt"/>
            </a:rPr>
            <a:t>Баг-репорт</a:t>
          </a:r>
          <a:endParaRPr lang="ru-RU" sz="2000" dirty="0">
            <a:latin typeface="+mj-lt"/>
          </a:endParaRPr>
        </a:p>
      </dgm:t>
    </dgm:pt>
    <dgm:pt modelId="{A3D92228-EEE1-4354-B4F2-D958C08D9562}">
      <dgm:prSet phldrT="[Текст]" custT="1"/>
      <dgm:spPr>
        <a:solidFill>
          <a:srgbClr val="93A998"/>
        </a:solidFill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r>
            <a:rPr lang="ru-RU" sz="2200" b="1" i="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r>
            <a:rPr lang="ru-RU" sz="1400" b="1" i="0" dirty="0" smtClean="0">
              <a:latin typeface="+mj-lt"/>
            </a:rPr>
            <a:t>Тест-кейса</a:t>
          </a:r>
        </a:p>
        <a:p>
          <a:endParaRPr lang="ru-RU" sz="1200" dirty="0"/>
        </a:p>
      </dgm:t>
    </dgm:pt>
    <dgm:pt modelId="{6C98D286-D7AF-4ABA-811C-2B750B1CCED8}" type="sibTrans" cxnId="{09FA54BA-BC5D-4E1F-9654-4EE9AEABAFA7}">
      <dgm:prSet phldrT="[Текст]" custT="1"/>
      <dgm:spPr>
        <a:ln w="28575">
          <a:solidFill>
            <a:srgbClr val="EBEBEB"/>
          </a:solidFill>
        </a:ln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>
            <a:spcAft>
              <a:spcPts val="440"/>
            </a:spcAft>
          </a:pPr>
          <a:r>
            <a:rPr lang="ru-RU" sz="2000" b="1" i="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dirty="0" smtClean="0">
            <a:solidFill>
              <a:srgbClr val="FFFF00"/>
            </a:solidFill>
            <a:latin typeface="+mj-lt"/>
          </a:endParaRPr>
        </a:p>
        <a:p>
          <a:pPr>
            <a:spcAft>
              <a:spcPts val="440"/>
            </a:spcAft>
          </a:pPr>
          <a:r>
            <a:rPr lang="ru-RU" sz="1700" b="1" i="0" dirty="0" smtClean="0">
              <a:latin typeface="+mj-lt"/>
            </a:rPr>
            <a:t>Среднее время</a:t>
          </a:r>
          <a:endParaRPr lang="ru-RU" sz="1700" dirty="0">
            <a:latin typeface="+mj-lt"/>
          </a:endParaRPr>
        </a:p>
      </dgm:t>
    </dgm:pt>
    <dgm:pt modelId="{FC2656A9-9D95-4338-9679-488DAE0B97D1}" type="parTrans" cxnId="{09FA54BA-BC5D-4E1F-9654-4EE9AEABAFA7}">
      <dgm:prSet/>
      <dgm:spPr/>
      <dgm:t>
        <a:bodyPr/>
        <a:lstStyle/>
        <a:p>
          <a:endParaRPr lang="ru-RU"/>
        </a:p>
      </dgm:t>
    </dgm:pt>
    <dgm:pt modelId="{6A7D03C4-6595-45C0-9E88-1834D1B2DB59}" type="pres">
      <dgm:prSet presAssocID="{C43FA6A9-824C-495E-AB23-DFB855EC145C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33D595CF-809C-4A3F-AAC7-990AEA9A4C0C}" type="pres">
      <dgm:prSet presAssocID="{CE2CA5A1-BAC0-498D-B199-EAD76B1DFD5E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9186C69-6636-401A-9563-A5540A41F369}" type="pres">
      <dgm:prSet presAssocID="{CE2CA5A1-BAC0-498D-B199-EAD76B1DFD5E}" presName="Parent1" presStyleLbl="node1" presStyleIdx="0" presStyleCnt="6" custLinFactNeighborX="-47341" custLinFactNeighborY="282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8C0C6A-55C5-46F6-8737-B7E8B12CAC63}" type="pres">
      <dgm:prSet presAssocID="{CE2CA5A1-BAC0-498D-B199-EAD76B1DFD5E}" presName="Childtext1" presStyleLbl="revTx" presStyleIdx="0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BEF1D92-143B-4D45-8A03-E9C7D6440FC2}" type="pres">
      <dgm:prSet presAssocID="{CE2CA5A1-BAC0-498D-B199-EAD76B1DFD5E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073B9D4-74A3-4DF2-BB2A-CD41C8824FFF}" type="pres">
      <dgm:prSet presAssocID="{CE2CA5A1-BAC0-498D-B199-EAD76B1DFD5E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97F267E-27E5-4B37-B157-79D909955215}" type="pres">
      <dgm:prSet presAssocID="{30DE23E2-1DA6-4241-8E59-FE127CCFA0AD}" presName="Accent1Text" presStyleLbl="node1" presStyleIdx="1" presStyleCnt="6" custLinFactNeighborX="-46809" custLinFactNeighborY="2820"/>
      <dgm:spPr/>
      <dgm:t>
        <a:bodyPr/>
        <a:lstStyle/>
        <a:p>
          <a:endParaRPr lang="ru-RU"/>
        </a:p>
      </dgm:t>
    </dgm:pt>
    <dgm:pt modelId="{3AD20B8D-4C2B-4395-84D6-BC0E84A69BFA}" type="pres">
      <dgm:prSet presAssocID="{30DE23E2-1DA6-4241-8E59-FE127CCFA0AD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85B2A97D-6337-4094-8E46-1691C9C68DF8}" type="pres">
      <dgm:prSet presAssocID="{A3D92228-EEE1-4354-B4F2-D958C08D9562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C206A153-8571-47D2-8414-85E98CE81B48}" type="pres">
      <dgm:prSet presAssocID="{A3D92228-EEE1-4354-B4F2-D958C08D9562}" presName="Parent1" presStyleLbl="node1" presStyleIdx="2" presStyleCnt="6" custLinFactX="61986" custLinFactNeighborX="100000" custLinFactNeighborY="431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42E729-D2D7-43A6-9EAE-D84FEF9993C2}" type="pres">
      <dgm:prSet presAssocID="{A3D92228-EEE1-4354-B4F2-D958C08D9562}" presName="Childtext1" presStyleLbl="revTx" presStyleIdx="1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337E05AD-22F7-485A-9DE7-9BBD02B21395}" type="pres">
      <dgm:prSet presAssocID="{A3D92228-EEE1-4354-B4F2-D958C08D9562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2EBBEAD9-AC49-4472-9B09-3A7BFBB38EDA}" type="pres">
      <dgm:prSet presAssocID="{A3D92228-EEE1-4354-B4F2-D958C08D9562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A8ECFC34-1E9E-4368-896B-CB599E50CF58}" type="pres">
      <dgm:prSet presAssocID="{6C98D286-D7AF-4ABA-811C-2B750B1CCED8}" presName="Accent1Text" presStyleLbl="node1" presStyleIdx="3" presStyleCnt="6" custLinFactX="-53571" custLinFactNeighborX="-100000" custLinFactNeighborY="4314"/>
      <dgm:spPr/>
      <dgm:t>
        <a:bodyPr/>
        <a:lstStyle/>
        <a:p>
          <a:endParaRPr lang="ru-RU"/>
        </a:p>
      </dgm:t>
    </dgm:pt>
    <dgm:pt modelId="{232A7230-ECEC-456A-920C-E10CA955AE8B}" type="pres">
      <dgm:prSet presAssocID="{6C98D286-D7AF-4ABA-811C-2B750B1CCED8}" presName="spaceBetweenRectangles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12EC2B0D-BBA1-4997-8F3B-2FE5F197E4C0}" type="pres">
      <dgm:prSet presAssocID="{368D77A3-9C6C-4FCA-8BB7-BE2F410DCD86}" presName="composite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4C3382F2-178B-46EF-91C1-50D3700AF551}" type="pres">
      <dgm:prSet presAssocID="{368D77A3-9C6C-4FCA-8BB7-BE2F410DCD86}" presName="Parent1" presStyleLbl="node1" presStyleIdx="4" presStyleCnt="6" custLinFactY="-68602" custLinFactNeighborX="58982" custLinFactNeighborY="-100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60E6F7-6513-4976-96E2-0D583297B350}" type="pres">
      <dgm:prSet presAssocID="{368D77A3-9C6C-4FCA-8BB7-BE2F410DCD86}" presName="Childtext1" presStyleLbl="revTx" presStyleIdx="2" presStyleCnt="3">
        <dgm:presLayoutVars>
          <dgm:chMax val="0"/>
          <dgm:chPref val="0"/>
          <dgm:bulletEnabled val="1"/>
        </dgm:presLayoutVars>
      </dgm:prSet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0C0D7D3E-16B8-489E-9264-F2062379B0FE}" type="pres">
      <dgm:prSet presAssocID="{368D77A3-9C6C-4FCA-8BB7-BE2F410DCD86}" presName="BalanceSpacing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669C088B-83C9-432A-A6DA-01DA827CD49A}" type="pres">
      <dgm:prSet presAssocID="{368D77A3-9C6C-4FCA-8BB7-BE2F410DCD86}" presName="BalanceSpacing1" presStyleCnt="0"/>
      <dgm:spPr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endParaRPr lang="ru-RU"/>
        </a:p>
      </dgm:t>
    </dgm:pt>
    <dgm:pt modelId="{B2545920-B526-40AD-8E23-ECD08D67C17F}" type="pres">
      <dgm:prSet presAssocID="{12D57B85-17F0-4344-BA3D-0D1273DD80D2}" presName="Accent1Text" presStyleLbl="node1" presStyleIdx="5" presStyleCnt="6" custLinFactX="12719" custLinFactNeighborX="100000" custLinFactNeighborY="-80566"/>
      <dgm:spPr/>
      <dgm:t>
        <a:bodyPr/>
        <a:lstStyle/>
        <a:p>
          <a:endParaRPr lang="ru-RU"/>
        </a:p>
      </dgm:t>
    </dgm:pt>
  </dgm:ptLst>
  <dgm:cxnLst>
    <dgm:cxn modelId="{4AABF48A-FA98-4150-BC8B-25F91DCBD27C}" srcId="{C43FA6A9-824C-495E-AB23-DFB855EC145C}" destId="{CE2CA5A1-BAC0-498D-B199-EAD76B1DFD5E}" srcOrd="0" destOrd="0" parTransId="{2531A75D-C33B-48BA-8C54-024CDE9F1700}" sibTransId="{30DE23E2-1DA6-4241-8E59-FE127CCFA0AD}"/>
    <dgm:cxn modelId="{09FA54BA-BC5D-4E1F-9654-4EE9AEABAFA7}" srcId="{C43FA6A9-824C-495E-AB23-DFB855EC145C}" destId="{A3D92228-EEE1-4354-B4F2-D958C08D9562}" srcOrd="1" destOrd="0" parTransId="{FC2656A9-9D95-4338-9679-488DAE0B97D1}" sibTransId="{6C98D286-D7AF-4ABA-811C-2B750B1CCED8}"/>
    <dgm:cxn modelId="{EA4D948D-62D3-472F-9435-0AFD7FA3A15B}" srcId="{C43FA6A9-824C-495E-AB23-DFB855EC145C}" destId="{368D77A3-9C6C-4FCA-8BB7-BE2F410DCD86}" srcOrd="2" destOrd="0" parTransId="{41071C79-59C8-444D-9447-76F99F68D33B}" sibTransId="{12D57B85-17F0-4344-BA3D-0D1273DD80D2}"/>
    <dgm:cxn modelId="{BB8F2DF5-D63D-459F-A22B-B91FE3BE658F}" type="presOf" srcId="{CE2CA5A1-BAC0-498D-B199-EAD76B1DFD5E}" destId="{29186C69-6636-401A-9563-A5540A41F369}" srcOrd="0" destOrd="0" presId="urn:microsoft.com/office/officeart/2008/layout/AlternatingHexagons"/>
    <dgm:cxn modelId="{0078A476-7788-4452-A574-CC30326C2501}" type="presOf" srcId="{368D77A3-9C6C-4FCA-8BB7-BE2F410DCD86}" destId="{4C3382F2-178B-46EF-91C1-50D3700AF551}" srcOrd="0" destOrd="0" presId="urn:microsoft.com/office/officeart/2008/layout/AlternatingHexagons"/>
    <dgm:cxn modelId="{8D26B494-6A51-4E7A-B676-4701DC1B3BE4}" type="presOf" srcId="{A3D92228-EEE1-4354-B4F2-D958C08D9562}" destId="{C206A153-8571-47D2-8414-85E98CE81B48}" srcOrd="0" destOrd="0" presId="urn:microsoft.com/office/officeart/2008/layout/AlternatingHexagons"/>
    <dgm:cxn modelId="{7D7CE682-0927-4C2C-9D13-5F7AC04C016D}" type="presOf" srcId="{12D57B85-17F0-4344-BA3D-0D1273DD80D2}" destId="{B2545920-B526-40AD-8E23-ECD08D67C17F}" srcOrd="0" destOrd="0" presId="urn:microsoft.com/office/officeart/2008/layout/AlternatingHexagons"/>
    <dgm:cxn modelId="{ABF8451C-11F6-47D6-BD3B-AF205B2B3E41}" type="presOf" srcId="{C43FA6A9-824C-495E-AB23-DFB855EC145C}" destId="{6A7D03C4-6595-45C0-9E88-1834D1B2DB59}" srcOrd="0" destOrd="0" presId="urn:microsoft.com/office/officeart/2008/layout/AlternatingHexagons"/>
    <dgm:cxn modelId="{0C8CEED8-918E-4A51-A957-8B33A758CBAA}" type="presOf" srcId="{30DE23E2-1DA6-4241-8E59-FE127CCFA0AD}" destId="{497F267E-27E5-4B37-B157-79D909955215}" srcOrd="0" destOrd="0" presId="urn:microsoft.com/office/officeart/2008/layout/AlternatingHexagons"/>
    <dgm:cxn modelId="{C47A4C6A-62EA-45F1-B823-0817EAEDB815}" type="presOf" srcId="{6C98D286-D7AF-4ABA-811C-2B750B1CCED8}" destId="{A8ECFC34-1E9E-4368-896B-CB599E50CF58}" srcOrd="0" destOrd="0" presId="urn:microsoft.com/office/officeart/2008/layout/AlternatingHexagons"/>
    <dgm:cxn modelId="{ACEF6EF9-A604-4A50-AB18-9FB59F67AA57}" type="presParOf" srcId="{6A7D03C4-6595-45C0-9E88-1834D1B2DB59}" destId="{33D595CF-809C-4A3F-AAC7-990AEA9A4C0C}" srcOrd="0" destOrd="0" presId="urn:microsoft.com/office/officeart/2008/layout/AlternatingHexagons"/>
    <dgm:cxn modelId="{911C97A9-99CB-46B9-ADCF-DF84C949C860}" type="presParOf" srcId="{33D595CF-809C-4A3F-AAC7-990AEA9A4C0C}" destId="{29186C69-6636-401A-9563-A5540A41F369}" srcOrd="0" destOrd="0" presId="urn:microsoft.com/office/officeart/2008/layout/AlternatingHexagons"/>
    <dgm:cxn modelId="{87188245-ED07-4ACF-BD94-9B3EBDAE79F5}" type="presParOf" srcId="{33D595CF-809C-4A3F-AAC7-990AEA9A4C0C}" destId="{C48C0C6A-55C5-46F6-8737-B7E8B12CAC63}" srcOrd="1" destOrd="0" presId="urn:microsoft.com/office/officeart/2008/layout/AlternatingHexagons"/>
    <dgm:cxn modelId="{C166E618-5837-4DB5-80B4-A6E6BD29941D}" type="presParOf" srcId="{33D595CF-809C-4A3F-AAC7-990AEA9A4C0C}" destId="{3BEF1D92-143B-4D45-8A03-E9C7D6440FC2}" srcOrd="2" destOrd="0" presId="urn:microsoft.com/office/officeart/2008/layout/AlternatingHexagons"/>
    <dgm:cxn modelId="{C9CCDD3B-C25A-43DF-92DD-04FD15174F24}" type="presParOf" srcId="{33D595CF-809C-4A3F-AAC7-990AEA9A4C0C}" destId="{A073B9D4-74A3-4DF2-BB2A-CD41C8824FFF}" srcOrd="3" destOrd="0" presId="urn:microsoft.com/office/officeart/2008/layout/AlternatingHexagons"/>
    <dgm:cxn modelId="{877AB662-8A2F-4C7A-A1FA-460AC644E98B}" type="presParOf" srcId="{33D595CF-809C-4A3F-AAC7-990AEA9A4C0C}" destId="{497F267E-27E5-4B37-B157-79D909955215}" srcOrd="4" destOrd="0" presId="urn:microsoft.com/office/officeart/2008/layout/AlternatingHexagons"/>
    <dgm:cxn modelId="{40772049-FCB6-4D5E-8F18-A4DACCAF3742}" type="presParOf" srcId="{6A7D03C4-6595-45C0-9E88-1834D1B2DB59}" destId="{3AD20B8D-4C2B-4395-84D6-BC0E84A69BFA}" srcOrd="1" destOrd="0" presId="urn:microsoft.com/office/officeart/2008/layout/AlternatingHexagons"/>
    <dgm:cxn modelId="{B7E2D5D6-8ACC-4592-B052-878FEC756084}" type="presParOf" srcId="{6A7D03C4-6595-45C0-9E88-1834D1B2DB59}" destId="{85B2A97D-6337-4094-8E46-1691C9C68DF8}" srcOrd="2" destOrd="0" presId="urn:microsoft.com/office/officeart/2008/layout/AlternatingHexagons"/>
    <dgm:cxn modelId="{96631E5A-633B-48B0-9A4F-E31B08D57576}" type="presParOf" srcId="{85B2A97D-6337-4094-8E46-1691C9C68DF8}" destId="{C206A153-8571-47D2-8414-85E98CE81B48}" srcOrd="0" destOrd="0" presId="urn:microsoft.com/office/officeart/2008/layout/AlternatingHexagons"/>
    <dgm:cxn modelId="{F7ED0A3E-338E-45F0-8863-38D10A4407D2}" type="presParOf" srcId="{85B2A97D-6337-4094-8E46-1691C9C68DF8}" destId="{A242E729-D2D7-43A6-9EAE-D84FEF9993C2}" srcOrd="1" destOrd="0" presId="urn:microsoft.com/office/officeart/2008/layout/AlternatingHexagons"/>
    <dgm:cxn modelId="{286DA04F-3BBA-4EA2-96B2-DB48814EE171}" type="presParOf" srcId="{85B2A97D-6337-4094-8E46-1691C9C68DF8}" destId="{337E05AD-22F7-485A-9DE7-9BBD02B21395}" srcOrd="2" destOrd="0" presId="urn:microsoft.com/office/officeart/2008/layout/AlternatingHexagons"/>
    <dgm:cxn modelId="{6BC1849D-D4AF-4749-8600-E71834DD93A3}" type="presParOf" srcId="{85B2A97D-6337-4094-8E46-1691C9C68DF8}" destId="{2EBBEAD9-AC49-4472-9B09-3A7BFBB38EDA}" srcOrd="3" destOrd="0" presId="urn:microsoft.com/office/officeart/2008/layout/AlternatingHexagons"/>
    <dgm:cxn modelId="{5C456AC6-5B0B-486C-BED8-AA88A04F874E}" type="presParOf" srcId="{85B2A97D-6337-4094-8E46-1691C9C68DF8}" destId="{A8ECFC34-1E9E-4368-896B-CB599E50CF58}" srcOrd="4" destOrd="0" presId="urn:microsoft.com/office/officeart/2008/layout/AlternatingHexagons"/>
    <dgm:cxn modelId="{42FF2202-A2B4-499C-A505-2476118D6001}" type="presParOf" srcId="{6A7D03C4-6595-45C0-9E88-1834D1B2DB59}" destId="{232A7230-ECEC-456A-920C-E10CA955AE8B}" srcOrd="3" destOrd="0" presId="urn:microsoft.com/office/officeart/2008/layout/AlternatingHexagons"/>
    <dgm:cxn modelId="{B90E1634-51B7-4E86-B1F9-83241860CEA3}" type="presParOf" srcId="{6A7D03C4-6595-45C0-9E88-1834D1B2DB59}" destId="{12EC2B0D-BBA1-4997-8F3B-2FE5F197E4C0}" srcOrd="4" destOrd="0" presId="urn:microsoft.com/office/officeart/2008/layout/AlternatingHexagons"/>
    <dgm:cxn modelId="{E299FD7C-BC4B-4931-8BDF-2AFD032E2B3D}" type="presParOf" srcId="{12EC2B0D-BBA1-4997-8F3B-2FE5F197E4C0}" destId="{4C3382F2-178B-46EF-91C1-50D3700AF551}" srcOrd="0" destOrd="0" presId="urn:microsoft.com/office/officeart/2008/layout/AlternatingHexagons"/>
    <dgm:cxn modelId="{898CC23F-3FDB-437C-8750-CC7A41C1E04E}" type="presParOf" srcId="{12EC2B0D-BBA1-4997-8F3B-2FE5F197E4C0}" destId="{D660E6F7-6513-4976-96E2-0D583297B350}" srcOrd="1" destOrd="0" presId="urn:microsoft.com/office/officeart/2008/layout/AlternatingHexagons"/>
    <dgm:cxn modelId="{AFC57FE1-662C-4D27-B811-0F3CE883C1D4}" type="presParOf" srcId="{12EC2B0D-BBA1-4997-8F3B-2FE5F197E4C0}" destId="{0C0D7D3E-16B8-489E-9264-F2062379B0FE}" srcOrd="2" destOrd="0" presId="urn:microsoft.com/office/officeart/2008/layout/AlternatingHexagons"/>
    <dgm:cxn modelId="{C18AB8BC-6B4A-4417-9C8D-C32181602E47}" type="presParOf" srcId="{12EC2B0D-BBA1-4997-8F3B-2FE5F197E4C0}" destId="{669C088B-83C9-432A-A6DA-01DA827CD49A}" srcOrd="3" destOrd="0" presId="urn:microsoft.com/office/officeart/2008/layout/AlternatingHexagons"/>
    <dgm:cxn modelId="{D65E5124-8A61-48AD-ABEC-B97E2541D736}" type="presParOf" srcId="{12EC2B0D-BBA1-4997-8F3B-2FE5F197E4C0}" destId="{B2545920-B526-40AD-8E23-ECD08D67C17F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D58C22-9543-42EF-A6F0-5D9ECC238A6E}" type="doc">
      <dgm:prSet loTypeId="urn:microsoft.com/office/officeart/2008/layout/AlternatingHexagons" loCatId="list" qsTypeId="urn:microsoft.com/office/officeart/2005/8/quickstyle/3d9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90E17EF6-EC37-4A46-A650-E937073F24BB}">
      <dgm:prSet phldrT="[Текст]"/>
      <dgm:spPr/>
      <dgm:t>
        <a:bodyPr/>
        <a:lstStyle/>
        <a:p>
          <a:r>
            <a:rPr lang="en-US" b="1" dirty="0" smtClean="0"/>
            <a:t>42</a:t>
          </a:r>
          <a:endParaRPr lang="ru-RU" b="1" dirty="0"/>
        </a:p>
      </dgm:t>
    </dgm:pt>
    <dgm:pt modelId="{DD99EB8E-3EE0-4FCA-B14B-2A95F9E44CC3}" type="parTrans" cxnId="{B25B68A6-B5B5-48A1-B740-016064176944}">
      <dgm:prSet/>
      <dgm:spPr/>
      <dgm:t>
        <a:bodyPr/>
        <a:lstStyle/>
        <a:p>
          <a:endParaRPr lang="ru-RU"/>
        </a:p>
      </dgm:t>
    </dgm:pt>
    <dgm:pt modelId="{2C08664D-1BEF-43E1-9445-B4AEE1F8E39D}" type="sibTrans" cxnId="{B25B68A6-B5B5-48A1-B740-016064176944}">
      <dgm:prSet/>
      <dgm:spPr/>
      <dgm:t>
        <a:bodyPr/>
        <a:lstStyle/>
        <a:p>
          <a:endParaRPr lang="ru-RU" dirty="0"/>
        </a:p>
      </dgm:t>
    </dgm:pt>
    <dgm:pt modelId="{58748310-AB94-43D8-A2DB-1F742C58EE91}">
      <dgm:prSet phldrT="[Текст]"/>
      <dgm:spPr/>
      <dgm:t>
        <a:bodyPr/>
        <a:lstStyle/>
        <a:p>
          <a:r>
            <a:rPr lang="ru-RU" b="1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b="1" dirty="0">
            <a:solidFill>
              <a:srgbClr val="FFFF05"/>
            </a:solidFill>
            <a:latin typeface="+mj-lt"/>
          </a:endParaRPr>
        </a:p>
      </dgm:t>
    </dgm:pt>
    <dgm:pt modelId="{E94DE97D-2882-4CA7-84CE-EA8B6BD6E9D1}" type="parTrans" cxnId="{9F6C7E03-E103-4E07-9FE7-065135F9F769}">
      <dgm:prSet/>
      <dgm:spPr/>
      <dgm:t>
        <a:bodyPr/>
        <a:lstStyle/>
        <a:p>
          <a:endParaRPr lang="ru-RU"/>
        </a:p>
      </dgm:t>
    </dgm:pt>
    <dgm:pt modelId="{A981FBA5-FDA1-430C-8E7D-7FA786B6F29D}" type="sibTrans" cxnId="{9F6C7E03-E103-4E07-9FE7-065135F9F769}">
      <dgm:prSet/>
      <dgm:spPr/>
      <dgm:t>
        <a:bodyPr/>
        <a:lstStyle/>
        <a:p>
          <a:endParaRPr lang="ru-RU"/>
        </a:p>
      </dgm:t>
    </dgm:pt>
    <dgm:pt modelId="{693AE01A-7889-4BDB-9D33-8228E25A1A20}">
      <dgm:prSet phldrT="[Текст]"/>
      <dgm:spPr/>
      <dgm:t>
        <a:bodyPr/>
        <a:lstStyle/>
        <a:p>
          <a:r>
            <a:rPr lang="ru-RU" b="1" dirty="0" smtClean="0"/>
            <a:t>31</a:t>
          </a:r>
          <a:endParaRPr lang="ru-RU" b="1" dirty="0"/>
        </a:p>
      </dgm:t>
    </dgm:pt>
    <dgm:pt modelId="{9CC98966-45A7-4242-AF26-C1044CA833C2}" type="parTrans" cxnId="{FADBB3C1-2DD6-4C29-ACEE-C917053BDFF6}">
      <dgm:prSet/>
      <dgm:spPr/>
      <dgm:t>
        <a:bodyPr/>
        <a:lstStyle/>
        <a:p>
          <a:endParaRPr lang="ru-RU"/>
        </a:p>
      </dgm:t>
    </dgm:pt>
    <dgm:pt modelId="{5C1EC048-C851-4D0D-A737-B05B7C151FDD}" type="sibTrans" cxnId="{FADBB3C1-2DD6-4C29-ACEE-C917053BDFF6}">
      <dgm:prSet/>
      <dgm:spPr/>
      <dgm:t>
        <a:bodyPr/>
        <a:lstStyle/>
        <a:p>
          <a:endParaRPr lang="ru-RU"/>
        </a:p>
      </dgm:t>
    </dgm:pt>
    <dgm:pt modelId="{A154808A-D53C-4A1D-BC69-2A88B3E621BD}">
      <dgm:prSet phldrT="[Текст]"/>
      <dgm:spPr/>
      <dgm:t>
        <a:bodyPr/>
        <a:lstStyle/>
        <a:p>
          <a:r>
            <a:rPr lang="ru-RU" b="1" dirty="0" smtClean="0">
              <a:solidFill>
                <a:srgbClr val="22B9F2"/>
              </a:solidFill>
            </a:rPr>
            <a:t>Баг-репорт</a:t>
          </a:r>
          <a:endParaRPr lang="ru-RU" b="1" dirty="0">
            <a:solidFill>
              <a:srgbClr val="22B9F2"/>
            </a:solidFill>
          </a:endParaRPr>
        </a:p>
      </dgm:t>
    </dgm:pt>
    <dgm:pt modelId="{90722C67-6D6C-41E0-BA6E-A1D3C01660AC}" type="parTrans" cxnId="{6781046A-615D-4A83-B2A6-BDE687A438FE}">
      <dgm:prSet/>
      <dgm:spPr/>
      <dgm:t>
        <a:bodyPr/>
        <a:lstStyle/>
        <a:p>
          <a:endParaRPr lang="ru-RU"/>
        </a:p>
      </dgm:t>
    </dgm:pt>
    <dgm:pt modelId="{0AB1025E-1182-48F2-9280-8F2049E6C0AC}" type="sibTrans" cxnId="{6781046A-615D-4A83-B2A6-BDE687A438FE}">
      <dgm:prSet/>
      <dgm:spPr/>
      <dgm:t>
        <a:bodyPr/>
        <a:lstStyle/>
        <a:p>
          <a:endParaRPr lang="ru-RU"/>
        </a:p>
      </dgm:t>
    </dgm:pt>
    <dgm:pt modelId="{4E947E02-9DB5-468E-BDEC-003470243E3C}">
      <dgm:prSet phldrT="[Текст]"/>
      <dgm:spPr/>
      <dgm:t>
        <a:bodyPr/>
        <a:lstStyle/>
        <a:p>
          <a:r>
            <a:rPr lang="ru-RU" dirty="0" smtClean="0"/>
            <a:t>2</a:t>
          </a:r>
          <a:endParaRPr lang="ru-RU" dirty="0"/>
        </a:p>
      </dgm:t>
    </dgm:pt>
    <dgm:pt modelId="{E2C7ACE6-7C78-4624-8F67-30FD276A30FC}" type="parTrans" cxnId="{F6D97BC4-2718-4D6C-B56A-6168C824A923}">
      <dgm:prSet/>
      <dgm:spPr/>
      <dgm:t>
        <a:bodyPr/>
        <a:lstStyle/>
        <a:p>
          <a:endParaRPr lang="ru-RU"/>
        </a:p>
      </dgm:t>
    </dgm:pt>
    <dgm:pt modelId="{A9E2ECBD-225D-47F1-AEAE-B1C86DFE8C2C}" type="sibTrans" cxnId="{F6D97BC4-2718-4D6C-B56A-6168C824A923}">
      <dgm:prSet/>
      <dgm:spPr/>
      <dgm:t>
        <a:bodyPr/>
        <a:lstStyle/>
        <a:p>
          <a:endParaRPr lang="ru-RU"/>
        </a:p>
      </dgm:t>
    </dgm:pt>
    <dgm:pt modelId="{3D29AFA2-8948-416E-BB0E-FE96947E5992}">
      <dgm:prSet phldrT="[Текст]"/>
      <dgm:spPr/>
      <dgm:t>
        <a:bodyPr/>
        <a:lstStyle/>
        <a:p>
          <a:r>
            <a:rPr lang="ru-RU" dirty="0" smtClean="0">
              <a:solidFill>
                <a:srgbClr val="48B9B3"/>
              </a:solidFill>
              <a:latin typeface="+mj-lt"/>
            </a:rPr>
            <a:t>Релиза</a:t>
          </a:r>
          <a:endParaRPr lang="ru-RU" dirty="0">
            <a:solidFill>
              <a:srgbClr val="48B9B3"/>
            </a:solidFill>
            <a:latin typeface="+mj-lt"/>
          </a:endParaRPr>
        </a:p>
      </dgm:t>
    </dgm:pt>
    <dgm:pt modelId="{6B3156BC-C012-472F-A6BB-013C58088808}" type="parTrans" cxnId="{5D8377C2-C416-4B4D-B2F5-A430B772F044}">
      <dgm:prSet/>
      <dgm:spPr/>
      <dgm:t>
        <a:bodyPr/>
        <a:lstStyle/>
        <a:p>
          <a:endParaRPr lang="ru-RU"/>
        </a:p>
      </dgm:t>
    </dgm:pt>
    <dgm:pt modelId="{88524A88-6A12-443D-94C6-19C3F84141DC}" type="sibTrans" cxnId="{5D8377C2-C416-4B4D-B2F5-A430B772F044}">
      <dgm:prSet/>
      <dgm:spPr/>
      <dgm:t>
        <a:bodyPr/>
        <a:lstStyle/>
        <a:p>
          <a:endParaRPr lang="ru-RU"/>
        </a:p>
      </dgm:t>
    </dgm:pt>
    <dgm:pt modelId="{F2AD0F78-45A6-43D8-92AD-C9295A05FA7B}" type="pres">
      <dgm:prSet presAssocID="{06D58C22-9543-42EF-A6F0-5D9ECC238A6E}" presName="Name0" presStyleCnt="0">
        <dgm:presLayoutVars>
          <dgm:chMax/>
          <dgm:chPref/>
          <dgm:dir/>
          <dgm:animLvl val="lvl"/>
        </dgm:presLayoutVars>
      </dgm:prSet>
      <dgm:spPr/>
    </dgm:pt>
    <dgm:pt modelId="{462127F6-A68D-4FBF-8B01-D0EBFC691978}" type="pres">
      <dgm:prSet presAssocID="{90E17EF6-EC37-4A46-A650-E937073F24BB}" presName="composite" presStyleCnt="0"/>
      <dgm:spPr/>
    </dgm:pt>
    <dgm:pt modelId="{12E2B456-82E9-4478-B1CD-8DFD715C3ACF}" type="pres">
      <dgm:prSet presAssocID="{90E17EF6-EC37-4A46-A650-E937073F24BB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9D4656B0-0352-4D1B-A844-1F7E1286F4CD}" type="pres">
      <dgm:prSet presAssocID="{90E17EF6-EC37-4A46-A650-E937073F24BB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11BF918-730B-4725-892C-4312A8159D40}" type="pres">
      <dgm:prSet presAssocID="{90E17EF6-EC37-4A46-A650-E937073F24BB}" presName="BalanceSpacing" presStyleCnt="0"/>
      <dgm:spPr/>
    </dgm:pt>
    <dgm:pt modelId="{D74D218C-50EA-4863-830B-B30443CCF0A4}" type="pres">
      <dgm:prSet presAssocID="{90E17EF6-EC37-4A46-A650-E937073F24BB}" presName="BalanceSpacing1" presStyleCnt="0"/>
      <dgm:spPr/>
    </dgm:pt>
    <dgm:pt modelId="{1A2CA39E-1A25-4973-9594-BA4E7B74895D}" type="pres">
      <dgm:prSet presAssocID="{2C08664D-1BEF-43E1-9445-B4AEE1F8E39D}" presName="Accent1Text" presStyleLbl="node1" presStyleIdx="1" presStyleCnt="6"/>
      <dgm:spPr/>
    </dgm:pt>
    <dgm:pt modelId="{165EC4E7-556E-42D4-9248-93AC0B87D979}" type="pres">
      <dgm:prSet presAssocID="{2C08664D-1BEF-43E1-9445-B4AEE1F8E39D}" presName="spaceBetweenRectangles" presStyleCnt="0"/>
      <dgm:spPr/>
    </dgm:pt>
    <dgm:pt modelId="{0CEED0B0-6630-4B76-8ED1-89BFD589E0A4}" type="pres">
      <dgm:prSet presAssocID="{693AE01A-7889-4BDB-9D33-8228E25A1A20}" presName="composite" presStyleCnt="0"/>
      <dgm:spPr/>
    </dgm:pt>
    <dgm:pt modelId="{EEF993AD-2091-4F56-91C9-D05E6E0FC9F0}" type="pres">
      <dgm:prSet presAssocID="{693AE01A-7889-4BDB-9D33-8228E25A1A20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BA1DAFC3-053D-4E0B-B53F-C2506233DC77}" type="pres">
      <dgm:prSet presAssocID="{693AE01A-7889-4BDB-9D33-8228E25A1A2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048A2CC8-8E68-4600-A455-E492BBB1CD97}" type="pres">
      <dgm:prSet presAssocID="{693AE01A-7889-4BDB-9D33-8228E25A1A20}" presName="BalanceSpacing" presStyleCnt="0"/>
      <dgm:spPr/>
    </dgm:pt>
    <dgm:pt modelId="{B56F9630-00EC-46E9-BCD2-0A169E8E61FE}" type="pres">
      <dgm:prSet presAssocID="{693AE01A-7889-4BDB-9D33-8228E25A1A20}" presName="BalanceSpacing1" presStyleCnt="0"/>
      <dgm:spPr/>
    </dgm:pt>
    <dgm:pt modelId="{6D646362-7C38-4270-83F9-0692D0FFEAEB}" type="pres">
      <dgm:prSet presAssocID="{5C1EC048-C851-4D0D-A737-B05B7C151FDD}" presName="Accent1Text" presStyleLbl="node1" presStyleIdx="3" presStyleCnt="6" custLinFactNeighborX="440" custLinFactNeighborY="-862"/>
      <dgm:spPr/>
    </dgm:pt>
    <dgm:pt modelId="{1320B87B-CA42-498B-9EA0-5EE2DD591762}" type="pres">
      <dgm:prSet presAssocID="{5C1EC048-C851-4D0D-A737-B05B7C151FDD}" presName="spaceBetweenRectangles" presStyleCnt="0"/>
      <dgm:spPr/>
    </dgm:pt>
    <dgm:pt modelId="{5966E1A6-17C4-4724-AFFB-515C42844729}" type="pres">
      <dgm:prSet presAssocID="{4E947E02-9DB5-468E-BDEC-003470243E3C}" presName="composite" presStyleCnt="0"/>
      <dgm:spPr/>
    </dgm:pt>
    <dgm:pt modelId="{1B03DA56-E047-4807-A89E-5DA0EBBABE34}" type="pres">
      <dgm:prSet presAssocID="{4E947E02-9DB5-468E-BDEC-003470243E3C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1ABDCA00-35C3-4C38-B24B-6A4247FF5A7E}" type="pres">
      <dgm:prSet presAssocID="{4E947E02-9DB5-468E-BDEC-003470243E3C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79B078F-85CF-49CA-A716-B56C8280F941}" type="pres">
      <dgm:prSet presAssocID="{4E947E02-9DB5-468E-BDEC-003470243E3C}" presName="BalanceSpacing" presStyleCnt="0"/>
      <dgm:spPr/>
    </dgm:pt>
    <dgm:pt modelId="{4D232516-07A4-45AE-B54F-143FDF6FC4AF}" type="pres">
      <dgm:prSet presAssocID="{4E947E02-9DB5-468E-BDEC-003470243E3C}" presName="BalanceSpacing1" presStyleCnt="0"/>
      <dgm:spPr/>
    </dgm:pt>
    <dgm:pt modelId="{AB4DEEC2-028C-416E-B969-1FB0579CC29D}" type="pres">
      <dgm:prSet presAssocID="{A9E2ECBD-225D-47F1-AEAE-B1C86DFE8C2C}" presName="Accent1Text" presStyleLbl="node1" presStyleIdx="5" presStyleCnt="6"/>
      <dgm:spPr/>
    </dgm:pt>
  </dgm:ptLst>
  <dgm:cxnLst>
    <dgm:cxn modelId="{F6D97BC4-2718-4D6C-B56A-6168C824A923}" srcId="{06D58C22-9543-42EF-A6F0-5D9ECC238A6E}" destId="{4E947E02-9DB5-468E-BDEC-003470243E3C}" srcOrd="2" destOrd="0" parTransId="{E2C7ACE6-7C78-4624-8F67-30FD276A30FC}" sibTransId="{A9E2ECBD-225D-47F1-AEAE-B1C86DFE8C2C}"/>
    <dgm:cxn modelId="{1184425A-397A-40F7-A94D-8C09351CC41F}" type="presOf" srcId="{A9E2ECBD-225D-47F1-AEAE-B1C86DFE8C2C}" destId="{AB4DEEC2-028C-416E-B969-1FB0579CC29D}" srcOrd="0" destOrd="0" presId="urn:microsoft.com/office/officeart/2008/layout/AlternatingHexagons"/>
    <dgm:cxn modelId="{5D8377C2-C416-4B4D-B2F5-A430B772F044}" srcId="{4E947E02-9DB5-468E-BDEC-003470243E3C}" destId="{3D29AFA2-8948-416E-BB0E-FE96947E5992}" srcOrd="0" destOrd="0" parTransId="{6B3156BC-C012-472F-A6BB-013C58088808}" sibTransId="{88524A88-6A12-443D-94C6-19C3F84141DC}"/>
    <dgm:cxn modelId="{D2C68F14-DA96-48A8-B1D7-C43E979A1321}" type="presOf" srcId="{2C08664D-1BEF-43E1-9445-B4AEE1F8E39D}" destId="{1A2CA39E-1A25-4973-9594-BA4E7B74895D}" srcOrd="0" destOrd="0" presId="urn:microsoft.com/office/officeart/2008/layout/AlternatingHexagons"/>
    <dgm:cxn modelId="{5218B668-93D6-4171-AD85-683DB728F154}" type="presOf" srcId="{4E947E02-9DB5-468E-BDEC-003470243E3C}" destId="{1B03DA56-E047-4807-A89E-5DA0EBBABE34}" srcOrd="0" destOrd="0" presId="urn:microsoft.com/office/officeart/2008/layout/AlternatingHexagons"/>
    <dgm:cxn modelId="{8E289CFE-062E-4C73-85F8-825DA1E7B2F9}" type="presOf" srcId="{90E17EF6-EC37-4A46-A650-E937073F24BB}" destId="{12E2B456-82E9-4478-B1CD-8DFD715C3ACF}" srcOrd="0" destOrd="0" presId="urn:microsoft.com/office/officeart/2008/layout/AlternatingHexagons"/>
    <dgm:cxn modelId="{B25B68A6-B5B5-48A1-B740-016064176944}" srcId="{06D58C22-9543-42EF-A6F0-5D9ECC238A6E}" destId="{90E17EF6-EC37-4A46-A650-E937073F24BB}" srcOrd="0" destOrd="0" parTransId="{DD99EB8E-3EE0-4FCA-B14B-2A95F9E44CC3}" sibTransId="{2C08664D-1BEF-43E1-9445-B4AEE1F8E39D}"/>
    <dgm:cxn modelId="{DEEF998F-DDD6-4141-A49E-DD530B14109F}" type="presOf" srcId="{06D58C22-9543-42EF-A6F0-5D9ECC238A6E}" destId="{F2AD0F78-45A6-43D8-92AD-C9295A05FA7B}" srcOrd="0" destOrd="0" presId="urn:microsoft.com/office/officeart/2008/layout/AlternatingHexagons"/>
    <dgm:cxn modelId="{6781046A-615D-4A83-B2A6-BDE687A438FE}" srcId="{693AE01A-7889-4BDB-9D33-8228E25A1A20}" destId="{A154808A-D53C-4A1D-BC69-2A88B3E621BD}" srcOrd="0" destOrd="0" parTransId="{90722C67-6D6C-41E0-BA6E-A1D3C01660AC}" sibTransId="{0AB1025E-1182-48F2-9280-8F2049E6C0AC}"/>
    <dgm:cxn modelId="{2E5EBF68-9624-4686-B2D8-6F8B71C339F3}" type="presOf" srcId="{5C1EC048-C851-4D0D-A737-B05B7C151FDD}" destId="{6D646362-7C38-4270-83F9-0692D0FFEAEB}" srcOrd="0" destOrd="0" presId="urn:microsoft.com/office/officeart/2008/layout/AlternatingHexagons"/>
    <dgm:cxn modelId="{9F6C7E03-E103-4E07-9FE7-065135F9F769}" srcId="{90E17EF6-EC37-4A46-A650-E937073F24BB}" destId="{58748310-AB94-43D8-A2DB-1F742C58EE91}" srcOrd="0" destOrd="0" parTransId="{E94DE97D-2882-4CA7-84CE-EA8B6BD6E9D1}" sibTransId="{A981FBA5-FDA1-430C-8E7D-7FA786B6F29D}"/>
    <dgm:cxn modelId="{232E5A06-A61C-40C8-850A-90CE54AED2B1}" type="presOf" srcId="{3D29AFA2-8948-416E-BB0E-FE96947E5992}" destId="{1ABDCA00-35C3-4C38-B24B-6A4247FF5A7E}" srcOrd="0" destOrd="0" presId="urn:microsoft.com/office/officeart/2008/layout/AlternatingHexagons"/>
    <dgm:cxn modelId="{3DB8D21B-4ED4-4432-9C5E-9434AC5BBB59}" type="presOf" srcId="{58748310-AB94-43D8-A2DB-1F742C58EE91}" destId="{9D4656B0-0352-4D1B-A844-1F7E1286F4CD}" srcOrd="0" destOrd="0" presId="urn:microsoft.com/office/officeart/2008/layout/AlternatingHexagons"/>
    <dgm:cxn modelId="{FADBB3C1-2DD6-4C29-ACEE-C917053BDFF6}" srcId="{06D58C22-9543-42EF-A6F0-5D9ECC238A6E}" destId="{693AE01A-7889-4BDB-9D33-8228E25A1A20}" srcOrd="1" destOrd="0" parTransId="{9CC98966-45A7-4242-AF26-C1044CA833C2}" sibTransId="{5C1EC048-C851-4D0D-A737-B05B7C151FDD}"/>
    <dgm:cxn modelId="{5A120485-1CEE-4C04-BF38-8515CF145C8D}" type="presOf" srcId="{693AE01A-7889-4BDB-9D33-8228E25A1A20}" destId="{EEF993AD-2091-4F56-91C9-D05E6E0FC9F0}" srcOrd="0" destOrd="0" presId="urn:microsoft.com/office/officeart/2008/layout/AlternatingHexagons"/>
    <dgm:cxn modelId="{293A6144-DB08-4192-8EF2-DE7B039F380D}" type="presOf" srcId="{A154808A-D53C-4A1D-BC69-2A88B3E621BD}" destId="{BA1DAFC3-053D-4E0B-B53F-C2506233DC77}" srcOrd="0" destOrd="0" presId="urn:microsoft.com/office/officeart/2008/layout/AlternatingHexagons"/>
    <dgm:cxn modelId="{861D4849-A30B-4E8C-A2CC-E6E9D0330CDE}" type="presParOf" srcId="{F2AD0F78-45A6-43D8-92AD-C9295A05FA7B}" destId="{462127F6-A68D-4FBF-8B01-D0EBFC691978}" srcOrd="0" destOrd="0" presId="urn:microsoft.com/office/officeart/2008/layout/AlternatingHexagons"/>
    <dgm:cxn modelId="{E06C5525-89AF-4746-8E22-EF35D48B38F3}" type="presParOf" srcId="{462127F6-A68D-4FBF-8B01-D0EBFC691978}" destId="{12E2B456-82E9-4478-B1CD-8DFD715C3ACF}" srcOrd="0" destOrd="0" presId="urn:microsoft.com/office/officeart/2008/layout/AlternatingHexagons"/>
    <dgm:cxn modelId="{A72316A6-407B-4A3E-9F09-008A81AA62DE}" type="presParOf" srcId="{462127F6-A68D-4FBF-8B01-D0EBFC691978}" destId="{9D4656B0-0352-4D1B-A844-1F7E1286F4CD}" srcOrd="1" destOrd="0" presId="urn:microsoft.com/office/officeart/2008/layout/AlternatingHexagons"/>
    <dgm:cxn modelId="{F63D2B2E-155D-47F0-A642-6CD9F4B23E32}" type="presParOf" srcId="{462127F6-A68D-4FBF-8B01-D0EBFC691978}" destId="{111BF918-730B-4725-892C-4312A8159D40}" srcOrd="2" destOrd="0" presId="urn:microsoft.com/office/officeart/2008/layout/AlternatingHexagons"/>
    <dgm:cxn modelId="{520DD8E2-71BE-4A9F-A967-F712D4ECA9F7}" type="presParOf" srcId="{462127F6-A68D-4FBF-8B01-D0EBFC691978}" destId="{D74D218C-50EA-4863-830B-B30443CCF0A4}" srcOrd="3" destOrd="0" presId="urn:microsoft.com/office/officeart/2008/layout/AlternatingHexagons"/>
    <dgm:cxn modelId="{76140F2E-FDA7-42BF-8402-93425A296AA6}" type="presParOf" srcId="{462127F6-A68D-4FBF-8B01-D0EBFC691978}" destId="{1A2CA39E-1A25-4973-9594-BA4E7B74895D}" srcOrd="4" destOrd="0" presId="urn:microsoft.com/office/officeart/2008/layout/AlternatingHexagons"/>
    <dgm:cxn modelId="{6CAC13B8-0899-401C-B2E9-73E4C860B406}" type="presParOf" srcId="{F2AD0F78-45A6-43D8-92AD-C9295A05FA7B}" destId="{165EC4E7-556E-42D4-9248-93AC0B87D979}" srcOrd="1" destOrd="0" presId="urn:microsoft.com/office/officeart/2008/layout/AlternatingHexagons"/>
    <dgm:cxn modelId="{F7267D7E-5A76-4B3F-8D25-6AFAEE308FF3}" type="presParOf" srcId="{F2AD0F78-45A6-43D8-92AD-C9295A05FA7B}" destId="{0CEED0B0-6630-4B76-8ED1-89BFD589E0A4}" srcOrd="2" destOrd="0" presId="urn:microsoft.com/office/officeart/2008/layout/AlternatingHexagons"/>
    <dgm:cxn modelId="{4649D5E7-3064-4CC5-834C-9DDFC6858C75}" type="presParOf" srcId="{0CEED0B0-6630-4B76-8ED1-89BFD589E0A4}" destId="{EEF993AD-2091-4F56-91C9-D05E6E0FC9F0}" srcOrd="0" destOrd="0" presId="urn:microsoft.com/office/officeart/2008/layout/AlternatingHexagons"/>
    <dgm:cxn modelId="{79C1004C-DC10-4FFE-91A9-E56D3CC12B12}" type="presParOf" srcId="{0CEED0B0-6630-4B76-8ED1-89BFD589E0A4}" destId="{BA1DAFC3-053D-4E0B-B53F-C2506233DC77}" srcOrd="1" destOrd="0" presId="urn:microsoft.com/office/officeart/2008/layout/AlternatingHexagons"/>
    <dgm:cxn modelId="{6457BF55-73EE-4759-9C23-36FAAB6F3879}" type="presParOf" srcId="{0CEED0B0-6630-4B76-8ED1-89BFD589E0A4}" destId="{048A2CC8-8E68-4600-A455-E492BBB1CD97}" srcOrd="2" destOrd="0" presId="urn:microsoft.com/office/officeart/2008/layout/AlternatingHexagons"/>
    <dgm:cxn modelId="{62D34A3F-AA85-4424-B38D-2F95810E9CA5}" type="presParOf" srcId="{0CEED0B0-6630-4B76-8ED1-89BFD589E0A4}" destId="{B56F9630-00EC-46E9-BCD2-0A169E8E61FE}" srcOrd="3" destOrd="0" presId="urn:microsoft.com/office/officeart/2008/layout/AlternatingHexagons"/>
    <dgm:cxn modelId="{0ED67D0F-0DFC-4AFB-9D68-AB6C145F2DAA}" type="presParOf" srcId="{0CEED0B0-6630-4B76-8ED1-89BFD589E0A4}" destId="{6D646362-7C38-4270-83F9-0692D0FFEAEB}" srcOrd="4" destOrd="0" presId="urn:microsoft.com/office/officeart/2008/layout/AlternatingHexagons"/>
    <dgm:cxn modelId="{802C2F19-A8CE-4CDD-B3D6-BCDE02685009}" type="presParOf" srcId="{F2AD0F78-45A6-43D8-92AD-C9295A05FA7B}" destId="{1320B87B-CA42-498B-9EA0-5EE2DD591762}" srcOrd="3" destOrd="0" presId="urn:microsoft.com/office/officeart/2008/layout/AlternatingHexagons"/>
    <dgm:cxn modelId="{0193EB0B-BEF5-4FFB-A205-8C1C82BA9C71}" type="presParOf" srcId="{F2AD0F78-45A6-43D8-92AD-C9295A05FA7B}" destId="{5966E1A6-17C4-4724-AFFB-515C42844729}" srcOrd="4" destOrd="0" presId="urn:microsoft.com/office/officeart/2008/layout/AlternatingHexagons"/>
    <dgm:cxn modelId="{6BA63DBC-FF10-42DB-9510-3A0E89549585}" type="presParOf" srcId="{5966E1A6-17C4-4724-AFFB-515C42844729}" destId="{1B03DA56-E047-4807-A89E-5DA0EBBABE34}" srcOrd="0" destOrd="0" presId="urn:microsoft.com/office/officeart/2008/layout/AlternatingHexagons"/>
    <dgm:cxn modelId="{A3419725-C0DC-4E40-A088-6B89B34C0D1A}" type="presParOf" srcId="{5966E1A6-17C4-4724-AFFB-515C42844729}" destId="{1ABDCA00-35C3-4C38-B24B-6A4247FF5A7E}" srcOrd="1" destOrd="0" presId="urn:microsoft.com/office/officeart/2008/layout/AlternatingHexagons"/>
    <dgm:cxn modelId="{9BAA942B-C6A2-42E2-9FE5-CF790D9098B8}" type="presParOf" srcId="{5966E1A6-17C4-4724-AFFB-515C42844729}" destId="{A79B078F-85CF-49CA-A716-B56C8280F941}" srcOrd="2" destOrd="0" presId="urn:microsoft.com/office/officeart/2008/layout/AlternatingHexagons"/>
    <dgm:cxn modelId="{801415C2-E16D-4364-B5F4-57E9164F665D}" type="presParOf" srcId="{5966E1A6-17C4-4724-AFFB-515C42844729}" destId="{4D232516-07A4-45AE-B54F-143FDF6FC4AF}" srcOrd="3" destOrd="0" presId="urn:microsoft.com/office/officeart/2008/layout/AlternatingHexagons"/>
    <dgm:cxn modelId="{849C6ED1-FF3E-4115-A0D5-D4FA43E2E4B8}" type="presParOf" srcId="{5966E1A6-17C4-4724-AFFB-515C42844729}" destId="{AB4DEEC2-028C-416E-B969-1FB0579CC29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российская платформа для создания и управления онлайн-школами, основанная в 2018 году.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29384C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Она позволяет запустить образовательный проект без программистов и дизайнеров.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00957B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gradFill flip="none" rotWithShape="0">
          <a:gsLst>
            <a:gs pos="0">
              <a:srgbClr val="00957B">
                <a:shade val="30000"/>
                <a:satMod val="115000"/>
              </a:srgbClr>
            </a:gs>
            <a:gs pos="50000">
              <a:srgbClr val="00957B">
                <a:shade val="67500"/>
                <a:satMod val="115000"/>
              </a:srgbClr>
            </a:gs>
            <a:gs pos="100000">
              <a:srgbClr val="00957B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это время платформа зарекомендовала себя, как удобное решение для экспертов, </a:t>
          </a:r>
          <a:r>
            <a:rPr lang="ru-RU" sz="1800" b="0" i="1" kern="1200" dirty="0" err="1" smtClean="0">
              <a:solidFill>
                <a:schemeClr val="bg1"/>
              </a:solidFill>
            </a:rPr>
            <a:t>коучей</a:t>
          </a:r>
          <a:r>
            <a:rPr lang="ru-RU" sz="1800" b="0" i="1" kern="1200" dirty="0" smtClean="0">
              <a:solidFill>
                <a:schemeClr val="bg1"/>
              </a:solidFill>
            </a:rPr>
            <a:t> и крупных образовательных компаний — от начинающих авторов до онлайн-школ с тысячами учеников.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4437" y="139206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18456"/>
        <a:ext cx="627375" cy="268876"/>
      </dsp:txXfrm>
    </dsp:sp>
    <dsp:sp modelId="{372E2EA6-9085-4392-8BCB-F3C426D3D6D2}">
      <dsp:nvSpPr>
        <dsp:cNvPr id="0" name=""/>
        <dsp:cNvSpPr/>
      </dsp:nvSpPr>
      <dsp:spPr>
        <a:xfrm rot="5400000">
          <a:off x="5883826" y="-5255602"/>
          <a:ext cx="590404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время стажировки я убедилась: то, что компания создаёт для других, она в первую очередь применяет внутри себя.</a:t>
          </a:r>
          <a:endParaRPr lang="ru-RU" sz="1800" kern="1200" dirty="0"/>
        </a:p>
      </dsp:txBody>
      <dsp:txXfrm rot="-5400000">
        <a:off x="627376" y="29669"/>
        <a:ext cx="11074485" cy="532762"/>
      </dsp:txXfrm>
    </dsp:sp>
    <dsp:sp modelId="{3FAEE70D-4A4F-4C1A-A0C5-B19BC6A86E51}">
      <dsp:nvSpPr>
        <dsp:cNvPr id="0" name=""/>
        <dsp:cNvSpPr/>
      </dsp:nvSpPr>
      <dsp:spPr>
        <a:xfrm rot="5400000">
          <a:off x="-134437" y="824115"/>
          <a:ext cx="896251" cy="627375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003365"/>
        <a:ext cx="627375" cy="268876"/>
      </dsp:txXfrm>
    </dsp:sp>
    <dsp:sp modelId="{1363078D-84ED-45E1-8FC9-AD5BA3FF4F50}">
      <dsp:nvSpPr>
        <dsp:cNvPr id="0" name=""/>
        <dsp:cNvSpPr/>
      </dsp:nvSpPr>
      <dsp:spPr>
        <a:xfrm rot="5400000">
          <a:off x="5887747" y="-4570693"/>
          <a:ext cx="582563" cy="11103306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SkillSpace — это живой пример современной образовательной среды. 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718116"/>
        <a:ext cx="11074868" cy="525687"/>
      </dsp:txXfrm>
    </dsp:sp>
    <dsp:sp modelId="{88BFAC16-D3F8-4BC5-B2FF-FEA86F7E6D7C}">
      <dsp:nvSpPr>
        <dsp:cNvPr id="0" name=""/>
        <dsp:cNvSpPr/>
      </dsp:nvSpPr>
      <dsp:spPr>
        <a:xfrm rot="5400000">
          <a:off x="-134437" y="1509024"/>
          <a:ext cx="896251" cy="627375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1688274"/>
        <a:ext cx="627375" cy="268876"/>
      </dsp:txXfrm>
    </dsp:sp>
    <dsp:sp modelId="{BA088A43-64E8-47A1-A739-E5F6EB2816BE}">
      <dsp:nvSpPr>
        <dsp:cNvPr id="0" name=""/>
        <dsp:cNvSpPr/>
      </dsp:nvSpPr>
      <dsp:spPr>
        <a:xfrm rot="5400000">
          <a:off x="5887747" y="-3885785"/>
          <a:ext cx="582563" cy="11103306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Открытая, гибкая, нацеленная на развитие — мне повезло пройти стажировку именно здесь.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7376" y="1403024"/>
        <a:ext cx="11074868" cy="525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5458" y="136684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317295"/>
        <a:ext cx="632138" cy="270916"/>
      </dsp:txXfrm>
    </dsp:sp>
    <dsp:sp modelId="{372E2EA6-9085-4392-8BCB-F3C426D3D6D2}">
      <dsp:nvSpPr>
        <dsp:cNvPr id="0" name=""/>
        <dsp:cNvSpPr/>
      </dsp:nvSpPr>
      <dsp:spPr>
        <a:xfrm rot="5400000">
          <a:off x="5887917" y="-5254553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Мы выпустили обновлённое </a:t>
          </a:r>
          <a:r>
            <a:rPr lang="ru-RU" sz="1800" b="0" i="1" kern="1200" dirty="0" err="1" smtClean="0">
              <a:solidFill>
                <a:schemeClr val="bg1"/>
              </a:solidFill>
            </a:rPr>
            <a:t>iOS</a:t>
          </a:r>
          <a:r>
            <a:rPr lang="ru-RU" sz="1800" b="0" i="1" kern="1200" dirty="0" smtClean="0">
              <a:solidFill>
                <a:schemeClr val="bg1"/>
              </a:solidFill>
            </a:rPr>
            <a:t>-приложение, улучшили раздел "Проверка заданий" и обновили интерфейс кабинета ученика.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32138" y="29880"/>
        <a:ext cx="11069889" cy="529677"/>
      </dsp:txXfrm>
    </dsp:sp>
    <dsp:sp modelId="{3FAEE70D-4A4F-4C1A-A0C5-B19BC6A86E51}">
      <dsp:nvSpPr>
        <dsp:cNvPr id="0" name=""/>
        <dsp:cNvSpPr/>
      </dsp:nvSpPr>
      <dsp:spPr>
        <a:xfrm rot="5400000">
          <a:off x="-135458" y="828396"/>
          <a:ext cx="903054" cy="632138"/>
        </a:xfrm>
        <a:prstGeom prst="chevron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009007"/>
        <a:ext cx="632138" cy="270916"/>
      </dsp:txXfrm>
    </dsp:sp>
    <dsp:sp modelId="{1363078D-84ED-45E1-8FC9-AD5BA3FF4F50}">
      <dsp:nvSpPr>
        <dsp:cNvPr id="0" name=""/>
        <dsp:cNvSpPr/>
      </dsp:nvSpPr>
      <dsp:spPr>
        <a:xfrm rot="5400000">
          <a:off x="5887917" y="-4562840"/>
          <a:ext cx="586985" cy="11098543"/>
        </a:xfrm>
        <a:prstGeom prst="round2SameRect">
          <a:avLst/>
        </a:prstGeom>
        <a:solidFill>
          <a:srgbClr val="1C8BF5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 "Проверке заданий" появились: статус "Принято" по умолчанию, </a:t>
          </a:r>
          <a:r>
            <a:rPr lang="ru-RU" sz="1800" b="0" i="1" kern="1200" dirty="0" err="1" smtClean="0">
              <a:solidFill>
                <a:schemeClr val="bg1"/>
              </a:solidFill>
            </a:rPr>
            <a:t>автоподстановка</a:t>
          </a:r>
          <a:r>
            <a:rPr lang="ru-RU" sz="1800" b="0" i="1" kern="1200" dirty="0" smtClean="0">
              <a:solidFill>
                <a:schemeClr val="bg1"/>
              </a:solidFill>
            </a:rPr>
            <a:t> баллов, отображение последнего ответа ученика и полноэкранный режим.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721593"/>
        <a:ext cx="11069889" cy="529677"/>
      </dsp:txXfrm>
    </dsp:sp>
    <dsp:sp modelId="{88BFAC16-D3F8-4BC5-B2FF-FEA86F7E6D7C}">
      <dsp:nvSpPr>
        <dsp:cNvPr id="0" name=""/>
        <dsp:cNvSpPr/>
      </dsp:nvSpPr>
      <dsp:spPr>
        <a:xfrm rot="5400000">
          <a:off x="-135458" y="1520108"/>
          <a:ext cx="903054" cy="632138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0" y="1700719"/>
        <a:ext cx="632138" cy="270916"/>
      </dsp:txXfrm>
    </dsp:sp>
    <dsp:sp modelId="{BA088A43-64E8-47A1-A739-E5F6EB2816BE}">
      <dsp:nvSpPr>
        <dsp:cNvPr id="0" name=""/>
        <dsp:cNvSpPr/>
      </dsp:nvSpPr>
      <dsp:spPr>
        <a:xfrm rot="5400000">
          <a:off x="5887917" y="-3871128"/>
          <a:ext cx="586985" cy="11098543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Все эти изменения требовали тщательного ручного тестирования, и я принимала в этом непосредственное участие.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32138" y="1413305"/>
        <a:ext cx="11069889" cy="5296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3269" y="135399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313092"/>
        <a:ext cx="621923" cy="266538"/>
      </dsp:txXfrm>
    </dsp:sp>
    <dsp:sp modelId="{372E2EA6-9085-4392-8BCB-F3C426D3D6D2}">
      <dsp:nvSpPr>
        <dsp:cNvPr id="0" name=""/>
        <dsp:cNvSpPr/>
      </dsp:nvSpPr>
      <dsp:spPr>
        <a:xfrm rot="5400000">
          <a:off x="5887552" y="-5263499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Я работала в отделе тестирования — это небольшая, но очень эффективная QA-команда из двух опытных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тестировщиков</a:t>
          </a:r>
          <a:r>
            <a:rPr lang="ru-RU" sz="1800" b="0" i="1" kern="1200" dirty="0" smtClean="0">
              <a:solidFill>
                <a:schemeClr val="bg1"/>
              </a:solidFill>
            </a:rPr>
            <a:t> и меня, стажёра.</a:t>
          </a:r>
          <a:endParaRPr lang="ru-RU" sz="1800" kern="1200" dirty="0"/>
        </a:p>
      </dsp:txBody>
      <dsp:txXfrm rot="-5400000">
        <a:off x="621924" y="30320"/>
        <a:ext cx="11080567" cy="521118"/>
      </dsp:txXfrm>
    </dsp:sp>
    <dsp:sp modelId="{3FAEE70D-4A4F-4C1A-A0C5-B19BC6A86E51}">
      <dsp:nvSpPr>
        <dsp:cNvPr id="0" name=""/>
        <dsp:cNvSpPr/>
      </dsp:nvSpPr>
      <dsp:spPr>
        <a:xfrm rot="5400000">
          <a:off x="-133269" y="811941"/>
          <a:ext cx="888461" cy="621923"/>
        </a:xfrm>
        <a:prstGeom prst="chevron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989634"/>
        <a:ext cx="621923" cy="266538"/>
      </dsp:txXfrm>
    </dsp:sp>
    <dsp:sp modelId="{1363078D-84ED-45E1-8FC9-AD5BA3FF4F50}">
      <dsp:nvSpPr>
        <dsp:cNvPr id="0" name=""/>
        <dsp:cNvSpPr/>
      </dsp:nvSpPr>
      <dsp:spPr>
        <a:xfrm rot="5400000">
          <a:off x="5887552" y="-4586957"/>
          <a:ext cx="577500" cy="11108758"/>
        </a:xfrm>
        <a:prstGeom prst="round2SameRect">
          <a:avLst/>
        </a:prstGeom>
        <a:solidFill>
          <a:srgbClr val="2BD4B6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Мои обязанности были напрямую связаны с теми крупными обновлениями, которые компания активно разрабатывала в период моей стажировки.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21924" y="706862"/>
        <a:ext cx="11080567" cy="521118"/>
      </dsp:txXfrm>
    </dsp:sp>
    <dsp:sp modelId="{88BFAC16-D3F8-4BC5-B2FF-FEA86F7E6D7C}">
      <dsp:nvSpPr>
        <dsp:cNvPr id="0" name=""/>
        <dsp:cNvSpPr/>
      </dsp:nvSpPr>
      <dsp:spPr>
        <a:xfrm rot="5400000">
          <a:off x="-133269" y="1488483"/>
          <a:ext cx="888461" cy="621923"/>
        </a:xfrm>
        <a:prstGeom prst="chevron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1" y="1666176"/>
        <a:ext cx="621923" cy="266538"/>
      </dsp:txXfrm>
    </dsp:sp>
    <dsp:sp modelId="{BA088A43-64E8-47A1-A739-E5F6EB2816BE}">
      <dsp:nvSpPr>
        <dsp:cNvPr id="0" name=""/>
        <dsp:cNvSpPr/>
      </dsp:nvSpPr>
      <dsp:spPr>
        <a:xfrm rot="5400000">
          <a:off x="5887552" y="-3910415"/>
          <a:ext cx="577500" cy="11108758"/>
        </a:xfrm>
        <a:prstGeom prst="round2SameRect">
          <a:avLst/>
        </a:prstGeom>
        <a:solidFill>
          <a:srgbClr val="1F2534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Это позволило мне не просто учиться, а сразу вносить реальный вклад в качество продукта</a:t>
          </a:r>
          <a:r>
            <a:rPr lang="ru-RU" sz="1900" b="0" i="1" kern="1200" dirty="0" smtClean="0">
              <a:solidFill>
                <a:schemeClr val="bg1"/>
              </a:solidFill>
            </a:rPr>
            <a:t>.</a:t>
          </a:r>
          <a:endParaRPr lang="ru-RU" sz="1900" kern="1200" dirty="0">
            <a:solidFill>
              <a:schemeClr val="bg1"/>
            </a:solidFill>
          </a:endParaRPr>
        </a:p>
      </dsp:txBody>
      <dsp:txXfrm rot="-5400000">
        <a:off x="621924" y="1383404"/>
        <a:ext cx="11080567" cy="5211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Команда работала по методологии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короткими двухнедельными спринтами. Процессы (тесты, баги, релизы) привязаны к этим спринтам.</a:t>
          </a:r>
          <a:r>
            <a:rPr lang="ru-RU" sz="1600" b="0" i="1" kern="1200" dirty="0" smtClean="0"/>
            <a:t> </a:t>
          </a:r>
          <a:endParaRPr lang="ru-RU" sz="16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 В начале каждого спринта мы планировали задачи, а в конце — демонстрировали готовый функционал. Такой подход позволял быстро получать обратную связь и оперативно вносить правки.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1B1E53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0" i="1" kern="1200" dirty="0" smtClean="0">
              <a:solidFill>
                <a:schemeClr val="bg1"/>
              </a:solidFill>
            </a:rPr>
            <a:t>Работа в </a:t>
          </a:r>
          <a:r>
            <a:rPr lang="ru-RU" sz="1600" b="0" i="1" kern="1200" dirty="0" err="1" smtClean="0">
              <a:solidFill>
                <a:schemeClr val="bg1"/>
              </a:solidFill>
            </a:rPr>
            <a:t>Scrum</a:t>
          </a:r>
          <a:r>
            <a:rPr lang="ru-RU" sz="1600" b="0" i="1" kern="1200" dirty="0" smtClean="0">
              <a:solidFill>
                <a:schemeClr val="bg1"/>
              </a:solidFill>
            </a:rPr>
            <a:t> и использование современных инструментов позволили мне быстро влиться в команду и эффективно тестировать даже сложные функции, такие как новые мобильные версии разделов и обновления интерфейсов.</a:t>
          </a:r>
          <a:endParaRPr lang="ru-RU" sz="16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28316" y="128316"/>
          <a:ext cx="855443" cy="598810"/>
        </a:xfrm>
        <a:prstGeom prst="chevron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/>
        </a:p>
      </dsp:txBody>
      <dsp:txXfrm rot="-5400000">
        <a:off x="1" y="299404"/>
        <a:ext cx="598810" cy="256633"/>
      </dsp:txXfrm>
    </dsp:sp>
    <dsp:sp modelId="{372E2EA6-9085-4392-8BCB-F3C426D3D6D2}">
      <dsp:nvSpPr>
        <dsp:cNvPr id="0" name=""/>
        <dsp:cNvSpPr/>
      </dsp:nvSpPr>
      <dsp:spPr>
        <a:xfrm rot="5400000">
          <a:off x="1636770" y="-1037960"/>
          <a:ext cx="556037" cy="2631958"/>
        </a:xfrm>
        <a:prstGeom prst="round2SameRect">
          <a:avLst/>
        </a:prstGeom>
        <a:gradFill flip="none" rotWithShape="0">
          <a:gsLst>
            <a:gs pos="0">
              <a:srgbClr val="1D969C">
                <a:shade val="30000"/>
                <a:satMod val="115000"/>
              </a:srgbClr>
            </a:gs>
            <a:gs pos="50000">
              <a:srgbClr val="1D969C">
                <a:shade val="67500"/>
                <a:satMod val="115000"/>
              </a:srgbClr>
            </a:gs>
            <a:gs pos="100000">
              <a:srgbClr val="1D969C">
                <a:shade val="100000"/>
                <a:satMod val="115000"/>
              </a:srgbClr>
            </a:gs>
          </a:gsLst>
          <a:lin ang="13500000" scaled="1"/>
          <a:tileRect/>
        </a:gra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i="1" kern="1200" dirty="0" smtClean="0">
              <a:solidFill>
                <a:srgbClr val="E54397"/>
              </a:solidFill>
              <a:latin typeface="Arial Black" panose="020B0A04020102020204" pitchFamily="34" charset="0"/>
            </a:rPr>
            <a:t>Любимая</a:t>
          </a:r>
          <a:endParaRPr lang="ru-RU" sz="1600" kern="1200" dirty="0">
            <a:latin typeface="Arial Black" panose="020B0A04020102020204" pitchFamily="34" charset="0"/>
          </a:endParaRPr>
        </a:p>
      </dsp:txBody>
      <dsp:txXfrm rot="-5400000">
        <a:off x="598810" y="27143"/>
        <a:ext cx="2604815" cy="5017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31334" y="131334"/>
          <a:ext cx="875565" cy="612895"/>
        </a:xfrm>
        <a:prstGeom prst="chevron">
          <a:avLst/>
        </a:prstGeom>
        <a:solidFill>
          <a:srgbClr val="1D969C"/>
        </a:solidFill>
        <a:ln w="15875" cap="flat" cmpd="sng" algn="ctr">
          <a:solidFill>
            <a:srgbClr val="D6A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700" kern="1200" dirty="0"/>
        </a:p>
      </dsp:txBody>
      <dsp:txXfrm rot="-5400000">
        <a:off x="2" y="306447"/>
        <a:ext cx="612895" cy="262670"/>
      </dsp:txXfrm>
    </dsp:sp>
    <dsp:sp modelId="{372E2EA6-9085-4392-8BCB-F3C426D3D6D2}">
      <dsp:nvSpPr>
        <dsp:cNvPr id="0" name=""/>
        <dsp:cNvSpPr/>
      </dsp:nvSpPr>
      <dsp:spPr>
        <a:xfrm rot="5400000">
          <a:off x="1637273" y="-1024378"/>
          <a:ext cx="569117" cy="2617873"/>
        </a:xfrm>
        <a:prstGeom prst="round2SameRect">
          <a:avLst/>
        </a:prstGeom>
        <a:solidFill>
          <a:srgbClr val="1D969C"/>
        </a:solidFill>
        <a:ln w="15875" cap="flat" cmpd="sng" algn="ctr">
          <a:solidFill>
            <a:srgbClr val="B794C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500" b="0" i="1" kern="1200" dirty="0" smtClean="0">
              <a:solidFill>
                <a:srgbClr val="1B1E53"/>
              </a:solidFill>
              <a:latin typeface="Arial Black" panose="020B0A04020102020204" pitchFamily="34" charset="0"/>
            </a:rPr>
            <a:t>Наименее любимая:</a:t>
          </a:r>
          <a:endParaRPr lang="ru-RU" sz="1500" kern="1200" dirty="0">
            <a:solidFill>
              <a:srgbClr val="1B1E53"/>
            </a:solidFill>
            <a:latin typeface="Arial Black" panose="020B0A04020102020204" pitchFamily="34" charset="0"/>
          </a:endParaRPr>
        </a:p>
      </dsp:txBody>
      <dsp:txXfrm rot="-5400000">
        <a:off x="612895" y="27782"/>
        <a:ext cx="2590091" cy="5135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41923-7064-4344-8CC0-51EDC480640D}">
      <dsp:nvSpPr>
        <dsp:cNvPr id="0" name=""/>
        <dsp:cNvSpPr/>
      </dsp:nvSpPr>
      <dsp:spPr>
        <a:xfrm rot="5400000">
          <a:off x="-140834" y="142288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330067"/>
        <a:ext cx="657228" cy="281669"/>
      </dsp:txXfrm>
    </dsp:sp>
    <dsp:sp modelId="{372E2EA6-9085-4392-8BCB-F3C426D3D6D2}">
      <dsp:nvSpPr>
        <dsp:cNvPr id="0" name=""/>
        <dsp:cNvSpPr/>
      </dsp:nvSpPr>
      <dsp:spPr>
        <a:xfrm rot="5400000">
          <a:off x="5888813" y="-5230131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За три месяца я получила 27 задач — тестирование новых </a:t>
          </a:r>
          <a:r>
            <a:rPr lang="ru-RU" sz="1800" b="0" i="1" kern="1200" dirty="0" err="1" smtClean="0">
              <a:solidFill>
                <a:schemeClr val="bg1"/>
              </a:solidFill>
            </a:rPr>
            <a:t>фич</a:t>
          </a:r>
          <a:r>
            <a:rPr lang="ru-RU" sz="1800" b="0" i="1" kern="1200" dirty="0" smtClean="0">
              <a:solidFill>
                <a:schemeClr val="bg1"/>
              </a:solidFill>
            </a:rPr>
            <a:t>, регресс и написание документации. 25 из них успешно закрыты, две возвращались на доработку по обратной связи ментора.</a:t>
          </a:r>
          <a:r>
            <a:rPr lang="ru-RU" sz="1800" b="0" i="1" kern="1200" dirty="0" smtClean="0"/>
            <a:t> </a:t>
          </a:r>
          <a:endParaRPr lang="ru-RU" sz="1800" kern="1200" dirty="0"/>
        </a:p>
      </dsp:txBody>
      <dsp:txXfrm rot="-5400000">
        <a:off x="657228" y="31246"/>
        <a:ext cx="11043661" cy="550699"/>
      </dsp:txXfrm>
    </dsp:sp>
    <dsp:sp modelId="{3FAEE70D-4A4F-4C1A-A0C5-B19BC6A86E51}">
      <dsp:nvSpPr>
        <dsp:cNvPr id="0" name=""/>
        <dsp:cNvSpPr/>
      </dsp:nvSpPr>
      <dsp:spPr>
        <a:xfrm rot="5400000">
          <a:off x="-140834" y="871673"/>
          <a:ext cx="938897" cy="657228"/>
        </a:xfrm>
        <a:prstGeom prst="chevron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059452"/>
        <a:ext cx="657228" cy="281669"/>
      </dsp:txXfrm>
    </dsp:sp>
    <dsp:sp modelId="{1363078D-84ED-45E1-8FC9-AD5BA3FF4F50}">
      <dsp:nvSpPr>
        <dsp:cNvPr id="0" name=""/>
        <dsp:cNvSpPr/>
      </dsp:nvSpPr>
      <dsp:spPr>
        <a:xfrm rot="5400000">
          <a:off x="5888813" y="-4500745"/>
          <a:ext cx="610283" cy="11073453"/>
        </a:xfrm>
        <a:prstGeom prst="round2SameRect">
          <a:avLst/>
        </a:prstGeom>
        <a:solidFill>
          <a:srgbClr val="141822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 Среднее время на задачу — около шести с половиной часов. Всего я оформила 31 баг-репорт и написала 42 тест-кейса. 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760632"/>
        <a:ext cx="11043661" cy="550699"/>
      </dsp:txXfrm>
    </dsp:sp>
    <dsp:sp modelId="{88BFAC16-D3F8-4BC5-B2FF-FEA86F7E6D7C}">
      <dsp:nvSpPr>
        <dsp:cNvPr id="0" name=""/>
        <dsp:cNvSpPr/>
      </dsp:nvSpPr>
      <dsp:spPr>
        <a:xfrm rot="5400000">
          <a:off x="-140834" y="1601059"/>
          <a:ext cx="938897" cy="657228"/>
        </a:xfrm>
        <a:prstGeom prst="chevron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 rot="-5400000">
        <a:off x="1" y="1788838"/>
        <a:ext cx="657228" cy="281669"/>
      </dsp:txXfrm>
    </dsp:sp>
    <dsp:sp modelId="{BA088A43-64E8-47A1-A739-E5F6EB2816BE}">
      <dsp:nvSpPr>
        <dsp:cNvPr id="0" name=""/>
        <dsp:cNvSpPr/>
      </dsp:nvSpPr>
      <dsp:spPr>
        <a:xfrm rot="5400000">
          <a:off x="5888813" y="-3771360"/>
          <a:ext cx="610283" cy="11073453"/>
        </a:xfrm>
        <a:prstGeom prst="round2SameRect">
          <a:avLst/>
        </a:prstGeom>
        <a:solidFill>
          <a:srgbClr val="316D6F"/>
        </a:solidFill>
        <a:ln w="28575" cap="flat" cmpd="sng" algn="ctr">
          <a:solidFill>
            <a:srgbClr val="EBEBE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0" i="1" kern="1200" dirty="0" smtClean="0">
              <a:solidFill>
                <a:schemeClr val="bg1"/>
              </a:solidFill>
            </a:rPr>
            <a:t>При моей 20-часовой рабочей неделе это комфортный темп, который позволял не гнаться за количеством, а вдумчиво разбираться в каждой задаче.</a:t>
          </a:r>
          <a:endParaRPr lang="ru-RU" sz="1800" kern="1200" dirty="0">
            <a:solidFill>
              <a:schemeClr val="bg1"/>
            </a:solidFill>
          </a:endParaRPr>
        </a:p>
      </dsp:txBody>
      <dsp:txXfrm rot="-5400000">
        <a:off x="657228" y="1490017"/>
        <a:ext cx="11043661" cy="5506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86C69-6636-401A-9563-A5540A41F369}">
      <dsp:nvSpPr>
        <dsp:cNvPr id="0" name=""/>
        <dsp:cNvSpPr/>
      </dsp:nvSpPr>
      <dsp:spPr>
        <a:xfrm rot="5400000">
          <a:off x="2936284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7C7B7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00B050"/>
              </a:solidFill>
              <a:latin typeface="+mj-lt"/>
            </a:rPr>
            <a:t>25</a:t>
          </a:r>
          <a:r>
            <a:rPr lang="ru-RU" sz="2200" b="0" i="0" kern="1200" dirty="0" smtClean="0">
              <a:latin typeface="+mj-lt"/>
            </a:rPr>
            <a:t> </a:t>
          </a:r>
          <a:r>
            <a:rPr lang="ru-RU" sz="1200" b="0" i="0" kern="1200" dirty="0" smtClean="0">
              <a:latin typeface="+mj-lt"/>
            </a:rPr>
            <a:t>Успешно</a:t>
          </a:r>
          <a:endParaRPr lang="ru-RU" sz="1200" b="0" kern="1200" dirty="0">
            <a:latin typeface="+mj-lt"/>
          </a:endParaRPr>
        </a:p>
      </dsp:txBody>
      <dsp:txXfrm rot="-5400000">
        <a:off x="3212903" y="256191"/>
        <a:ext cx="825892" cy="949301"/>
      </dsp:txXfrm>
    </dsp:sp>
    <dsp:sp modelId="{C48C0C6A-55C5-46F6-8737-B7E8B12CAC63}">
      <dsp:nvSpPr>
        <dsp:cNvPr id="0" name=""/>
        <dsp:cNvSpPr/>
      </dsp:nvSpPr>
      <dsp:spPr>
        <a:xfrm>
          <a:off x="4830200" y="278211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7F267E-27E5-4B37-B157-79D909955215}">
      <dsp:nvSpPr>
        <dsp:cNvPr id="0" name=""/>
        <dsp:cNvSpPr/>
      </dsp:nvSpPr>
      <dsp:spPr>
        <a:xfrm rot="5400000">
          <a:off x="1646835" y="130919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D979D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kern="1200" dirty="0" smtClean="0">
              <a:solidFill>
                <a:srgbClr val="C00000"/>
              </a:solidFill>
              <a:latin typeface="+mj-lt"/>
            </a:rPr>
            <a:t>27</a:t>
          </a:r>
          <a:r>
            <a:rPr lang="ru-RU" sz="2200" b="1" kern="1200" dirty="0" smtClean="0">
              <a:solidFill>
                <a:srgbClr val="C00000"/>
              </a:solidFill>
            </a:rPr>
            <a:t> </a:t>
          </a:r>
          <a:r>
            <a:rPr lang="ru-RU" sz="2200" kern="1200" dirty="0" smtClean="0">
              <a:latin typeface="+mj-lt"/>
            </a:rPr>
            <a:t>Всего задач</a:t>
          </a:r>
          <a:endParaRPr lang="ru-RU" sz="2200" kern="1200" dirty="0">
            <a:latin typeface="+mj-lt"/>
          </a:endParaRPr>
        </a:p>
      </dsp:txBody>
      <dsp:txXfrm rot="-5400000">
        <a:off x="1923454" y="256191"/>
        <a:ext cx="825892" cy="949301"/>
      </dsp:txXfrm>
    </dsp:sp>
    <dsp:sp modelId="{C206A153-8571-47D2-8414-85E98CE81B48}">
      <dsp:nvSpPr>
        <dsp:cNvPr id="0" name=""/>
        <dsp:cNvSpPr/>
      </dsp:nvSpPr>
      <dsp:spPr>
        <a:xfrm rot="5400000">
          <a:off x="4797485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93A998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i="0" kern="1200" dirty="0" smtClean="0">
              <a:solidFill>
                <a:srgbClr val="7030A0"/>
              </a:solidFill>
              <a:latin typeface="Arial Black" panose="020B0A04020102020204" pitchFamily="34" charset="0"/>
            </a:rPr>
            <a:t>42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i="0" kern="1200" dirty="0" smtClean="0">
              <a:latin typeface="+mj-lt"/>
            </a:rPr>
            <a:t>Тест-кейса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 dirty="0"/>
        </a:p>
      </dsp:txBody>
      <dsp:txXfrm rot="-5400000">
        <a:off x="5074104" y="1447403"/>
        <a:ext cx="825892" cy="949301"/>
      </dsp:txXfrm>
    </dsp:sp>
    <dsp:sp modelId="{A242E729-D2D7-43A6-9EAE-D84FEF9993C2}">
      <dsp:nvSpPr>
        <dsp:cNvPr id="0" name=""/>
        <dsp:cNvSpPr/>
      </dsp:nvSpPr>
      <dsp:spPr>
        <a:xfrm>
          <a:off x="1404437" y="1448818"/>
          <a:ext cx="1489462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CFC34-1E9E-4368-896B-CB599E50CF58}">
      <dsp:nvSpPr>
        <dsp:cNvPr id="0" name=""/>
        <dsp:cNvSpPr/>
      </dsp:nvSpPr>
      <dsp:spPr>
        <a:xfrm rot="5400000">
          <a:off x="23071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2000" b="1" i="0" kern="1200" dirty="0" smtClean="0">
              <a:solidFill>
                <a:srgbClr val="FFFF00"/>
              </a:solidFill>
              <a:latin typeface="+mj-lt"/>
            </a:rPr>
            <a:t>~6,5 ч</a:t>
          </a:r>
          <a:endParaRPr lang="ru-RU" sz="2000" kern="1200" dirty="0" smtClean="0">
            <a:solidFill>
              <a:srgbClr val="FFFF00"/>
            </a:solidFill>
            <a:latin typeface="+mj-lt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40"/>
            </a:spcAft>
          </a:pPr>
          <a:r>
            <a:rPr lang="ru-RU" sz="1700" b="1" i="0" kern="1200" dirty="0" smtClean="0">
              <a:latin typeface="+mj-lt"/>
            </a:rPr>
            <a:t>Среднее время</a:t>
          </a:r>
          <a:endParaRPr lang="ru-RU" sz="1700" kern="1200" dirty="0">
            <a:latin typeface="+mj-lt"/>
          </a:endParaRPr>
        </a:p>
      </dsp:txBody>
      <dsp:txXfrm rot="-5400000">
        <a:off x="2583742" y="1447403"/>
        <a:ext cx="825892" cy="949301"/>
      </dsp:txXfrm>
    </dsp:sp>
    <dsp:sp modelId="{4C3382F2-178B-46EF-91C1-50D3700AF551}">
      <dsp:nvSpPr>
        <dsp:cNvPr id="0" name=""/>
        <dsp:cNvSpPr/>
      </dsp:nvSpPr>
      <dsp:spPr>
        <a:xfrm rot="5400000">
          <a:off x="4211995" y="107998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19626A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b="1" i="0" kern="1200" dirty="0" smtClean="0">
              <a:solidFill>
                <a:srgbClr val="00B0F0"/>
              </a:solidFill>
              <a:latin typeface="Arial Black" panose="020B0A04020102020204" pitchFamily="34" charset="0"/>
            </a:rPr>
            <a:t>2</a:t>
          </a:r>
          <a:r>
            <a:rPr lang="ru-RU" sz="1200" b="1" i="0" kern="1200" dirty="0" smtClean="0">
              <a:solidFill>
                <a:srgbClr val="00B0F0"/>
              </a:solidFill>
            </a:rPr>
            <a:t> </a:t>
          </a:r>
          <a:r>
            <a:rPr lang="ru-RU" sz="1200" b="1" i="0" kern="1200" dirty="0" smtClean="0"/>
            <a:t>              </a:t>
          </a:r>
          <a:r>
            <a:rPr lang="ru-RU" sz="900" b="1" i="0" kern="1200" dirty="0" smtClean="0">
              <a:latin typeface="Arial Black" panose="020B0A04020102020204" pitchFamily="34" charset="0"/>
            </a:rPr>
            <a:t>На доработку</a:t>
          </a:r>
          <a:endParaRPr lang="ru-RU" sz="1200" kern="1200" dirty="0">
            <a:latin typeface="Arial Black" panose="020B0A04020102020204" pitchFamily="34" charset="0"/>
          </a:endParaRPr>
        </a:p>
      </dsp:txBody>
      <dsp:txXfrm rot="-5400000">
        <a:off x="4488614" y="233270"/>
        <a:ext cx="825892" cy="949301"/>
      </dsp:txXfrm>
    </dsp:sp>
    <dsp:sp modelId="{D660E6F7-6513-4976-96E2-0D583297B350}">
      <dsp:nvSpPr>
        <dsp:cNvPr id="0" name=""/>
        <dsp:cNvSpPr/>
      </dsp:nvSpPr>
      <dsp:spPr>
        <a:xfrm>
          <a:off x="4830200" y="2619425"/>
          <a:ext cx="1539111" cy="82747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45920-B526-40AD-8E23-ECD08D67C17F}">
      <dsp:nvSpPr>
        <dsp:cNvPr id="0" name=""/>
        <dsp:cNvSpPr/>
      </dsp:nvSpPr>
      <dsp:spPr>
        <a:xfrm rot="5400000">
          <a:off x="3560923" y="1322131"/>
          <a:ext cx="1379131" cy="1199844"/>
        </a:xfrm>
        <a:prstGeom prst="hexagon">
          <a:avLst>
            <a:gd name="adj" fmla="val 25000"/>
            <a:gd name="vf" fmla="val 115470"/>
          </a:avLst>
        </a:prstGeom>
        <a:solidFill>
          <a:srgbClr val="27768E"/>
        </a:solidFill>
        <a:ln w="28575" cap="flat" cmpd="sng" algn="ctr">
          <a:solidFill>
            <a:srgbClr val="EBEBEB"/>
          </a:solidFill>
          <a:prstDash val="solid"/>
        </a:ln>
        <a:effectLst/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>
              <a:solidFill>
                <a:srgbClr val="FF0000"/>
              </a:solidFill>
              <a:latin typeface="Arial Black" panose="020B0A04020102020204" pitchFamily="34" charset="0"/>
            </a:rPr>
            <a:t>31</a:t>
          </a:r>
          <a:endParaRPr lang="en-US" sz="2000" kern="1200" dirty="0" smtClean="0">
            <a:solidFill>
              <a:srgbClr val="FF0000"/>
            </a:solidFill>
            <a:latin typeface="Arial Black" panose="020B0A04020102020204" pitchFamily="34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424"/>
            </a:spcAft>
          </a:pPr>
          <a:r>
            <a:rPr lang="ru-RU" sz="2000" kern="1200" dirty="0" smtClean="0"/>
            <a:t> </a:t>
          </a:r>
          <a:r>
            <a:rPr lang="ru-RU" sz="2000" kern="1200" dirty="0" smtClean="0">
              <a:latin typeface="+mj-lt"/>
            </a:rPr>
            <a:t>Баг-репорт</a:t>
          </a:r>
          <a:endParaRPr lang="ru-RU" sz="2000" kern="1200" dirty="0">
            <a:latin typeface="+mj-lt"/>
          </a:endParaRPr>
        </a:p>
      </dsp:txBody>
      <dsp:txXfrm rot="-5400000">
        <a:off x="3837542" y="1447403"/>
        <a:ext cx="825892" cy="9493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2B456-82E9-4478-B1CD-8DFD715C3ACF}">
      <dsp:nvSpPr>
        <dsp:cNvPr id="0" name=""/>
        <dsp:cNvSpPr/>
      </dsp:nvSpPr>
      <dsp:spPr>
        <a:xfrm rot="5400000">
          <a:off x="2109778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 smtClean="0"/>
            <a:t>42</a:t>
          </a:r>
          <a:endParaRPr lang="ru-RU" sz="3500" b="1" kern="1200" dirty="0"/>
        </a:p>
      </dsp:txBody>
      <dsp:txXfrm rot="-5400000">
        <a:off x="2357728" y="194165"/>
        <a:ext cx="740296" cy="850916"/>
      </dsp:txXfrm>
    </dsp:sp>
    <dsp:sp modelId="{9D4656B0-0352-4D1B-A844-1F7E1286F4CD}">
      <dsp:nvSpPr>
        <dsp:cNvPr id="0" name=""/>
        <dsp:cNvSpPr/>
      </dsp:nvSpPr>
      <dsp:spPr>
        <a:xfrm>
          <a:off x="3298257" y="248765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FFFF05"/>
              </a:solidFill>
              <a:latin typeface="+mj-lt"/>
            </a:rPr>
            <a:t>Тест-кейса</a:t>
          </a:r>
          <a:endParaRPr lang="ru-RU" sz="2000" b="1" kern="1200" dirty="0">
            <a:solidFill>
              <a:srgbClr val="FFFF05"/>
            </a:solidFill>
            <a:latin typeface="+mj-lt"/>
          </a:endParaRPr>
        </a:p>
      </dsp:txBody>
      <dsp:txXfrm>
        <a:off x="3298257" y="248765"/>
        <a:ext cx="1379595" cy="741717"/>
      </dsp:txXfrm>
    </dsp:sp>
    <dsp:sp modelId="{1A2CA39E-1A25-4973-9594-BA4E7B74895D}">
      <dsp:nvSpPr>
        <dsp:cNvPr id="0" name=""/>
        <dsp:cNvSpPr/>
      </dsp:nvSpPr>
      <dsp:spPr>
        <a:xfrm rot="5400000">
          <a:off x="948247" y="81878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246813"/>
            <a:satOff val="-4334"/>
            <a:lumOff val="-78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 dirty="0"/>
        </a:p>
      </dsp:txBody>
      <dsp:txXfrm rot="-5400000">
        <a:off x="1196197" y="194165"/>
        <a:ext cx="740296" cy="850916"/>
      </dsp:txXfrm>
    </dsp:sp>
    <dsp:sp modelId="{EEF993AD-2091-4F56-91C9-D05E6E0FC9F0}">
      <dsp:nvSpPr>
        <dsp:cNvPr id="0" name=""/>
        <dsp:cNvSpPr/>
      </dsp:nvSpPr>
      <dsp:spPr>
        <a:xfrm rot="5400000">
          <a:off x="1526787" y="1131162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493625"/>
            <a:satOff val="-8668"/>
            <a:lumOff val="-157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b="1" kern="1200" dirty="0" smtClean="0"/>
            <a:t>31</a:t>
          </a:r>
          <a:endParaRPr lang="ru-RU" sz="3500" b="1" kern="1200" dirty="0"/>
        </a:p>
      </dsp:txBody>
      <dsp:txXfrm rot="-5400000">
        <a:off x="1774737" y="1243449"/>
        <a:ext cx="740296" cy="850916"/>
      </dsp:txXfrm>
    </dsp:sp>
    <dsp:sp modelId="{BA1DAFC3-053D-4E0B-B53F-C2506233DC77}">
      <dsp:nvSpPr>
        <dsp:cNvPr id="0" name=""/>
        <dsp:cNvSpPr/>
      </dsp:nvSpPr>
      <dsp:spPr>
        <a:xfrm>
          <a:off x="227545" y="1298049"/>
          <a:ext cx="1335092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>
              <a:solidFill>
                <a:srgbClr val="22B9F2"/>
              </a:solidFill>
            </a:rPr>
            <a:t>Баг-репорт</a:t>
          </a:r>
          <a:endParaRPr lang="ru-RU" sz="2000" b="1" kern="1200" dirty="0">
            <a:solidFill>
              <a:srgbClr val="22B9F2"/>
            </a:solidFill>
          </a:endParaRPr>
        </a:p>
      </dsp:txBody>
      <dsp:txXfrm>
        <a:off x="227545" y="1298049"/>
        <a:ext cx="1335092" cy="741717"/>
      </dsp:txXfrm>
    </dsp:sp>
    <dsp:sp modelId="{6D646362-7C38-4270-83F9-0692D0FFEAEB}">
      <dsp:nvSpPr>
        <dsp:cNvPr id="0" name=""/>
        <dsp:cNvSpPr/>
      </dsp:nvSpPr>
      <dsp:spPr>
        <a:xfrm rot="5400000">
          <a:off x="2693050" y="112050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740438"/>
            <a:satOff val="-13003"/>
            <a:lumOff val="-235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2941000" y="1232793"/>
        <a:ext cx="740296" cy="850916"/>
      </dsp:txXfrm>
    </dsp:sp>
    <dsp:sp modelId="{1B03DA56-E047-4807-A89E-5DA0EBBABE34}">
      <dsp:nvSpPr>
        <dsp:cNvPr id="0" name=""/>
        <dsp:cNvSpPr/>
      </dsp:nvSpPr>
      <dsp:spPr>
        <a:xfrm rot="5400000">
          <a:off x="2109778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987251"/>
            <a:satOff val="-17337"/>
            <a:lumOff val="-314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  <a:sp3d extrusionH="28000" prstMaterial="matte"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2</a:t>
          </a:r>
          <a:endParaRPr lang="ru-RU" sz="3500" kern="1200" dirty="0"/>
        </a:p>
      </dsp:txBody>
      <dsp:txXfrm rot="-5400000">
        <a:off x="2357728" y="2292733"/>
        <a:ext cx="740296" cy="850916"/>
      </dsp:txXfrm>
    </dsp:sp>
    <dsp:sp modelId="{1ABDCA00-35C3-4C38-B24B-6A4247FF5A7E}">
      <dsp:nvSpPr>
        <dsp:cNvPr id="0" name=""/>
        <dsp:cNvSpPr/>
      </dsp:nvSpPr>
      <dsp:spPr>
        <a:xfrm>
          <a:off x="3298257" y="2347332"/>
          <a:ext cx="1379595" cy="741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  <a:sp3d extrusionH="28000" prstMaterial="matte"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solidFill>
                <a:srgbClr val="48B9B3"/>
              </a:solidFill>
              <a:latin typeface="+mj-lt"/>
            </a:rPr>
            <a:t>Релиза</a:t>
          </a:r>
          <a:endParaRPr lang="ru-RU" sz="2000" kern="1200" dirty="0">
            <a:solidFill>
              <a:srgbClr val="48B9B3"/>
            </a:solidFill>
            <a:latin typeface="+mj-lt"/>
          </a:endParaRPr>
        </a:p>
      </dsp:txBody>
      <dsp:txXfrm>
        <a:off x="3298257" y="2347332"/>
        <a:ext cx="1379595" cy="741717"/>
      </dsp:txXfrm>
    </dsp:sp>
    <dsp:sp modelId="{AB4DEEC2-028C-416E-B969-1FB0579CC29D}">
      <dsp:nvSpPr>
        <dsp:cNvPr id="0" name=""/>
        <dsp:cNvSpPr/>
      </dsp:nvSpPr>
      <dsp:spPr>
        <a:xfrm rot="5400000">
          <a:off x="948247" y="2180446"/>
          <a:ext cx="1236196" cy="107549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-1234063"/>
            <a:satOff val="-21671"/>
            <a:lumOff val="-392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  <a:sp3d extrusionH="28000" prstMaterial="matte"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 rot="-5400000">
        <a:off x="1196197" y="2292733"/>
        <a:ext cx="740296" cy="8509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E2833C-BE82-4A7C-95A5-05EE92016B5B}" type="datetime1">
              <a:rPr lang="ru-RU" smtClean="0"/>
              <a:t>15.07.2026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B202-C390-493D-8D1F-E22209051E94}" type="datetime1">
              <a:rPr lang="ru-RU" smtClean="0"/>
              <a:pPr/>
              <a:t>15.07.2026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FDDBACE-0F8F-43FD-98F0-DEE13552DA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FDDBACE-0F8F-43FD-98F0-DEE13552DADA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886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138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793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5994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56612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90292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2679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7908610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sp>
        <p:nvSpPr>
          <p:cNvPr id="9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7580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0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1442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599955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579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Титульны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EA43BE58-813F-4D03-87F1-5A7708ED6326}"/>
              </a:ext>
            </a:extLst>
          </p:cNvPr>
          <p:cNvSpPr/>
          <p:nvPr userDrawn="1"/>
        </p:nvSpPr>
        <p:spPr>
          <a:xfrm rot="10800000">
            <a:off x="242195" y="54131"/>
            <a:ext cx="6839968" cy="674973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820DE84E-DA13-4173-AAC9-86C27FFB14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2512" y="842713"/>
            <a:ext cx="5039333" cy="5172574"/>
          </a:xfrm>
          <a:custGeom>
            <a:avLst/>
            <a:gdLst>
              <a:gd name="connsiteX0" fmla="*/ 4728104 w 5039333"/>
              <a:gd name="connsiteY0" fmla="*/ 1561505 h 5172574"/>
              <a:gd name="connsiteX1" fmla="*/ 4729866 w 5039333"/>
              <a:gd name="connsiteY1" fmla="*/ 1561505 h 5172574"/>
              <a:gd name="connsiteX2" fmla="*/ 4765132 w 5039333"/>
              <a:gd name="connsiteY2" fmla="*/ 1646143 h 5172574"/>
              <a:gd name="connsiteX3" fmla="*/ 4728104 w 5039333"/>
              <a:gd name="connsiteY3" fmla="*/ 1561505 h 5172574"/>
              <a:gd name="connsiteX4" fmla="*/ 4888651 w 5039333"/>
              <a:gd name="connsiteY4" fmla="*/ 1542826 h 5172574"/>
              <a:gd name="connsiteX5" fmla="*/ 4889224 w 5039333"/>
              <a:gd name="connsiteY5" fmla="*/ 1544092 h 5172574"/>
              <a:gd name="connsiteX6" fmla="*/ 4907960 w 5039333"/>
              <a:gd name="connsiteY6" fmla="*/ 1589717 h 5172574"/>
              <a:gd name="connsiteX7" fmla="*/ 4869167 w 5039333"/>
              <a:gd name="connsiteY7" fmla="*/ 1499790 h 5172574"/>
              <a:gd name="connsiteX8" fmla="*/ 4870930 w 5039333"/>
              <a:gd name="connsiteY8" fmla="*/ 1499790 h 5172574"/>
              <a:gd name="connsiteX9" fmla="*/ 4888651 w 5039333"/>
              <a:gd name="connsiteY9" fmla="*/ 1542826 h 5172574"/>
              <a:gd name="connsiteX10" fmla="*/ 4583190 w 5039333"/>
              <a:gd name="connsiteY10" fmla="*/ 1291357 h 5172574"/>
              <a:gd name="connsiteX11" fmla="*/ 4608198 w 5039333"/>
              <a:gd name="connsiteY11" fmla="*/ 1328750 h 5172574"/>
              <a:gd name="connsiteX12" fmla="*/ 4606436 w 5039333"/>
              <a:gd name="connsiteY12" fmla="*/ 1328750 h 5172574"/>
              <a:gd name="connsiteX13" fmla="*/ 4526081 w 5039333"/>
              <a:gd name="connsiteY13" fmla="*/ 1205962 h 5172574"/>
              <a:gd name="connsiteX14" fmla="*/ 4544719 w 5039333"/>
              <a:gd name="connsiteY14" fmla="*/ 1231768 h 5172574"/>
              <a:gd name="connsiteX15" fmla="*/ 4565879 w 5039333"/>
              <a:gd name="connsiteY15" fmla="*/ 1263507 h 5172574"/>
              <a:gd name="connsiteX16" fmla="*/ 4583190 w 5039333"/>
              <a:gd name="connsiteY16" fmla="*/ 1291357 h 5172574"/>
              <a:gd name="connsiteX17" fmla="*/ 707794 w 5039333"/>
              <a:gd name="connsiteY17" fmla="*/ 1046623 h 5172574"/>
              <a:gd name="connsiteX18" fmla="*/ 672528 w 5039333"/>
              <a:gd name="connsiteY18" fmla="*/ 1110102 h 5172574"/>
              <a:gd name="connsiteX19" fmla="*/ 639027 w 5039333"/>
              <a:gd name="connsiteY19" fmla="*/ 1177107 h 5172574"/>
              <a:gd name="connsiteX20" fmla="*/ 623156 w 5039333"/>
              <a:gd name="connsiteY20" fmla="*/ 1210608 h 5172574"/>
              <a:gd name="connsiteX21" fmla="*/ 607288 w 5039333"/>
              <a:gd name="connsiteY21" fmla="*/ 1244112 h 5172574"/>
              <a:gd name="connsiteX22" fmla="*/ 577311 w 5039333"/>
              <a:gd name="connsiteY22" fmla="*/ 1312879 h 5172574"/>
              <a:gd name="connsiteX23" fmla="*/ 249338 w 5039333"/>
              <a:gd name="connsiteY23" fmla="*/ 2272111 h 5172574"/>
              <a:gd name="connsiteX24" fmla="*/ 245812 w 5039333"/>
              <a:gd name="connsiteY24" fmla="*/ 2781703 h 5172574"/>
              <a:gd name="connsiteX25" fmla="*/ 351609 w 5039333"/>
              <a:gd name="connsiteY25" fmla="*/ 3280714 h 5172574"/>
              <a:gd name="connsiteX26" fmla="*/ 868255 w 5039333"/>
              <a:gd name="connsiteY26" fmla="*/ 4151780 h 5172574"/>
              <a:gd name="connsiteX27" fmla="*/ 1702292 w 5039333"/>
              <a:gd name="connsiteY27" fmla="*/ 4726614 h 5172574"/>
              <a:gd name="connsiteX28" fmla="*/ 2700317 w 5039333"/>
              <a:gd name="connsiteY28" fmla="*/ 4897654 h 5172574"/>
              <a:gd name="connsiteX29" fmla="*/ 3678944 w 5039333"/>
              <a:gd name="connsiteY29" fmla="*/ 4634923 h 5172574"/>
              <a:gd name="connsiteX30" fmla="*/ 4456557 w 5039333"/>
              <a:gd name="connsiteY30" fmla="*/ 3986031 h 5172574"/>
              <a:gd name="connsiteX31" fmla="*/ 4892089 w 5039333"/>
              <a:gd name="connsiteY31" fmla="*/ 3070883 h 5172574"/>
              <a:gd name="connsiteX32" fmla="*/ 4960857 w 5039333"/>
              <a:gd name="connsiteY32" fmla="*/ 3289531 h 5172574"/>
              <a:gd name="connsiteX33" fmla="*/ 4410711 w 5039333"/>
              <a:gd name="connsiteY33" fmla="*/ 4217023 h 5172574"/>
              <a:gd name="connsiteX34" fmla="*/ 3523774 w 5039333"/>
              <a:gd name="connsiteY34" fmla="*/ 4821832 h 5172574"/>
              <a:gd name="connsiteX35" fmla="*/ 2467560 w 5039333"/>
              <a:gd name="connsiteY35" fmla="*/ 4992872 h 5172574"/>
              <a:gd name="connsiteX36" fmla="*/ 1443088 w 5039333"/>
              <a:gd name="connsiteY36" fmla="*/ 4700165 h 5172574"/>
              <a:gd name="connsiteX37" fmla="*/ 642553 w 5039333"/>
              <a:gd name="connsiteY37" fmla="*/ 4003664 h 5172574"/>
              <a:gd name="connsiteX38" fmla="*/ 215837 w 5039333"/>
              <a:gd name="connsiteY38" fmla="*/ 3037380 h 5172574"/>
              <a:gd name="connsiteX39" fmla="*/ 240523 w 5039333"/>
              <a:gd name="connsiteY39" fmla="*/ 1984695 h 5172574"/>
              <a:gd name="connsiteX40" fmla="*/ 422141 w 5039333"/>
              <a:gd name="connsiteY40" fmla="*/ 1489209 h 5172574"/>
              <a:gd name="connsiteX41" fmla="*/ 707794 w 5039333"/>
              <a:gd name="connsiteY41" fmla="*/ 1046623 h 5172574"/>
              <a:gd name="connsiteX42" fmla="*/ 4497112 w 5039333"/>
              <a:gd name="connsiteY42" fmla="*/ 916139 h 5172574"/>
              <a:gd name="connsiteX43" fmla="*/ 4507691 w 5039333"/>
              <a:gd name="connsiteY43" fmla="*/ 921428 h 5172574"/>
              <a:gd name="connsiteX44" fmla="*/ 4520033 w 5039333"/>
              <a:gd name="connsiteY44" fmla="*/ 928482 h 5172574"/>
              <a:gd name="connsiteX45" fmla="*/ 4569406 w 5039333"/>
              <a:gd name="connsiteY45" fmla="*/ 990198 h 5172574"/>
              <a:gd name="connsiteX46" fmla="*/ 4617015 w 5039333"/>
              <a:gd name="connsiteY46" fmla="*/ 1053676 h 5172574"/>
              <a:gd name="connsiteX47" fmla="*/ 4676967 w 5039333"/>
              <a:gd name="connsiteY47" fmla="*/ 1141841 h 5172574"/>
              <a:gd name="connsiteX48" fmla="*/ 4747499 w 5039333"/>
              <a:gd name="connsiteY48" fmla="*/ 1256454 h 5172574"/>
              <a:gd name="connsiteX49" fmla="*/ 4781001 w 5039333"/>
              <a:gd name="connsiteY49" fmla="*/ 1316406 h 5172574"/>
              <a:gd name="connsiteX50" fmla="*/ 4796871 w 5039333"/>
              <a:gd name="connsiteY50" fmla="*/ 1346383 h 5172574"/>
              <a:gd name="connsiteX51" fmla="*/ 4810978 w 5039333"/>
              <a:gd name="connsiteY51" fmla="*/ 1376358 h 5172574"/>
              <a:gd name="connsiteX52" fmla="*/ 4807451 w 5039333"/>
              <a:gd name="connsiteY52" fmla="*/ 1374596 h 5172574"/>
              <a:gd name="connsiteX53" fmla="*/ 4773948 w 5039333"/>
              <a:gd name="connsiteY53" fmla="*/ 1312879 h 5172574"/>
              <a:gd name="connsiteX54" fmla="*/ 4738682 w 5039333"/>
              <a:gd name="connsiteY54" fmla="*/ 1251165 h 5172574"/>
              <a:gd name="connsiteX55" fmla="*/ 4662861 w 5039333"/>
              <a:gd name="connsiteY55" fmla="*/ 1131261 h 5172574"/>
              <a:gd name="connsiteX56" fmla="*/ 4602909 w 5039333"/>
              <a:gd name="connsiteY56" fmla="*/ 1048386 h 5172574"/>
              <a:gd name="connsiteX57" fmla="*/ 4551773 w 5039333"/>
              <a:gd name="connsiteY57" fmla="*/ 981380 h 5172574"/>
              <a:gd name="connsiteX58" fmla="*/ 4525324 w 5039333"/>
              <a:gd name="connsiteY58" fmla="*/ 947879 h 5172574"/>
              <a:gd name="connsiteX59" fmla="*/ 4222038 w 5039333"/>
              <a:gd name="connsiteY59" fmla="*/ 849134 h 5172574"/>
              <a:gd name="connsiteX60" fmla="*/ 4252013 w 5039333"/>
              <a:gd name="connsiteY60" fmla="*/ 861476 h 5172574"/>
              <a:gd name="connsiteX61" fmla="*/ 4443991 w 5039333"/>
              <a:gd name="connsiteY61" fmla="*/ 1083211 h 5172574"/>
              <a:gd name="connsiteX62" fmla="*/ 4526081 w 5039333"/>
              <a:gd name="connsiteY62" fmla="*/ 1205962 h 5172574"/>
              <a:gd name="connsiteX63" fmla="*/ 4521798 w 5039333"/>
              <a:gd name="connsiteY63" fmla="*/ 1200029 h 5172574"/>
              <a:gd name="connsiteX64" fmla="*/ 4477714 w 5039333"/>
              <a:gd name="connsiteY64" fmla="*/ 1136550 h 5172574"/>
              <a:gd name="connsiteX65" fmla="*/ 4430106 w 5039333"/>
              <a:gd name="connsiteY65" fmla="*/ 1076598 h 5172574"/>
              <a:gd name="connsiteX66" fmla="*/ 4405420 w 5039333"/>
              <a:gd name="connsiteY66" fmla="*/ 1046623 h 5172574"/>
              <a:gd name="connsiteX67" fmla="*/ 4380734 w 5039333"/>
              <a:gd name="connsiteY67" fmla="*/ 1016646 h 5172574"/>
              <a:gd name="connsiteX68" fmla="*/ 4329598 w 5039333"/>
              <a:gd name="connsiteY68" fmla="*/ 958459 h 5172574"/>
              <a:gd name="connsiteX69" fmla="*/ 4222038 w 5039333"/>
              <a:gd name="connsiteY69" fmla="*/ 849134 h 5172574"/>
              <a:gd name="connsiteX70" fmla="*/ 2590993 w 5039333"/>
              <a:gd name="connsiteY70" fmla="*/ 284881 h 5172574"/>
              <a:gd name="connsiteX71" fmla="*/ 4848008 w 5039333"/>
              <a:gd name="connsiteY71" fmla="*/ 2541895 h 5172574"/>
              <a:gd name="connsiteX72" fmla="*/ 4836356 w 5039333"/>
              <a:gd name="connsiteY72" fmla="*/ 2772662 h 5172574"/>
              <a:gd name="connsiteX73" fmla="*/ 4805702 w 5039333"/>
              <a:gd name="connsiteY73" fmla="*/ 2973520 h 5172574"/>
              <a:gd name="connsiteX74" fmla="*/ 4810978 w 5039333"/>
              <a:gd name="connsiteY74" fmla="*/ 2984481 h 5172574"/>
              <a:gd name="connsiteX75" fmla="*/ 4851534 w 5039333"/>
              <a:gd name="connsiteY75" fmla="*/ 3086752 h 5172574"/>
              <a:gd name="connsiteX76" fmla="*/ 4458319 w 5039333"/>
              <a:gd name="connsiteY76" fmla="*/ 3910210 h 5172574"/>
              <a:gd name="connsiteX77" fmla="*/ 3779450 w 5039333"/>
              <a:gd name="connsiteY77" fmla="*/ 4516783 h 5172574"/>
              <a:gd name="connsiteX78" fmla="*/ 2922490 w 5039333"/>
              <a:gd name="connsiteY78" fmla="*/ 4813016 h 5172574"/>
              <a:gd name="connsiteX79" fmla="*/ 2021448 w 5039333"/>
              <a:gd name="connsiteY79" fmla="*/ 4756591 h 5172574"/>
              <a:gd name="connsiteX80" fmla="*/ 1215623 w 5039333"/>
              <a:gd name="connsiteY80" fmla="*/ 4356323 h 5172574"/>
              <a:gd name="connsiteX81" fmla="*/ 628447 w 5039333"/>
              <a:gd name="connsiteY81" fmla="*/ 3679218 h 5172574"/>
              <a:gd name="connsiteX82" fmla="*/ 349847 w 5039333"/>
              <a:gd name="connsiteY82" fmla="*/ 2831075 h 5172574"/>
              <a:gd name="connsiteX83" fmla="*/ 345902 w 5039333"/>
              <a:gd name="connsiteY83" fmla="*/ 2774443 h 5172574"/>
              <a:gd name="connsiteX84" fmla="*/ 345630 w 5039333"/>
              <a:gd name="connsiteY84" fmla="*/ 2772662 h 5172574"/>
              <a:gd name="connsiteX85" fmla="*/ 345241 w 5039333"/>
              <a:gd name="connsiteY85" fmla="*/ 2764951 h 5172574"/>
              <a:gd name="connsiteX86" fmla="*/ 334308 w 5039333"/>
              <a:gd name="connsiteY86" fmla="*/ 2607964 h 5172574"/>
              <a:gd name="connsiteX87" fmla="*/ 335383 w 5039333"/>
              <a:gd name="connsiteY87" fmla="*/ 2569715 h 5172574"/>
              <a:gd name="connsiteX88" fmla="*/ 333978 w 5039333"/>
              <a:gd name="connsiteY88" fmla="*/ 2541895 h 5172574"/>
              <a:gd name="connsiteX89" fmla="*/ 338912 w 5039333"/>
              <a:gd name="connsiteY89" fmla="*/ 2444195 h 5172574"/>
              <a:gd name="connsiteX90" fmla="*/ 340589 w 5039333"/>
              <a:gd name="connsiteY90" fmla="*/ 2384523 h 5172574"/>
              <a:gd name="connsiteX91" fmla="*/ 342807 w 5039333"/>
              <a:gd name="connsiteY91" fmla="*/ 2367040 h 5172574"/>
              <a:gd name="connsiteX92" fmla="*/ 345630 w 5039333"/>
              <a:gd name="connsiteY92" fmla="*/ 2311129 h 5172574"/>
              <a:gd name="connsiteX93" fmla="*/ 2590993 w 5039333"/>
              <a:gd name="connsiteY93" fmla="*/ 284881 h 5172574"/>
              <a:gd name="connsiteX94" fmla="*/ 1524200 w 5039333"/>
              <a:gd name="connsiteY94" fmla="*/ 209060 h 5172574"/>
              <a:gd name="connsiteX95" fmla="*/ 1279103 w 5039333"/>
              <a:gd name="connsiteY95" fmla="*/ 383625 h 5172574"/>
              <a:gd name="connsiteX96" fmla="*/ 799487 w 5039333"/>
              <a:gd name="connsiteY96" fmla="*/ 760970 h 5172574"/>
              <a:gd name="connsiteX97" fmla="*/ 423905 w 5039333"/>
              <a:gd name="connsiteY97" fmla="*/ 1240585 h 5172574"/>
              <a:gd name="connsiteX98" fmla="*/ 173518 w 5039333"/>
              <a:gd name="connsiteY98" fmla="*/ 1797786 h 5172574"/>
              <a:gd name="connsiteX99" fmla="*/ 65958 w 5039333"/>
              <a:gd name="connsiteY99" fmla="*/ 2397305 h 5172574"/>
              <a:gd name="connsiteX100" fmla="*/ 102986 w 5039333"/>
              <a:gd name="connsiteY100" fmla="*/ 3005642 h 5172574"/>
              <a:gd name="connsiteX101" fmla="*/ 134725 w 5039333"/>
              <a:gd name="connsiteY101" fmla="*/ 3155521 h 5172574"/>
              <a:gd name="connsiteX102" fmla="*/ 154122 w 5039333"/>
              <a:gd name="connsiteY102" fmla="*/ 3229579 h 5172574"/>
              <a:gd name="connsiteX103" fmla="*/ 175282 w 5039333"/>
              <a:gd name="connsiteY103" fmla="*/ 3303638 h 5172574"/>
              <a:gd name="connsiteX104" fmla="*/ 284606 w 5039333"/>
              <a:gd name="connsiteY104" fmla="*/ 3589291 h 5172574"/>
              <a:gd name="connsiteX105" fmla="*/ 427432 w 5039333"/>
              <a:gd name="connsiteY105" fmla="*/ 3859076 h 5172574"/>
              <a:gd name="connsiteX106" fmla="*/ 601999 w 5039333"/>
              <a:gd name="connsiteY106" fmla="*/ 4109463 h 5172574"/>
              <a:gd name="connsiteX107" fmla="*/ 804776 w 5039333"/>
              <a:gd name="connsiteY107" fmla="*/ 4338691 h 5172574"/>
              <a:gd name="connsiteX108" fmla="*/ 1034004 w 5039333"/>
              <a:gd name="connsiteY108" fmla="*/ 4539707 h 5172574"/>
              <a:gd name="connsiteX109" fmla="*/ 1284392 w 5039333"/>
              <a:gd name="connsiteY109" fmla="*/ 4714272 h 5172574"/>
              <a:gd name="connsiteX110" fmla="*/ 1351397 w 5039333"/>
              <a:gd name="connsiteY110" fmla="*/ 4753064 h 5172574"/>
              <a:gd name="connsiteX111" fmla="*/ 1384901 w 5039333"/>
              <a:gd name="connsiteY111" fmla="*/ 4772461 h 5172574"/>
              <a:gd name="connsiteX112" fmla="*/ 1418402 w 5039333"/>
              <a:gd name="connsiteY112" fmla="*/ 4790094 h 5172574"/>
              <a:gd name="connsiteX113" fmla="*/ 1487172 w 5039333"/>
              <a:gd name="connsiteY113" fmla="*/ 4825360 h 5172574"/>
              <a:gd name="connsiteX114" fmla="*/ 1555939 w 5039333"/>
              <a:gd name="connsiteY114" fmla="*/ 4857099 h 5172574"/>
              <a:gd name="connsiteX115" fmla="*/ 1841593 w 5039333"/>
              <a:gd name="connsiteY115" fmla="*/ 4966424 h 5172574"/>
              <a:gd name="connsiteX116" fmla="*/ 2139590 w 5039333"/>
              <a:gd name="connsiteY116" fmla="*/ 5038718 h 5172574"/>
              <a:gd name="connsiteX117" fmla="*/ 3347445 w 5039333"/>
              <a:gd name="connsiteY117" fmla="*/ 4964659 h 5172574"/>
              <a:gd name="connsiteX118" fmla="*/ 3902883 w 5039333"/>
              <a:gd name="connsiteY118" fmla="*/ 4712509 h 5172574"/>
              <a:gd name="connsiteX119" fmla="*/ 4382498 w 5039333"/>
              <a:gd name="connsiteY119" fmla="*/ 4335165 h 5172574"/>
              <a:gd name="connsiteX120" fmla="*/ 4758079 w 5039333"/>
              <a:gd name="connsiteY120" fmla="*/ 3855549 h 5172574"/>
              <a:gd name="connsiteX121" fmla="*/ 5008466 w 5039333"/>
              <a:gd name="connsiteY121" fmla="*/ 3298349 h 5172574"/>
              <a:gd name="connsiteX122" fmla="*/ 5035578 w 5039333"/>
              <a:gd name="connsiteY122" fmla="*/ 3414285 h 5172574"/>
              <a:gd name="connsiteX123" fmla="*/ 5039333 w 5039333"/>
              <a:gd name="connsiteY123" fmla="*/ 3436011 h 5172574"/>
              <a:gd name="connsiteX124" fmla="*/ 4972399 w 5039333"/>
              <a:gd name="connsiteY124" fmla="*/ 3618891 h 5172574"/>
              <a:gd name="connsiteX125" fmla="*/ 4403875 w 5039333"/>
              <a:gd name="connsiteY125" fmla="*/ 4462124 h 5172574"/>
              <a:gd name="connsiteX126" fmla="*/ 4253822 w 5039333"/>
              <a:gd name="connsiteY126" fmla="*/ 4598501 h 5172574"/>
              <a:gd name="connsiteX127" fmla="*/ 4172842 w 5039333"/>
              <a:gd name="connsiteY127" fmla="*/ 4661928 h 5172574"/>
              <a:gd name="connsiteX128" fmla="*/ 3151720 w 5039333"/>
              <a:gd name="connsiteY128" fmla="*/ 5118067 h 5172574"/>
              <a:gd name="connsiteX129" fmla="*/ 2515170 w 5039333"/>
              <a:gd name="connsiteY129" fmla="*/ 5170966 h 5172574"/>
              <a:gd name="connsiteX130" fmla="*/ 2196015 w 5039333"/>
              <a:gd name="connsiteY130" fmla="*/ 5140989 h 5172574"/>
              <a:gd name="connsiteX131" fmla="*/ 2116666 w 5039333"/>
              <a:gd name="connsiteY131" fmla="*/ 5126882 h 5172574"/>
              <a:gd name="connsiteX132" fmla="*/ 2039081 w 5039333"/>
              <a:gd name="connsiteY132" fmla="*/ 5111014 h 5172574"/>
              <a:gd name="connsiteX133" fmla="*/ 1883912 w 5039333"/>
              <a:gd name="connsiteY133" fmla="*/ 5070457 h 5172574"/>
              <a:gd name="connsiteX134" fmla="*/ 1808091 w 5039333"/>
              <a:gd name="connsiteY134" fmla="*/ 5047535 h 5172574"/>
              <a:gd name="connsiteX135" fmla="*/ 1732268 w 5039333"/>
              <a:gd name="connsiteY135" fmla="*/ 5021085 h 5172574"/>
              <a:gd name="connsiteX136" fmla="*/ 1582389 w 5039333"/>
              <a:gd name="connsiteY136" fmla="*/ 4962897 h 5172574"/>
              <a:gd name="connsiteX137" fmla="*/ 1510094 w 5039333"/>
              <a:gd name="connsiteY137" fmla="*/ 4929394 h 5172574"/>
              <a:gd name="connsiteX138" fmla="*/ 1437799 w 5039333"/>
              <a:gd name="connsiteY138" fmla="*/ 4894128 h 5172574"/>
              <a:gd name="connsiteX139" fmla="*/ 1296736 w 5039333"/>
              <a:gd name="connsiteY139" fmla="*/ 4818307 h 5172574"/>
              <a:gd name="connsiteX140" fmla="*/ 1227967 w 5039333"/>
              <a:gd name="connsiteY140" fmla="*/ 4777750 h 5172574"/>
              <a:gd name="connsiteX141" fmla="*/ 1160962 w 5039333"/>
              <a:gd name="connsiteY141" fmla="*/ 4733669 h 5172574"/>
              <a:gd name="connsiteX142" fmla="*/ 1127460 w 5039333"/>
              <a:gd name="connsiteY142" fmla="*/ 4712509 h 5172574"/>
              <a:gd name="connsiteX143" fmla="*/ 1095721 w 5039333"/>
              <a:gd name="connsiteY143" fmla="*/ 4689586 h 5172574"/>
              <a:gd name="connsiteX144" fmla="*/ 1030478 w 5039333"/>
              <a:gd name="connsiteY144" fmla="*/ 4641978 h 5172574"/>
              <a:gd name="connsiteX145" fmla="*/ 788908 w 5039333"/>
              <a:gd name="connsiteY145" fmla="*/ 4433909 h 5172574"/>
              <a:gd name="connsiteX146" fmla="*/ 573786 w 5039333"/>
              <a:gd name="connsiteY146" fmla="*/ 4199390 h 5172574"/>
              <a:gd name="connsiteX147" fmla="*/ 390403 w 5039333"/>
              <a:gd name="connsiteY147" fmla="*/ 3940187 h 5172574"/>
              <a:gd name="connsiteX148" fmla="*/ 311054 w 5039333"/>
              <a:gd name="connsiteY148" fmla="*/ 3802650 h 5172574"/>
              <a:gd name="connsiteX149" fmla="*/ 274026 w 5039333"/>
              <a:gd name="connsiteY149" fmla="*/ 3732119 h 5172574"/>
              <a:gd name="connsiteX150" fmla="*/ 238760 w 5039333"/>
              <a:gd name="connsiteY150" fmla="*/ 3661587 h 5172574"/>
              <a:gd name="connsiteX151" fmla="*/ 207021 w 5039333"/>
              <a:gd name="connsiteY151" fmla="*/ 3589291 h 5172574"/>
              <a:gd name="connsiteX152" fmla="*/ 191150 w 5039333"/>
              <a:gd name="connsiteY152" fmla="*/ 3552263 h 5172574"/>
              <a:gd name="connsiteX153" fmla="*/ 177044 w 5039333"/>
              <a:gd name="connsiteY153" fmla="*/ 3515233 h 5172574"/>
              <a:gd name="connsiteX154" fmla="*/ 148831 w 5039333"/>
              <a:gd name="connsiteY154" fmla="*/ 3441174 h 5172574"/>
              <a:gd name="connsiteX155" fmla="*/ 124145 w 5039333"/>
              <a:gd name="connsiteY155" fmla="*/ 3365354 h 5172574"/>
              <a:gd name="connsiteX156" fmla="*/ 80064 w 5039333"/>
              <a:gd name="connsiteY156" fmla="*/ 3213711 h 5172574"/>
              <a:gd name="connsiteX157" fmla="*/ 62431 w 5039333"/>
              <a:gd name="connsiteY157" fmla="*/ 3136126 h 5172574"/>
              <a:gd name="connsiteX158" fmla="*/ 46560 w 5039333"/>
              <a:gd name="connsiteY158" fmla="*/ 3058541 h 5172574"/>
              <a:gd name="connsiteX159" fmla="*/ 6006 w 5039333"/>
              <a:gd name="connsiteY159" fmla="*/ 2744675 h 5172574"/>
              <a:gd name="connsiteX160" fmla="*/ 39507 w 5039333"/>
              <a:gd name="connsiteY160" fmla="*/ 2115178 h 5172574"/>
              <a:gd name="connsiteX161" fmla="*/ 53614 w 5039333"/>
              <a:gd name="connsiteY161" fmla="*/ 2037594 h 5172574"/>
              <a:gd name="connsiteX162" fmla="*/ 71247 w 5039333"/>
              <a:gd name="connsiteY162" fmla="*/ 1960009 h 5172574"/>
              <a:gd name="connsiteX163" fmla="*/ 90644 w 5039333"/>
              <a:gd name="connsiteY163" fmla="*/ 1884188 h 5172574"/>
              <a:gd name="connsiteX164" fmla="*/ 113566 w 5039333"/>
              <a:gd name="connsiteY164" fmla="*/ 1808366 h 5172574"/>
              <a:gd name="connsiteX165" fmla="*/ 124145 w 5039333"/>
              <a:gd name="connsiteY165" fmla="*/ 1771337 h 5172574"/>
              <a:gd name="connsiteX166" fmla="*/ 136489 w 5039333"/>
              <a:gd name="connsiteY166" fmla="*/ 1732545 h 5172574"/>
              <a:gd name="connsiteX167" fmla="*/ 162938 w 5039333"/>
              <a:gd name="connsiteY167" fmla="*/ 1658487 h 5172574"/>
              <a:gd name="connsiteX168" fmla="*/ 192915 w 5039333"/>
              <a:gd name="connsiteY168" fmla="*/ 1584428 h 5172574"/>
              <a:gd name="connsiteX169" fmla="*/ 222890 w 5039333"/>
              <a:gd name="connsiteY169" fmla="*/ 1512132 h 5172574"/>
              <a:gd name="connsiteX170" fmla="*/ 291659 w 5039333"/>
              <a:gd name="connsiteY170" fmla="*/ 1371069 h 5172574"/>
              <a:gd name="connsiteX171" fmla="*/ 328687 w 5039333"/>
              <a:gd name="connsiteY171" fmla="*/ 1302302 h 5172574"/>
              <a:gd name="connsiteX172" fmla="*/ 369244 w 5039333"/>
              <a:gd name="connsiteY172" fmla="*/ 1233532 h 5172574"/>
              <a:gd name="connsiteX173" fmla="*/ 411563 w 5039333"/>
              <a:gd name="connsiteY173" fmla="*/ 1166527 h 5172574"/>
              <a:gd name="connsiteX174" fmla="*/ 453882 w 5039333"/>
              <a:gd name="connsiteY174" fmla="*/ 1101286 h 5172574"/>
              <a:gd name="connsiteX175" fmla="*/ 499728 w 5039333"/>
              <a:gd name="connsiteY175" fmla="*/ 1037808 h 5172574"/>
              <a:gd name="connsiteX176" fmla="*/ 547336 w 5039333"/>
              <a:gd name="connsiteY176" fmla="*/ 974329 h 5172574"/>
              <a:gd name="connsiteX177" fmla="*/ 988159 w 5039333"/>
              <a:gd name="connsiteY177" fmla="*/ 531742 h 5172574"/>
              <a:gd name="connsiteX178" fmla="*/ 1524200 w 5039333"/>
              <a:gd name="connsiteY178" fmla="*/ 209060 h 5172574"/>
              <a:gd name="connsiteX179" fmla="*/ 3479692 w 5039333"/>
              <a:gd name="connsiteY179" fmla="*/ 202007 h 5172574"/>
              <a:gd name="connsiteX180" fmla="*/ 3576673 w 5039333"/>
              <a:gd name="connsiteY180" fmla="*/ 230220 h 5172574"/>
              <a:gd name="connsiteX181" fmla="*/ 3673655 w 5039333"/>
              <a:gd name="connsiteY181" fmla="*/ 263721 h 5172574"/>
              <a:gd name="connsiteX182" fmla="*/ 4454792 w 5039333"/>
              <a:gd name="connsiteY182" fmla="*/ 850899 h 5172574"/>
              <a:gd name="connsiteX183" fmla="*/ 4400131 w 5039333"/>
              <a:gd name="connsiteY183" fmla="*/ 801526 h 5172574"/>
              <a:gd name="connsiteX184" fmla="*/ 4343706 w 5039333"/>
              <a:gd name="connsiteY184" fmla="*/ 753917 h 5172574"/>
              <a:gd name="connsiteX185" fmla="*/ 3479692 w 5039333"/>
              <a:gd name="connsiteY185" fmla="*/ 202007 h 5172574"/>
              <a:gd name="connsiteX186" fmla="*/ 2955994 w 5039333"/>
              <a:gd name="connsiteY186" fmla="*/ 198480 h 5172574"/>
              <a:gd name="connsiteX187" fmla="*/ 2996548 w 5039333"/>
              <a:gd name="connsiteY187" fmla="*/ 198480 h 5172574"/>
              <a:gd name="connsiteX188" fmla="*/ 3070607 w 5039333"/>
              <a:gd name="connsiteY188" fmla="*/ 212587 h 5172574"/>
              <a:gd name="connsiteX189" fmla="*/ 3144665 w 5039333"/>
              <a:gd name="connsiteY189" fmla="*/ 230220 h 5172574"/>
              <a:gd name="connsiteX190" fmla="*/ 3181695 w 5039333"/>
              <a:gd name="connsiteY190" fmla="*/ 239035 h 5172574"/>
              <a:gd name="connsiteX191" fmla="*/ 3218723 w 5039333"/>
              <a:gd name="connsiteY191" fmla="*/ 249615 h 5172574"/>
              <a:gd name="connsiteX192" fmla="*/ 3291019 w 5039333"/>
              <a:gd name="connsiteY192" fmla="*/ 270774 h 5172574"/>
              <a:gd name="connsiteX193" fmla="*/ 3573146 w 5039333"/>
              <a:gd name="connsiteY193" fmla="*/ 381863 h 5172574"/>
              <a:gd name="connsiteX194" fmla="*/ 4084501 w 5039333"/>
              <a:gd name="connsiteY194" fmla="*/ 706309 h 5172574"/>
              <a:gd name="connsiteX195" fmla="*/ 4045708 w 5039333"/>
              <a:gd name="connsiteY195" fmla="*/ 686911 h 5172574"/>
              <a:gd name="connsiteX196" fmla="*/ 4028076 w 5039333"/>
              <a:gd name="connsiteY196" fmla="*/ 676332 h 5172574"/>
              <a:gd name="connsiteX197" fmla="*/ 2836090 w 5039333"/>
              <a:gd name="connsiteY197" fmla="*/ 200243 h 5172574"/>
              <a:gd name="connsiteX198" fmla="*/ 2915437 w 5039333"/>
              <a:gd name="connsiteY198" fmla="*/ 200243 h 5172574"/>
              <a:gd name="connsiteX199" fmla="*/ 2590991 w 5039333"/>
              <a:gd name="connsiteY199" fmla="*/ 150870 h 5172574"/>
              <a:gd name="connsiteX200" fmla="*/ 2495773 w 5039333"/>
              <a:gd name="connsiteY200" fmla="*/ 164977 h 5172574"/>
              <a:gd name="connsiteX201" fmla="*/ 2471087 w 5039333"/>
              <a:gd name="connsiteY201" fmla="*/ 168503 h 5172574"/>
              <a:gd name="connsiteX202" fmla="*/ 2446401 w 5039333"/>
              <a:gd name="connsiteY202" fmla="*/ 173792 h 5172574"/>
              <a:gd name="connsiteX203" fmla="*/ 2398793 w 5039333"/>
              <a:gd name="connsiteY203" fmla="*/ 184372 h 5172574"/>
              <a:gd name="connsiteX204" fmla="*/ 1580625 w 5039333"/>
              <a:gd name="connsiteY204" fmla="*/ 403020 h 5172574"/>
              <a:gd name="connsiteX205" fmla="*/ 892941 w 5039333"/>
              <a:gd name="connsiteY205" fmla="*/ 894980 h 5172574"/>
              <a:gd name="connsiteX206" fmla="*/ 1159197 w 5039333"/>
              <a:gd name="connsiteY206" fmla="*/ 605800 h 5172574"/>
              <a:gd name="connsiteX207" fmla="*/ 1485407 w 5039333"/>
              <a:gd name="connsiteY207" fmla="*/ 406547 h 5172574"/>
              <a:gd name="connsiteX208" fmla="*/ 1659972 w 5039333"/>
              <a:gd name="connsiteY208" fmla="*/ 327200 h 5172574"/>
              <a:gd name="connsiteX209" fmla="*/ 1749901 w 5039333"/>
              <a:gd name="connsiteY209" fmla="*/ 293696 h 5172574"/>
              <a:gd name="connsiteX210" fmla="*/ 1839828 w 5039333"/>
              <a:gd name="connsiteY210" fmla="*/ 263721 h 5172574"/>
              <a:gd name="connsiteX211" fmla="*/ 2211884 w 5039333"/>
              <a:gd name="connsiteY211" fmla="*/ 177319 h 5172574"/>
              <a:gd name="connsiteX212" fmla="*/ 2590991 w 5039333"/>
              <a:gd name="connsiteY212" fmla="*/ 150870 h 5172574"/>
              <a:gd name="connsiteX213" fmla="*/ 2522251 w 5039333"/>
              <a:gd name="connsiteY213" fmla="*/ 412 h 5172574"/>
              <a:gd name="connsiteX214" fmla="*/ 3301599 w 5039333"/>
              <a:gd name="connsiteY214" fmla="*/ 106789 h 5172574"/>
              <a:gd name="connsiteX215" fmla="*/ 3236358 w 5039333"/>
              <a:gd name="connsiteY215" fmla="*/ 96209 h 5172574"/>
              <a:gd name="connsiteX216" fmla="*/ 3167589 w 5039333"/>
              <a:gd name="connsiteY216" fmla="*/ 89156 h 5172574"/>
              <a:gd name="connsiteX217" fmla="*/ 2984206 w 5039333"/>
              <a:gd name="connsiteY217" fmla="*/ 52126 h 5172574"/>
              <a:gd name="connsiteX218" fmla="*/ 2890753 w 5039333"/>
              <a:gd name="connsiteY218" fmla="*/ 39784 h 5172574"/>
              <a:gd name="connsiteX219" fmla="*/ 2797297 w 5039333"/>
              <a:gd name="connsiteY219" fmla="*/ 30967 h 5172574"/>
              <a:gd name="connsiteX220" fmla="*/ 2703844 w 5039333"/>
              <a:gd name="connsiteY220" fmla="*/ 23913 h 5172574"/>
              <a:gd name="connsiteX221" fmla="*/ 2610388 w 5039333"/>
              <a:gd name="connsiteY221" fmla="*/ 20387 h 5172574"/>
              <a:gd name="connsiteX222" fmla="*/ 2516935 w 5039333"/>
              <a:gd name="connsiteY222" fmla="*/ 22151 h 5172574"/>
              <a:gd name="connsiteX223" fmla="*/ 2469325 w 5039333"/>
              <a:gd name="connsiteY223" fmla="*/ 23913 h 5172574"/>
              <a:gd name="connsiteX224" fmla="*/ 2423479 w 5039333"/>
              <a:gd name="connsiteY224" fmla="*/ 27440 h 5172574"/>
              <a:gd name="connsiteX225" fmla="*/ 1691714 w 5039333"/>
              <a:gd name="connsiteY225" fmla="*/ 182610 h 5172574"/>
              <a:gd name="connsiteX226" fmla="*/ 1725215 w 5039333"/>
              <a:gd name="connsiteY226" fmla="*/ 164977 h 5172574"/>
              <a:gd name="connsiteX227" fmla="*/ 1751666 w 5039333"/>
              <a:gd name="connsiteY227" fmla="*/ 152635 h 5172574"/>
              <a:gd name="connsiteX228" fmla="*/ 1818671 w 5039333"/>
              <a:gd name="connsiteY228" fmla="*/ 122658 h 5172574"/>
              <a:gd name="connsiteX229" fmla="*/ 1876858 w 5039333"/>
              <a:gd name="connsiteY229" fmla="*/ 101498 h 5172574"/>
              <a:gd name="connsiteX230" fmla="*/ 1963261 w 5039333"/>
              <a:gd name="connsiteY230" fmla="*/ 75050 h 5172574"/>
              <a:gd name="connsiteX231" fmla="*/ 2088454 w 5039333"/>
              <a:gd name="connsiteY231" fmla="*/ 45073 h 5172574"/>
              <a:gd name="connsiteX232" fmla="*/ 2167803 w 5039333"/>
              <a:gd name="connsiteY232" fmla="*/ 30967 h 5172574"/>
              <a:gd name="connsiteX233" fmla="*/ 2211884 w 5039333"/>
              <a:gd name="connsiteY233" fmla="*/ 23913 h 5172574"/>
              <a:gd name="connsiteX234" fmla="*/ 2259494 w 5039333"/>
              <a:gd name="connsiteY234" fmla="*/ 18624 h 5172574"/>
              <a:gd name="connsiteX235" fmla="*/ 2522251 w 5039333"/>
              <a:gd name="connsiteY235" fmla="*/ 412 h 517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5039333" h="5172574">
                <a:moveTo>
                  <a:pt x="4728104" y="1561505"/>
                </a:moveTo>
                <a:cubicBezTo>
                  <a:pt x="4728104" y="1561505"/>
                  <a:pt x="4729866" y="1561505"/>
                  <a:pt x="4729866" y="1561505"/>
                </a:cubicBezTo>
                <a:cubicBezTo>
                  <a:pt x="4742210" y="1589717"/>
                  <a:pt x="4754552" y="1616166"/>
                  <a:pt x="4765132" y="1646143"/>
                </a:cubicBezTo>
                <a:cubicBezTo>
                  <a:pt x="4754552" y="1616166"/>
                  <a:pt x="4740446" y="1589717"/>
                  <a:pt x="4728104" y="1561505"/>
                </a:cubicBezTo>
                <a:close/>
                <a:moveTo>
                  <a:pt x="4888651" y="1542826"/>
                </a:moveTo>
                <a:lnTo>
                  <a:pt x="4889224" y="1544092"/>
                </a:lnTo>
                <a:cubicBezTo>
                  <a:pt x="4896057" y="1558860"/>
                  <a:pt x="4902670" y="1573848"/>
                  <a:pt x="4907960" y="1589717"/>
                </a:cubicBezTo>
                <a:close/>
                <a:moveTo>
                  <a:pt x="4869167" y="1499790"/>
                </a:moveTo>
                <a:cubicBezTo>
                  <a:pt x="4869167" y="1499790"/>
                  <a:pt x="4870930" y="1499790"/>
                  <a:pt x="4870930" y="1499790"/>
                </a:cubicBezTo>
                <a:lnTo>
                  <a:pt x="4888651" y="1542826"/>
                </a:lnTo>
                <a:close/>
                <a:moveTo>
                  <a:pt x="4583190" y="1291357"/>
                </a:moveTo>
                <a:lnTo>
                  <a:pt x="4608198" y="1328750"/>
                </a:lnTo>
                <a:cubicBezTo>
                  <a:pt x="4608198" y="1328750"/>
                  <a:pt x="4606436" y="1328750"/>
                  <a:pt x="4606436" y="1328750"/>
                </a:cubicBezTo>
                <a:close/>
                <a:moveTo>
                  <a:pt x="4526081" y="1205962"/>
                </a:moveTo>
                <a:lnTo>
                  <a:pt x="4544719" y="1231768"/>
                </a:lnTo>
                <a:lnTo>
                  <a:pt x="4565879" y="1263507"/>
                </a:lnTo>
                <a:lnTo>
                  <a:pt x="4583190" y="1291357"/>
                </a:lnTo>
                <a:close/>
                <a:moveTo>
                  <a:pt x="707794" y="1046623"/>
                </a:moveTo>
                <a:cubicBezTo>
                  <a:pt x="695452" y="1069545"/>
                  <a:pt x="683108" y="1090705"/>
                  <a:pt x="672528" y="1110102"/>
                </a:cubicBezTo>
                <a:cubicBezTo>
                  <a:pt x="661949" y="1133024"/>
                  <a:pt x="649607" y="1154183"/>
                  <a:pt x="639027" y="1177107"/>
                </a:cubicBezTo>
                <a:lnTo>
                  <a:pt x="623156" y="1210608"/>
                </a:lnTo>
                <a:lnTo>
                  <a:pt x="607288" y="1244112"/>
                </a:lnTo>
                <a:cubicBezTo>
                  <a:pt x="596708" y="1267034"/>
                  <a:pt x="587890" y="1289958"/>
                  <a:pt x="577311" y="1312879"/>
                </a:cubicBezTo>
                <a:cubicBezTo>
                  <a:pt x="400981" y="1603824"/>
                  <a:pt x="288131" y="1933558"/>
                  <a:pt x="249338" y="2272111"/>
                </a:cubicBezTo>
                <a:cubicBezTo>
                  <a:pt x="229943" y="2441387"/>
                  <a:pt x="228179" y="2612427"/>
                  <a:pt x="245812" y="2781703"/>
                </a:cubicBezTo>
                <a:cubicBezTo>
                  <a:pt x="261682" y="2950979"/>
                  <a:pt x="298710" y="3118491"/>
                  <a:pt x="351609" y="3280714"/>
                </a:cubicBezTo>
                <a:cubicBezTo>
                  <a:pt x="457407" y="3603397"/>
                  <a:pt x="635500" y="3903157"/>
                  <a:pt x="868255" y="4151780"/>
                </a:cubicBezTo>
                <a:cubicBezTo>
                  <a:pt x="1101010" y="4400406"/>
                  <a:pt x="1386663" y="4599657"/>
                  <a:pt x="1702292" y="4726614"/>
                </a:cubicBezTo>
                <a:cubicBezTo>
                  <a:pt x="2016158" y="4855335"/>
                  <a:pt x="2360001" y="4913523"/>
                  <a:pt x="2700317" y="4897654"/>
                </a:cubicBezTo>
                <a:cubicBezTo>
                  <a:pt x="3040632" y="4883548"/>
                  <a:pt x="3377420" y="4791857"/>
                  <a:pt x="3678944" y="4634923"/>
                </a:cubicBezTo>
                <a:cubicBezTo>
                  <a:pt x="3980466" y="4479753"/>
                  <a:pt x="4248488" y="4255816"/>
                  <a:pt x="4456557" y="3986031"/>
                </a:cubicBezTo>
                <a:cubicBezTo>
                  <a:pt x="4666388" y="3718010"/>
                  <a:pt x="4816268" y="3402382"/>
                  <a:pt x="4892089" y="3070883"/>
                </a:cubicBezTo>
                <a:cubicBezTo>
                  <a:pt x="4918539" y="3141415"/>
                  <a:pt x="4939699" y="3213709"/>
                  <a:pt x="4960857" y="3289531"/>
                </a:cubicBezTo>
                <a:cubicBezTo>
                  <a:pt x="4848008" y="3633372"/>
                  <a:pt x="4659334" y="3954292"/>
                  <a:pt x="4410711" y="4217023"/>
                </a:cubicBezTo>
                <a:cubicBezTo>
                  <a:pt x="4163850" y="4479753"/>
                  <a:pt x="3858799" y="4689586"/>
                  <a:pt x="3523774" y="4821832"/>
                </a:cubicBezTo>
                <a:cubicBezTo>
                  <a:pt x="3188748" y="4955842"/>
                  <a:pt x="2825510" y="5014032"/>
                  <a:pt x="2467560" y="4992872"/>
                </a:cubicBezTo>
                <a:cubicBezTo>
                  <a:pt x="2109613" y="4971713"/>
                  <a:pt x="1756955" y="4871204"/>
                  <a:pt x="1443088" y="4700165"/>
                </a:cubicBezTo>
                <a:cubicBezTo>
                  <a:pt x="1127458" y="4530889"/>
                  <a:pt x="854149" y="4289317"/>
                  <a:pt x="642553" y="4003664"/>
                </a:cubicBezTo>
                <a:cubicBezTo>
                  <a:pt x="432721" y="3718010"/>
                  <a:pt x="284604" y="3384749"/>
                  <a:pt x="215837" y="3037380"/>
                </a:cubicBezTo>
                <a:cubicBezTo>
                  <a:pt x="147067" y="2688248"/>
                  <a:pt x="155885" y="2328536"/>
                  <a:pt x="240523" y="1984695"/>
                </a:cubicBezTo>
                <a:cubicBezTo>
                  <a:pt x="282842" y="1813655"/>
                  <a:pt x="342794" y="1646143"/>
                  <a:pt x="422141" y="1489209"/>
                </a:cubicBezTo>
                <a:cubicBezTo>
                  <a:pt x="501490" y="1332277"/>
                  <a:pt x="596708" y="1182396"/>
                  <a:pt x="707794" y="1046623"/>
                </a:cubicBezTo>
                <a:close/>
                <a:moveTo>
                  <a:pt x="4497112" y="916139"/>
                </a:moveTo>
                <a:cubicBezTo>
                  <a:pt x="4500638" y="917902"/>
                  <a:pt x="4504165" y="919666"/>
                  <a:pt x="4507691" y="921428"/>
                </a:cubicBezTo>
                <a:cubicBezTo>
                  <a:pt x="4511218" y="924955"/>
                  <a:pt x="4516507" y="926719"/>
                  <a:pt x="4520033" y="928482"/>
                </a:cubicBezTo>
                <a:cubicBezTo>
                  <a:pt x="4537666" y="947879"/>
                  <a:pt x="4553537" y="969038"/>
                  <a:pt x="4569406" y="990198"/>
                </a:cubicBezTo>
                <a:cubicBezTo>
                  <a:pt x="4585276" y="1011357"/>
                  <a:pt x="4602909" y="1032517"/>
                  <a:pt x="4617015" y="1053676"/>
                </a:cubicBezTo>
                <a:cubicBezTo>
                  <a:pt x="4636411" y="1081889"/>
                  <a:pt x="4657570" y="1111864"/>
                  <a:pt x="4676967" y="1141841"/>
                </a:cubicBezTo>
                <a:cubicBezTo>
                  <a:pt x="4701653" y="1180633"/>
                  <a:pt x="4726340" y="1217662"/>
                  <a:pt x="4747499" y="1256454"/>
                </a:cubicBezTo>
                <a:lnTo>
                  <a:pt x="4781001" y="1316406"/>
                </a:lnTo>
                <a:lnTo>
                  <a:pt x="4796871" y="1346383"/>
                </a:lnTo>
                <a:lnTo>
                  <a:pt x="4810978" y="1376358"/>
                </a:lnTo>
                <a:cubicBezTo>
                  <a:pt x="4809213" y="1376358"/>
                  <a:pt x="4809213" y="1374596"/>
                  <a:pt x="4807451" y="1374596"/>
                </a:cubicBezTo>
                <a:cubicBezTo>
                  <a:pt x="4796871" y="1353436"/>
                  <a:pt x="4786292" y="1334039"/>
                  <a:pt x="4773948" y="1312879"/>
                </a:cubicBezTo>
                <a:lnTo>
                  <a:pt x="4738682" y="1251165"/>
                </a:lnTo>
                <a:cubicBezTo>
                  <a:pt x="4713996" y="1210608"/>
                  <a:pt x="4689310" y="1170054"/>
                  <a:pt x="4662861" y="1131261"/>
                </a:cubicBezTo>
                <a:lnTo>
                  <a:pt x="4602909" y="1048386"/>
                </a:lnTo>
                <a:cubicBezTo>
                  <a:pt x="4587039" y="1025464"/>
                  <a:pt x="4569406" y="1004304"/>
                  <a:pt x="4551773" y="981380"/>
                </a:cubicBezTo>
                <a:lnTo>
                  <a:pt x="4525324" y="947879"/>
                </a:lnTo>
                <a:close/>
                <a:moveTo>
                  <a:pt x="4222038" y="849134"/>
                </a:moveTo>
                <a:cubicBezTo>
                  <a:pt x="4230853" y="852661"/>
                  <a:pt x="4241433" y="856188"/>
                  <a:pt x="4252013" y="861476"/>
                </a:cubicBezTo>
                <a:cubicBezTo>
                  <a:pt x="4320780" y="931127"/>
                  <a:pt x="4384700" y="1005185"/>
                  <a:pt x="4443991" y="1083211"/>
                </a:cubicBezTo>
                <a:lnTo>
                  <a:pt x="4526081" y="1205962"/>
                </a:lnTo>
                <a:lnTo>
                  <a:pt x="4521798" y="1200029"/>
                </a:lnTo>
                <a:lnTo>
                  <a:pt x="4477714" y="1136550"/>
                </a:lnTo>
                <a:lnTo>
                  <a:pt x="4430106" y="1076598"/>
                </a:lnTo>
                <a:lnTo>
                  <a:pt x="4405420" y="1046623"/>
                </a:lnTo>
                <a:lnTo>
                  <a:pt x="4380734" y="1016646"/>
                </a:lnTo>
                <a:cubicBezTo>
                  <a:pt x="4363101" y="997251"/>
                  <a:pt x="4347231" y="977854"/>
                  <a:pt x="4329598" y="958459"/>
                </a:cubicBezTo>
                <a:cubicBezTo>
                  <a:pt x="4294332" y="921428"/>
                  <a:pt x="4259066" y="884400"/>
                  <a:pt x="4222038" y="849134"/>
                </a:cubicBezTo>
                <a:close/>
                <a:moveTo>
                  <a:pt x="2590993" y="284881"/>
                </a:moveTo>
                <a:cubicBezTo>
                  <a:pt x="3837507" y="284881"/>
                  <a:pt x="4848008" y="1295380"/>
                  <a:pt x="4848008" y="2541895"/>
                </a:cubicBezTo>
                <a:cubicBezTo>
                  <a:pt x="4848008" y="2619802"/>
                  <a:pt x="4844061" y="2696787"/>
                  <a:pt x="4836356" y="2772662"/>
                </a:cubicBezTo>
                <a:lnTo>
                  <a:pt x="4805702" y="2973520"/>
                </a:lnTo>
                <a:lnTo>
                  <a:pt x="4810978" y="2984481"/>
                </a:lnTo>
                <a:cubicBezTo>
                  <a:pt x="4825084" y="3017984"/>
                  <a:pt x="4837426" y="3051486"/>
                  <a:pt x="4851534" y="3086752"/>
                </a:cubicBezTo>
                <a:cubicBezTo>
                  <a:pt x="4777474" y="3384749"/>
                  <a:pt x="4641702" y="3665112"/>
                  <a:pt x="4458319" y="3910210"/>
                </a:cubicBezTo>
                <a:cubicBezTo>
                  <a:pt x="4274937" y="4155307"/>
                  <a:pt x="4042182" y="4363376"/>
                  <a:pt x="3779450" y="4516783"/>
                </a:cubicBezTo>
                <a:cubicBezTo>
                  <a:pt x="3516721" y="4671953"/>
                  <a:pt x="3224014" y="4772460"/>
                  <a:pt x="2922490" y="4813016"/>
                </a:cubicBezTo>
                <a:cubicBezTo>
                  <a:pt x="2620968" y="4853571"/>
                  <a:pt x="2314155" y="4834176"/>
                  <a:pt x="2021448" y="4756591"/>
                </a:cubicBezTo>
                <a:cubicBezTo>
                  <a:pt x="1728742" y="4679006"/>
                  <a:pt x="1453668" y="4541469"/>
                  <a:pt x="1215623" y="4356323"/>
                </a:cubicBezTo>
                <a:cubicBezTo>
                  <a:pt x="977579" y="4171178"/>
                  <a:pt x="776564" y="3940185"/>
                  <a:pt x="628447" y="3679218"/>
                </a:cubicBezTo>
                <a:cubicBezTo>
                  <a:pt x="480330" y="3418251"/>
                  <a:pt x="385113" y="3127308"/>
                  <a:pt x="349847" y="2831075"/>
                </a:cubicBezTo>
                <a:lnTo>
                  <a:pt x="345902" y="2774443"/>
                </a:lnTo>
                <a:lnTo>
                  <a:pt x="345630" y="2772662"/>
                </a:lnTo>
                <a:lnTo>
                  <a:pt x="345241" y="2764951"/>
                </a:lnTo>
                <a:lnTo>
                  <a:pt x="334308" y="2607964"/>
                </a:lnTo>
                <a:lnTo>
                  <a:pt x="335383" y="2569715"/>
                </a:lnTo>
                <a:lnTo>
                  <a:pt x="333978" y="2541895"/>
                </a:lnTo>
                <a:lnTo>
                  <a:pt x="338912" y="2444195"/>
                </a:lnTo>
                <a:lnTo>
                  <a:pt x="340589" y="2384523"/>
                </a:lnTo>
                <a:lnTo>
                  <a:pt x="342807" y="2367040"/>
                </a:lnTo>
                <a:lnTo>
                  <a:pt x="345630" y="2311129"/>
                </a:lnTo>
                <a:cubicBezTo>
                  <a:pt x="461213" y="1173014"/>
                  <a:pt x="1422384" y="284881"/>
                  <a:pt x="2590993" y="284881"/>
                </a:cubicBezTo>
                <a:close/>
                <a:moveTo>
                  <a:pt x="1524200" y="209060"/>
                </a:moveTo>
                <a:cubicBezTo>
                  <a:pt x="1437799" y="261959"/>
                  <a:pt x="1358450" y="320147"/>
                  <a:pt x="1279103" y="383625"/>
                </a:cubicBezTo>
                <a:cubicBezTo>
                  <a:pt x="1104536" y="491187"/>
                  <a:pt x="944077" y="618144"/>
                  <a:pt x="799487" y="760970"/>
                </a:cubicBezTo>
                <a:cubicBezTo>
                  <a:pt x="656660" y="905560"/>
                  <a:pt x="529703" y="1066020"/>
                  <a:pt x="423905" y="1240585"/>
                </a:cubicBezTo>
                <a:cubicBezTo>
                  <a:pt x="318108" y="1416915"/>
                  <a:pt x="235234" y="1603824"/>
                  <a:pt x="173518" y="1797786"/>
                </a:cubicBezTo>
                <a:cubicBezTo>
                  <a:pt x="115330" y="1991748"/>
                  <a:pt x="78300" y="2194528"/>
                  <a:pt x="65958" y="2397305"/>
                </a:cubicBezTo>
                <a:cubicBezTo>
                  <a:pt x="53614" y="2600085"/>
                  <a:pt x="65958" y="2804627"/>
                  <a:pt x="102986" y="3005642"/>
                </a:cubicBezTo>
                <a:cubicBezTo>
                  <a:pt x="110039" y="3056777"/>
                  <a:pt x="124145" y="3106149"/>
                  <a:pt x="134725" y="3155521"/>
                </a:cubicBezTo>
                <a:cubicBezTo>
                  <a:pt x="140016" y="3180207"/>
                  <a:pt x="147069" y="3204893"/>
                  <a:pt x="154122" y="3229579"/>
                </a:cubicBezTo>
                <a:cubicBezTo>
                  <a:pt x="161175" y="3254265"/>
                  <a:pt x="168229" y="3278952"/>
                  <a:pt x="175282" y="3303638"/>
                </a:cubicBezTo>
                <a:cubicBezTo>
                  <a:pt x="207021" y="3400620"/>
                  <a:pt x="242287" y="3497600"/>
                  <a:pt x="284606" y="3589291"/>
                </a:cubicBezTo>
                <a:cubicBezTo>
                  <a:pt x="326925" y="3682746"/>
                  <a:pt x="376297" y="3770911"/>
                  <a:pt x="427432" y="3859076"/>
                </a:cubicBezTo>
                <a:cubicBezTo>
                  <a:pt x="482095" y="3945476"/>
                  <a:pt x="538520" y="4030114"/>
                  <a:pt x="601999" y="4109463"/>
                </a:cubicBezTo>
                <a:cubicBezTo>
                  <a:pt x="663713" y="4190575"/>
                  <a:pt x="734245" y="4266396"/>
                  <a:pt x="804776" y="4338691"/>
                </a:cubicBezTo>
                <a:cubicBezTo>
                  <a:pt x="878835" y="4409223"/>
                  <a:pt x="952893" y="4477991"/>
                  <a:pt x="1034004" y="4539707"/>
                </a:cubicBezTo>
                <a:cubicBezTo>
                  <a:pt x="1113354" y="4603185"/>
                  <a:pt x="1197991" y="4661373"/>
                  <a:pt x="1284392" y="4714272"/>
                </a:cubicBezTo>
                <a:lnTo>
                  <a:pt x="1351397" y="4753064"/>
                </a:lnTo>
                <a:lnTo>
                  <a:pt x="1384901" y="4772461"/>
                </a:lnTo>
                <a:lnTo>
                  <a:pt x="1418402" y="4790094"/>
                </a:lnTo>
                <a:lnTo>
                  <a:pt x="1487172" y="4825360"/>
                </a:lnTo>
                <a:cubicBezTo>
                  <a:pt x="1510094" y="4835940"/>
                  <a:pt x="1533017" y="4846520"/>
                  <a:pt x="1555939" y="4857099"/>
                </a:cubicBezTo>
                <a:cubicBezTo>
                  <a:pt x="1647630" y="4901181"/>
                  <a:pt x="1744612" y="4934684"/>
                  <a:pt x="1841593" y="4966424"/>
                </a:cubicBezTo>
                <a:cubicBezTo>
                  <a:pt x="1940337" y="4996399"/>
                  <a:pt x="2039081" y="5021085"/>
                  <a:pt x="2139590" y="5038718"/>
                </a:cubicBezTo>
                <a:cubicBezTo>
                  <a:pt x="2539856" y="5112776"/>
                  <a:pt x="2957758" y="5084563"/>
                  <a:pt x="3347445" y="4964659"/>
                </a:cubicBezTo>
                <a:cubicBezTo>
                  <a:pt x="3541407" y="4902945"/>
                  <a:pt x="3728316" y="4818307"/>
                  <a:pt x="3902883" y="4712509"/>
                </a:cubicBezTo>
                <a:cubicBezTo>
                  <a:pt x="4077448" y="4604948"/>
                  <a:pt x="4237908" y="4479755"/>
                  <a:pt x="4382498" y="4335165"/>
                </a:cubicBezTo>
                <a:cubicBezTo>
                  <a:pt x="4525324" y="4190575"/>
                  <a:pt x="4652281" y="4030114"/>
                  <a:pt x="4758079" y="3855549"/>
                </a:cubicBezTo>
                <a:cubicBezTo>
                  <a:pt x="4863876" y="3680982"/>
                  <a:pt x="4946752" y="3492311"/>
                  <a:pt x="5008466" y="3298349"/>
                </a:cubicBezTo>
                <a:cubicBezTo>
                  <a:pt x="5018165" y="3336259"/>
                  <a:pt x="5027422" y="3375051"/>
                  <a:pt x="5035578" y="3414285"/>
                </a:cubicBezTo>
                <a:lnTo>
                  <a:pt x="5039333" y="3436011"/>
                </a:lnTo>
                <a:lnTo>
                  <a:pt x="4972399" y="3618891"/>
                </a:lnTo>
                <a:cubicBezTo>
                  <a:pt x="4838158" y="3936271"/>
                  <a:pt x="4643909" y="4222090"/>
                  <a:pt x="4403875" y="4462124"/>
                </a:cubicBezTo>
                <a:lnTo>
                  <a:pt x="4253822" y="4598501"/>
                </a:lnTo>
                <a:lnTo>
                  <a:pt x="4172842" y="4661928"/>
                </a:lnTo>
                <a:cubicBezTo>
                  <a:pt x="3869931" y="4884512"/>
                  <a:pt x="3518926" y="5042465"/>
                  <a:pt x="3151720" y="5118067"/>
                </a:cubicBezTo>
                <a:cubicBezTo>
                  <a:pt x="2941887" y="5162148"/>
                  <a:pt x="2728530" y="5178019"/>
                  <a:pt x="2515170" y="5170966"/>
                </a:cubicBezTo>
                <a:cubicBezTo>
                  <a:pt x="2407610" y="5169201"/>
                  <a:pt x="2301813" y="5156859"/>
                  <a:pt x="2196015" y="5140989"/>
                </a:cubicBezTo>
                <a:cubicBezTo>
                  <a:pt x="2169565" y="5137462"/>
                  <a:pt x="2143116" y="5132173"/>
                  <a:pt x="2116666" y="5126882"/>
                </a:cubicBezTo>
                <a:cubicBezTo>
                  <a:pt x="2091980" y="5121593"/>
                  <a:pt x="2065532" y="5118067"/>
                  <a:pt x="2039081" y="5111014"/>
                </a:cubicBezTo>
                <a:cubicBezTo>
                  <a:pt x="1986183" y="5096907"/>
                  <a:pt x="1935048" y="5086327"/>
                  <a:pt x="1883912" y="5070457"/>
                </a:cubicBezTo>
                <a:lnTo>
                  <a:pt x="1808091" y="5047535"/>
                </a:lnTo>
                <a:lnTo>
                  <a:pt x="1732268" y="5021085"/>
                </a:lnTo>
                <a:cubicBezTo>
                  <a:pt x="1681134" y="5003452"/>
                  <a:pt x="1631762" y="4982292"/>
                  <a:pt x="1582389" y="4962897"/>
                </a:cubicBezTo>
                <a:cubicBezTo>
                  <a:pt x="1557703" y="4952317"/>
                  <a:pt x="1534780" y="4939973"/>
                  <a:pt x="1510094" y="4929394"/>
                </a:cubicBezTo>
                <a:cubicBezTo>
                  <a:pt x="1485407" y="4917051"/>
                  <a:pt x="1460721" y="4906472"/>
                  <a:pt x="1437799" y="4894128"/>
                </a:cubicBezTo>
                <a:cubicBezTo>
                  <a:pt x="1390190" y="4869442"/>
                  <a:pt x="1342582" y="4846520"/>
                  <a:pt x="1296736" y="4818307"/>
                </a:cubicBezTo>
                <a:cubicBezTo>
                  <a:pt x="1273812" y="4804201"/>
                  <a:pt x="1250890" y="4791857"/>
                  <a:pt x="1227967" y="4777750"/>
                </a:cubicBezTo>
                <a:lnTo>
                  <a:pt x="1160962" y="4733669"/>
                </a:lnTo>
                <a:lnTo>
                  <a:pt x="1127460" y="4712509"/>
                </a:lnTo>
                <a:lnTo>
                  <a:pt x="1095721" y="4689586"/>
                </a:lnTo>
                <a:lnTo>
                  <a:pt x="1030478" y="4641978"/>
                </a:lnTo>
                <a:cubicBezTo>
                  <a:pt x="945840" y="4576735"/>
                  <a:pt x="864728" y="4507968"/>
                  <a:pt x="788908" y="4433909"/>
                </a:cubicBezTo>
                <a:cubicBezTo>
                  <a:pt x="711323" y="4359851"/>
                  <a:pt x="640791" y="4280502"/>
                  <a:pt x="573786" y="4199390"/>
                </a:cubicBezTo>
                <a:cubicBezTo>
                  <a:pt x="508543" y="4116516"/>
                  <a:pt x="445065" y="4030114"/>
                  <a:pt x="390403" y="3940187"/>
                </a:cubicBezTo>
                <a:cubicBezTo>
                  <a:pt x="362191" y="3896104"/>
                  <a:pt x="337505" y="3848496"/>
                  <a:pt x="311054" y="3802650"/>
                </a:cubicBezTo>
                <a:cubicBezTo>
                  <a:pt x="296948" y="3779727"/>
                  <a:pt x="286368" y="3755041"/>
                  <a:pt x="274026" y="3732119"/>
                </a:cubicBezTo>
                <a:cubicBezTo>
                  <a:pt x="261682" y="3709195"/>
                  <a:pt x="249340" y="3686273"/>
                  <a:pt x="238760" y="3661587"/>
                </a:cubicBezTo>
                <a:lnTo>
                  <a:pt x="207021" y="3589291"/>
                </a:lnTo>
                <a:cubicBezTo>
                  <a:pt x="201730" y="3576949"/>
                  <a:pt x="196441" y="3564605"/>
                  <a:pt x="191150" y="3552263"/>
                </a:cubicBezTo>
                <a:lnTo>
                  <a:pt x="177044" y="3515233"/>
                </a:lnTo>
                <a:lnTo>
                  <a:pt x="148831" y="3441174"/>
                </a:lnTo>
                <a:cubicBezTo>
                  <a:pt x="140016" y="3416488"/>
                  <a:pt x="132963" y="3390040"/>
                  <a:pt x="124145" y="3365354"/>
                </a:cubicBezTo>
                <a:cubicBezTo>
                  <a:pt x="106512" y="3315982"/>
                  <a:pt x="94170" y="3264845"/>
                  <a:pt x="80064" y="3213711"/>
                </a:cubicBezTo>
                <a:cubicBezTo>
                  <a:pt x="73011" y="3187260"/>
                  <a:pt x="67720" y="3162574"/>
                  <a:pt x="62431" y="3136126"/>
                </a:cubicBezTo>
                <a:cubicBezTo>
                  <a:pt x="57140" y="3109675"/>
                  <a:pt x="51851" y="3084989"/>
                  <a:pt x="46560" y="3058541"/>
                </a:cubicBezTo>
                <a:cubicBezTo>
                  <a:pt x="27165" y="2954506"/>
                  <a:pt x="11295" y="2850472"/>
                  <a:pt x="6006" y="2744675"/>
                </a:cubicBezTo>
                <a:cubicBezTo>
                  <a:pt x="-8101" y="2534842"/>
                  <a:pt x="2479" y="2323247"/>
                  <a:pt x="39507" y="2115178"/>
                </a:cubicBezTo>
                <a:lnTo>
                  <a:pt x="53614" y="2037594"/>
                </a:lnTo>
                <a:cubicBezTo>
                  <a:pt x="58904" y="2011145"/>
                  <a:pt x="65958" y="1986459"/>
                  <a:pt x="71247" y="1960009"/>
                </a:cubicBezTo>
                <a:cubicBezTo>
                  <a:pt x="78300" y="1935323"/>
                  <a:pt x="83591" y="1908874"/>
                  <a:pt x="90644" y="1884188"/>
                </a:cubicBezTo>
                <a:lnTo>
                  <a:pt x="113566" y="1808366"/>
                </a:lnTo>
                <a:cubicBezTo>
                  <a:pt x="117092" y="1796023"/>
                  <a:pt x="120619" y="1783679"/>
                  <a:pt x="124145" y="1771337"/>
                </a:cubicBezTo>
                <a:lnTo>
                  <a:pt x="136489" y="1732545"/>
                </a:lnTo>
                <a:lnTo>
                  <a:pt x="162938" y="1658487"/>
                </a:lnTo>
                <a:cubicBezTo>
                  <a:pt x="173518" y="1633801"/>
                  <a:pt x="182335" y="1609114"/>
                  <a:pt x="192915" y="1584428"/>
                </a:cubicBezTo>
                <a:cubicBezTo>
                  <a:pt x="201730" y="1559742"/>
                  <a:pt x="212310" y="1535056"/>
                  <a:pt x="222890" y="1512132"/>
                </a:cubicBezTo>
                <a:cubicBezTo>
                  <a:pt x="245813" y="1464524"/>
                  <a:pt x="266973" y="1416915"/>
                  <a:pt x="291659" y="1371069"/>
                </a:cubicBezTo>
                <a:cubicBezTo>
                  <a:pt x="304001" y="1348147"/>
                  <a:pt x="316345" y="1325223"/>
                  <a:pt x="328687" y="1302302"/>
                </a:cubicBezTo>
                <a:lnTo>
                  <a:pt x="369244" y="1233532"/>
                </a:lnTo>
                <a:cubicBezTo>
                  <a:pt x="383350" y="1210610"/>
                  <a:pt x="397457" y="1187687"/>
                  <a:pt x="411563" y="1166527"/>
                </a:cubicBezTo>
                <a:lnTo>
                  <a:pt x="453882" y="1101286"/>
                </a:lnTo>
                <a:lnTo>
                  <a:pt x="499728" y="1037808"/>
                </a:lnTo>
                <a:cubicBezTo>
                  <a:pt x="515596" y="1014884"/>
                  <a:pt x="531467" y="993724"/>
                  <a:pt x="547336" y="974329"/>
                </a:cubicBezTo>
                <a:cubicBezTo>
                  <a:pt x="676057" y="810342"/>
                  <a:pt x="824173" y="660463"/>
                  <a:pt x="988159" y="531742"/>
                </a:cubicBezTo>
                <a:cubicBezTo>
                  <a:pt x="1153908" y="403022"/>
                  <a:pt x="1333764" y="293698"/>
                  <a:pt x="1524200" y="209060"/>
                </a:cubicBezTo>
                <a:close/>
                <a:moveTo>
                  <a:pt x="3479692" y="202007"/>
                </a:moveTo>
                <a:cubicBezTo>
                  <a:pt x="3511432" y="210822"/>
                  <a:pt x="3544933" y="219640"/>
                  <a:pt x="3576673" y="230220"/>
                </a:cubicBezTo>
                <a:lnTo>
                  <a:pt x="3673655" y="263721"/>
                </a:lnTo>
                <a:cubicBezTo>
                  <a:pt x="3969888" y="406549"/>
                  <a:pt x="4236144" y="607564"/>
                  <a:pt x="4454792" y="850899"/>
                </a:cubicBezTo>
                <a:lnTo>
                  <a:pt x="4400131" y="801526"/>
                </a:lnTo>
                <a:cubicBezTo>
                  <a:pt x="4380734" y="785656"/>
                  <a:pt x="4363101" y="769787"/>
                  <a:pt x="4343706" y="753917"/>
                </a:cubicBezTo>
                <a:cubicBezTo>
                  <a:pt x="4096845" y="514109"/>
                  <a:pt x="3802374" y="323673"/>
                  <a:pt x="3479692" y="202007"/>
                </a:cubicBezTo>
                <a:close/>
                <a:moveTo>
                  <a:pt x="2955994" y="198480"/>
                </a:moveTo>
                <a:lnTo>
                  <a:pt x="2996548" y="198480"/>
                </a:lnTo>
                <a:lnTo>
                  <a:pt x="3070607" y="212587"/>
                </a:lnTo>
                <a:lnTo>
                  <a:pt x="3144665" y="230220"/>
                </a:lnTo>
                <a:lnTo>
                  <a:pt x="3181695" y="239035"/>
                </a:lnTo>
                <a:cubicBezTo>
                  <a:pt x="3194037" y="242562"/>
                  <a:pt x="3206381" y="246088"/>
                  <a:pt x="3218723" y="249615"/>
                </a:cubicBezTo>
                <a:lnTo>
                  <a:pt x="3291019" y="270774"/>
                </a:lnTo>
                <a:cubicBezTo>
                  <a:pt x="3386237" y="302514"/>
                  <a:pt x="3481455" y="337780"/>
                  <a:pt x="3573146" y="381863"/>
                </a:cubicBezTo>
                <a:cubicBezTo>
                  <a:pt x="3758291" y="466501"/>
                  <a:pt x="3929331" y="577587"/>
                  <a:pt x="4084501" y="706309"/>
                </a:cubicBezTo>
                <a:cubicBezTo>
                  <a:pt x="4072157" y="699255"/>
                  <a:pt x="4058051" y="693965"/>
                  <a:pt x="4045708" y="686911"/>
                </a:cubicBezTo>
                <a:cubicBezTo>
                  <a:pt x="4040418" y="683385"/>
                  <a:pt x="4033364" y="679858"/>
                  <a:pt x="4028076" y="676332"/>
                </a:cubicBezTo>
                <a:cubicBezTo>
                  <a:pt x="3684233" y="411838"/>
                  <a:pt x="3266333" y="244326"/>
                  <a:pt x="2836090" y="200243"/>
                </a:cubicBezTo>
                <a:lnTo>
                  <a:pt x="2915437" y="200243"/>
                </a:lnTo>
                <a:close/>
                <a:moveTo>
                  <a:pt x="2590991" y="150870"/>
                </a:moveTo>
                <a:lnTo>
                  <a:pt x="2495773" y="164977"/>
                </a:lnTo>
                <a:lnTo>
                  <a:pt x="2471087" y="168503"/>
                </a:lnTo>
                <a:lnTo>
                  <a:pt x="2446401" y="173792"/>
                </a:lnTo>
                <a:lnTo>
                  <a:pt x="2398793" y="184372"/>
                </a:lnTo>
                <a:cubicBezTo>
                  <a:pt x="2114902" y="207296"/>
                  <a:pt x="1836302" y="281354"/>
                  <a:pt x="1580625" y="403020"/>
                </a:cubicBezTo>
                <a:cubicBezTo>
                  <a:pt x="1324947" y="522924"/>
                  <a:pt x="1090430" y="692200"/>
                  <a:pt x="892941" y="894980"/>
                </a:cubicBezTo>
                <a:cubicBezTo>
                  <a:pt x="972288" y="792709"/>
                  <a:pt x="1060453" y="695727"/>
                  <a:pt x="1159197" y="605800"/>
                </a:cubicBezTo>
                <a:cubicBezTo>
                  <a:pt x="1261468" y="529977"/>
                  <a:pt x="1372557" y="464737"/>
                  <a:pt x="1485407" y="406547"/>
                </a:cubicBezTo>
                <a:cubicBezTo>
                  <a:pt x="1543595" y="378334"/>
                  <a:pt x="1601785" y="351886"/>
                  <a:pt x="1659972" y="327200"/>
                </a:cubicBezTo>
                <a:lnTo>
                  <a:pt x="1749901" y="293696"/>
                </a:lnTo>
                <a:cubicBezTo>
                  <a:pt x="1778114" y="283117"/>
                  <a:pt x="1809853" y="274301"/>
                  <a:pt x="1839828" y="263721"/>
                </a:cubicBezTo>
                <a:cubicBezTo>
                  <a:pt x="1961496" y="226691"/>
                  <a:pt x="2086689" y="194952"/>
                  <a:pt x="2211884" y="177319"/>
                </a:cubicBezTo>
                <a:cubicBezTo>
                  <a:pt x="2337077" y="159686"/>
                  <a:pt x="2464034" y="150870"/>
                  <a:pt x="2590991" y="150870"/>
                </a:cubicBezTo>
                <a:close/>
                <a:moveTo>
                  <a:pt x="2522251" y="412"/>
                </a:moveTo>
                <a:cubicBezTo>
                  <a:pt x="2785505" y="-4299"/>
                  <a:pt x="3049008" y="31407"/>
                  <a:pt x="3301599" y="106789"/>
                </a:cubicBezTo>
                <a:cubicBezTo>
                  <a:pt x="3278677" y="103263"/>
                  <a:pt x="3255753" y="99736"/>
                  <a:pt x="3236358" y="96209"/>
                </a:cubicBezTo>
                <a:cubicBezTo>
                  <a:pt x="3213434" y="92683"/>
                  <a:pt x="3190512" y="90918"/>
                  <a:pt x="3167589" y="89156"/>
                </a:cubicBezTo>
                <a:cubicBezTo>
                  <a:pt x="3107637" y="73286"/>
                  <a:pt x="3045922" y="62706"/>
                  <a:pt x="2984206" y="52126"/>
                </a:cubicBezTo>
                <a:cubicBezTo>
                  <a:pt x="2952467" y="48600"/>
                  <a:pt x="2922492" y="43311"/>
                  <a:pt x="2890753" y="39784"/>
                </a:cubicBezTo>
                <a:cubicBezTo>
                  <a:pt x="2859013" y="36257"/>
                  <a:pt x="2829036" y="32731"/>
                  <a:pt x="2797297" y="30967"/>
                </a:cubicBezTo>
                <a:cubicBezTo>
                  <a:pt x="2765558" y="29204"/>
                  <a:pt x="2735583" y="23913"/>
                  <a:pt x="2703844" y="23913"/>
                </a:cubicBezTo>
                <a:lnTo>
                  <a:pt x="2610388" y="20387"/>
                </a:lnTo>
                <a:cubicBezTo>
                  <a:pt x="2578649" y="20387"/>
                  <a:pt x="2548674" y="22151"/>
                  <a:pt x="2516935" y="22151"/>
                </a:cubicBezTo>
                <a:lnTo>
                  <a:pt x="2469325" y="23913"/>
                </a:lnTo>
                <a:cubicBezTo>
                  <a:pt x="2455218" y="25678"/>
                  <a:pt x="2439350" y="25678"/>
                  <a:pt x="2423479" y="27440"/>
                </a:cubicBezTo>
                <a:cubicBezTo>
                  <a:pt x="2173092" y="41546"/>
                  <a:pt x="1926231" y="94445"/>
                  <a:pt x="1691714" y="182610"/>
                </a:cubicBezTo>
                <a:cubicBezTo>
                  <a:pt x="1705820" y="175557"/>
                  <a:pt x="1716400" y="170268"/>
                  <a:pt x="1725215" y="164977"/>
                </a:cubicBezTo>
                <a:cubicBezTo>
                  <a:pt x="1734033" y="161450"/>
                  <a:pt x="1742848" y="156161"/>
                  <a:pt x="1751666" y="152635"/>
                </a:cubicBezTo>
                <a:cubicBezTo>
                  <a:pt x="1769298" y="143817"/>
                  <a:pt x="1786931" y="135002"/>
                  <a:pt x="1818671" y="122658"/>
                </a:cubicBezTo>
                <a:cubicBezTo>
                  <a:pt x="1834539" y="115605"/>
                  <a:pt x="1853937" y="108551"/>
                  <a:pt x="1876858" y="101498"/>
                </a:cubicBezTo>
                <a:cubicBezTo>
                  <a:pt x="1899782" y="94445"/>
                  <a:pt x="1927995" y="83865"/>
                  <a:pt x="1963261" y="75050"/>
                </a:cubicBezTo>
                <a:cubicBezTo>
                  <a:pt x="1998527" y="66232"/>
                  <a:pt x="2039081" y="55653"/>
                  <a:pt x="2088454" y="45073"/>
                </a:cubicBezTo>
                <a:cubicBezTo>
                  <a:pt x="2113140" y="41546"/>
                  <a:pt x="2139590" y="36257"/>
                  <a:pt x="2167803" y="30967"/>
                </a:cubicBezTo>
                <a:cubicBezTo>
                  <a:pt x="2181909" y="29204"/>
                  <a:pt x="2196015" y="25678"/>
                  <a:pt x="2211884" y="23913"/>
                </a:cubicBezTo>
                <a:cubicBezTo>
                  <a:pt x="2225990" y="22151"/>
                  <a:pt x="2243623" y="20387"/>
                  <a:pt x="2259494" y="18624"/>
                </a:cubicBezTo>
                <a:cubicBezTo>
                  <a:pt x="2346777" y="8045"/>
                  <a:pt x="2434499" y="1984"/>
                  <a:pt x="2522251" y="41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</p:spTree>
    <p:extLst>
      <p:ext uri="{BB962C8B-B14F-4D97-AF65-F5344CB8AC3E}">
        <p14:creationId xmlns:p14="http://schemas.microsoft.com/office/powerpoint/2010/main" val="270705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rtlCol="0"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 rtlCol="0"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3783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03B4A2F-5217-4795-8F6B-BFD7CF4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332C6E1E-0AF9-4CBB-8AF8-AE4DF400F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B21A256C-91C2-4AC0-B272-C68D44C3E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 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508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152525"/>
            <a:ext cx="5508000" cy="50387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312EF92-D0F7-4157-AFAF-E4A3058C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B74888-33BB-4321-ABBD-249FF79001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F53E52F9-0BF1-4A0A-B070-5CF233041D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 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508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 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508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53200" y="1584325"/>
            <a:ext cx="5508000" cy="4606925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3200" y="1152525"/>
            <a:ext cx="5508000" cy="358775"/>
          </a:xfrm>
        </p:spPr>
        <p:txBody>
          <a:bodyPr rtlCol="0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4307A33-2967-4899-A40F-2B187086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21E492D2-A4F7-402D-8D63-336C432729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9C6AEB5-34C4-41E3-AF24-81740A755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2E0109-A852-4B1A-84CE-848A1D6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C962B4-1A24-4802-B0E3-A18DD380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50B94B-1D31-4C5A-8138-5F7EC4E5A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C1F9D68-D408-4753-A4A2-75AC2CD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7B0D1A-A27D-4434-9AAE-AAE33E2C5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E17A8530-3866-411E-B986-53F7E246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Объект 2">
            <a:extLst>
              <a:ext uri="{FF2B5EF4-FFF2-40B4-BE49-F238E27FC236}">
                <a16:creationId xmlns:a16="http://schemas.microsoft.com/office/drawing/2014/main" id="{87B8423A-8ECB-46CC-AA96-AFD30DF2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292" y="359999"/>
            <a:ext cx="6579707" cy="5764939"/>
          </a:xfrm>
        </p:spPr>
        <p:txBody>
          <a:bodyPr rtlCol="0"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 3">
            <a:extLst>
              <a:ext uri="{FF2B5EF4-FFF2-40B4-BE49-F238E27FC236}">
                <a16:creationId xmlns:a16="http://schemas.microsoft.com/office/drawing/2014/main" id="{0CA8C527-C631-42AF-94C4-70728E245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000" y="3960000"/>
            <a:ext cx="4186800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7674D4AD-4133-4DB9-B1FD-CF7D8D1B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9"/>
            <a:ext cx="4186800" cy="3400227"/>
          </a:xfrm>
        </p:spPr>
        <p:txBody>
          <a:bodyPr rtlCol="0" anchor="b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F12DF4A-E965-4E74-8613-208AEAED1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E03D32-E1DA-40B5-B3BC-A1FA9604F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5196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 rtl="0"/>
            <a:endParaRPr lang="ru-RU" noProof="0" dirty="0"/>
          </a:p>
        </p:txBody>
      </p:sp>
      <p:sp>
        <p:nvSpPr>
          <p:cNvPr id="3" name="Рисунок 2" descr="Изображение">
            <a:extLst>
              <a:ext uri="{FF2B5EF4-FFF2-40B4-BE49-F238E27FC236}">
                <a16:creationId xmlns:a16="http://schemas.microsoft.com/office/drawing/2014/main" id="{6E51F880-E841-47CE-8E64-B0D1C6EF00F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91" y="359999"/>
            <a:ext cx="6579708" cy="576493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dirty="0"/>
              <a:t>Вставьте или перетащите свое фото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82207D3A-6D77-4068-8652-5FE1DE2D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8"/>
            <a:ext cx="4186799" cy="3400228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1" name="Текст 3">
            <a:extLst>
              <a:ext uri="{FF2B5EF4-FFF2-40B4-BE49-F238E27FC236}">
                <a16:creationId xmlns:a16="http://schemas.microsoft.com/office/drawing/2014/main" id="{917DEB87-DE66-4311-84F4-4A1AE244A9D6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59999" y="3960000"/>
            <a:ext cx="4186799" cy="216493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F37FB2-C8E4-48B7-AD0B-D7D416D5BA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15922EC6-D3E6-47C7-AA58-7987C644DB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algn="ctr" rtl="0"/>
            <a:fld id="{B67B645E-C5E5-4727-B977-D372A0AA71D9}" type="slidenum">
              <a:rPr lang="ru-RU" noProof="0" smtClean="0"/>
              <a:pPr algn="ctr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71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1822"/>
            </a:gs>
            <a:gs pos="92690">
              <a:srgbClr val="141822"/>
            </a:gs>
            <a:gs pos="76000">
              <a:schemeClr val="accent3">
                <a:lumMod val="75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B67B645E-C5E5-4727-B977-D372A0AA71D9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6E215A-5CBB-4D87-AC07-D4489F92376D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75" r:id="rId13"/>
    <p:sldLayoutId id="2147483650" r:id="rId14"/>
    <p:sldLayoutId id="2147483652" r:id="rId15"/>
    <p:sldLayoutId id="2147483653" r:id="rId16"/>
    <p:sldLayoutId id="2147483654" r:id="rId17"/>
    <p:sldLayoutId id="2147483655" r:id="rId18"/>
    <p:sldLayoutId id="2147483677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3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1.png"/><Relationship Id="rId1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ebp"/><Relationship Id="rId13" Type="http://schemas.openxmlformats.org/officeDocument/2006/relationships/diagramColors" Target="../diagrams/colors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QuickStyle" Target="../diagrams/quickStyle7.xml"/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11" Type="http://schemas.openxmlformats.org/officeDocument/2006/relationships/diagramLayout" Target="../diagrams/layout7.xml"/><Relationship Id="rId5" Type="http://schemas.openxmlformats.org/officeDocument/2006/relationships/diagramQuickStyle" Target="../diagrams/quickStyle6.xml"/><Relationship Id="rId10" Type="http://schemas.openxmlformats.org/officeDocument/2006/relationships/diagramData" Target="../diagrams/data7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8.png"/><Relationship Id="rId14" Type="http://schemas.microsoft.com/office/2007/relationships/diagramDrawing" Target="../diagrams/drawing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.jp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1319841" y="511294"/>
            <a:ext cx="9950407" cy="1008383"/>
          </a:xfrm>
        </p:spPr>
        <p:txBody>
          <a:bodyPr>
            <a:normAutofit/>
          </a:bodyPr>
          <a:lstStyle/>
          <a:p>
            <a:r>
              <a:rPr lang="ru-RU" dirty="0" smtClean="0"/>
              <a:t>Отчет о прохождении стажировки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4266836" y="1617130"/>
            <a:ext cx="5636289" cy="142799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ru-RU" sz="4400" cap="none" dirty="0" smtClean="0">
                <a:latin typeface="Arial Black" panose="020B0A04020102020204" pitchFamily="34" charset="0"/>
              </a:rPr>
              <a:t>Школа 21 · основное обучение</a:t>
            </a:r>
          </a:p>
          <a:p>
            <a:pPr lvl="0" algn="l">
              <a:buClr>
                <a:srgbClr val="1CADE4"/>
              </a:buClr>
            </a:pPr>
            <a:r>
              <a:rPr lang="en-US" sz="4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r>
              <a:rPr lang="ru-RU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ru-RU" sz="4400" cap="none" dirty="0">
                <a:solidFill>
                  <a:srgbClr val="25B99A"/>
                </a:solidFill>
                <a:latin typeface="Arial Black" panose="020B0A04020102020204" pitchFamily="34" charset="0"/>
              </a:rPr>
              <a:t>в</a:t>
            </a:r>
            <a:r>
              <a:rPr lang="en-US" sz="4400" dirty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r>
              <a:rPr lang="en-US" sz="4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</a:t>
            </a:r>
            <a:r>
              <a:rPr lang="en-US" sz="4400" cap="none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killSpace</a:t>
            </a:r>
            <a:endParaRPr lang="ru-RU" sz="4400" cap="none" dirty="0" smtClean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pPr lvl="0" algn="l">
              <a:buClr>
                <a:srgbClr val="1CADE4"/>
              </a:buClr>
            </a:pPr>
            <a:r>
              <a:rPr lang="ru-RU" sz="4400" cap="none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16.06.2026 – 12.09.2026</a:t>
            </a:r>
            <a:r>
              <a:rPr lang="ru-RU" sz="4400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  </a:t>
            </a:r>
            <a:endParaRPr lang="ru-RU" sz="4400" dirty="0">
              <a:solidFill>
                <a:srgbClr val="FFFF00"/>
              </a:solidFill>
            </a:endParaRPr>
          </a:p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</p:spPr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r="4858"/>
          <a:stretch>
            <a:fillRect/>
          </a:stretch>
        </p:blipFill>
        <p:spPr>
          <a:xfrm>
            <a:off x="615022" y="1581196"/>
            <a:ext cx="3481387" cy="4957762"/>
          </a:xfrm>
        </p:spPr>
      </p:pic>
      <p:sp>
        <p:nvSpPr>
          <p:cNvPr id="15" name="Прямоугольник 14"/>
          <p:cNvSpPr/>
          <p:nvPr/>
        </p:nvSpPr>
        <p:spPr>
          <a:xfrm>
            <a:off x="6783056" y="5900083"/>
            <a:ext cx="48358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4000" b="1" cap="all" spc="100" dirty="0">
                <a:solidFill>
                  <a:srgbClr val="A474FF"/>
                </a:solidFill>
              </a:rPr>
              <a:t>Щербинина Ольга</a:t>
            </a:r>
            <a:endParaRPr lang="ru-RU" sz="1600" dirty="0">
              <a:solidFill>
                <a:srgbClr val="A474FF"/>
              </a:solidFill>
            </a:endParaRP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899140" y="2907102"/>
            <a:ext cx="7944928" cy="2208362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8575">
            <a:solidFill>
              <a:srgbClr val="B1EA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i="1" dirty="0"/>
              <a:t>Здравствуйте, коллеги! Меня зовут Ольга. Сегодня я расскажу о своей трёхмесячной стажировке в роли QA-стажёра в компании SkillSpace. Я работала 20 часов в неделю в команде тестирования и успела не только освоить реальные процессы, но и внести свой вклад в качество продукта.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2588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630762" y="1503487"/>
            <a:ext cx="4974001" cy="2662736"/>
          </a:xfrm>
          <a:gradFill flip="none" rotWithShape="1">
            <a:gsLst>
              <a:gs pos="0">
                <a:srgbClr val="1A6F77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Конструктор </a:t>
            </a:r>
            <a:r>
              <a:rPr lang="ru-RU" sz="1400" b="1" dirty="0">
                <a:solidFill>
                  <a:srgbClr val="25B99A"/>
                </a:solidFill>
              </a:rPr>
              <a:t>курсов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уроки с контентом, 9 типов </a:t>
            </a:r>
            <a:r>
              <a:rPr lang="ru-RU" sz="1400" dirty="0" smtClean="0">
                <a:solidFill>
                  <a:schemeClr val="bg1"/>
                </a:solidFill>
              </a:rPr>
              <a:t>тестов, </a:t>
            </a:r>
            <a:r>
              <a:rPr lang="ru-RU" sz="1400" dirty="0">
                <a:solidFill>
                  <a:schemeClr val="bg1"/>
                </a:solidFill>
              </a:rPr>
              <a:t>практические </a:t>
            </a:r>
            <a:r>
              <a:rPr lang="ru-RU" sz="1400" dirty="0" smtClean="0">
                <a:solidFill>
                  <a:schemeClr val="bg1"/>
                </a:solidFill>
              </a:rPr>
              <a:t>задания.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Вебинарная платформа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встроенные трансляции, авто-запись, </a:t>
            </a:r>
            <a:r>
              <a:rPr lang="ru-RU" sz="1400" dirty="0" smtClean="0">
                <a:solidFill>
                  <a:schemeClr val="bg1"/>
                </a:solidFill>
              </a:rPr>
              <a:t>каталог.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5B99A"/>
                </a:solidFill>
              </a:rPr>
              <a:t>Аналитика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b="1" dirty="0">
                <a:solidFill>
                  <a:srgbClr val="25B99A"/>
                </a:solidFill>
              </a:rPr>
              <a:t>—</a:t>
            </a:r>
            <a:r>
              <a:rPr lang="ru-RU" sz="1400" dirty="0">
                <a:solidFill>
                  <a:schemeClr val="bg1"/>
                </a:solidFill>
              </a:rPr>
              <a:t> детальная статистика по ученикам, прогрессу, результатам 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25B99A"/>
                </a:solidFill>
              </a:rPr>
              <a:t>Интеграции</a:t>
            </a:r>
            <a:r>
              <a:rPr lang="ru-RU" sz="1400" b="1" dirty="0">
                <a:solidFill>
                  <a:srgbClr val="25B99A"/>
                </a:solidFill>
              </a:rPr>
              <a:t> —</a:t>
            </a:r>
            <a:r>
              <a:rPr lang="ru-RU" sz="1400" b="1" dirty="0" smtClean="0">
                <a:solidFill>
                  <a:srgbClr val="25B99A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Tilda</a:t>
            </a:r>
            <a:r>
              <a:rPr lang="ru-RU" sz="1400" dirty="0">
                <a:solidFill>
                  <a:schemeClr val="bg1"/>
                </a:solidFill>
              </a:rPr>
              <a:t> (конструктор сайтов), Bitrix24 (система для управления бизнесом и CRM), Telegram, оплата через </a:t>
            </a:r>
            <a:r>
              <a:rPr lang="ru-RU" sz="1400" dirty="0" err="1" smtClean="0">
                <a:solidFill>
                  <a:schemeClr val="bg1"/>
                </a:solidFill>
              </a:rPr>
              <a:t>эквайринг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О компании</a:t>
            </a:r>
            <a:r>
              <a:rPr lang="en-US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SkillSpace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111856723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2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00957B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726958"/>
            <a:ext cx="1132726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Полный набор инструментов для запуска онлайн-школы: от конструктора курсов до аналитики успеваемости.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2276" y="1270422"/>
            <a:ext cx="3893038" cy="28958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3346" y="1270422"/>
            <a:ext cx="3662880" cy="289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822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788" y="1102273"/>
            <a:ext cx="4895316" cy="305565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2321829"/>
            <a:ext cx="6159280" cy="1799690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Открытость и гибкость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 идеи каждого имеют вес, а процессы умеют меняться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Поддержка новичков:</a:t>
            </a:r>
            <a:r>
              <a:rPr lang="ru-RU" sz="1400" b="1" dirty="0">
                <a:solidFill>
                  <a:schemeClr val="bg1"/>
                </a:solidFill>
              </a:rPr>
              <a:t> </a:t>
            </a:r>
            <a:r>
              <a:rPr lang="ru-RU" sz="1400" dirty="0" err="1">
                <a:solidFill>
                  <a:schemeClr val="bg1"/>
                </a:solidFill>
              </a:rPr>
              <a:t>онбординг</a:t>
            </a:r>
            <a:r>
              <a:rPr lang="ru-RU" sz="1400" dirty="0">
                <a:solidFill>
                  <a:schemeClr val="bg1"/>
                </a:solidFill>
              </a:rPr>
              <a:t> — это путь с наставником, а не просто галочка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Фокус </a:t>
            </a:r>
            <a:r>
              <a:rPr lang="ru-RU" sz="1400" b="1" dirty="0">
                <a:solidFill>
                  <a:srgbClr val="1C8BF5"/>
                </a:solidFill>
              </a:rPr>
              <a:t>на развитии:</a:t>
            </a:r>
            <a:r>
              <a:rPr lang="ru-RU" sz="1400" dirty="0">
                <a:solidFill>
                  <a:schemeClr val="bg1"/>
                </a:solidFill>
              </a:rPr>
              <a:t> доступ к обучению и карьерному росту через платформу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Прозрачная коммуникация: </a:t>
            </a:r>
            <a:r>
              <a:rPr lang="ru-RU" sz="1400" dirty="0">
                <a:solidFill>
                  <a:schemeClr val="bg1"/>
                </a:solidFill>
              </a:rPr>
              <a:t>  открытые каналы обмена информацией, регулярные обсуждения.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550160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Культура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SkiilSpace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737304121"/>
              </p:ext>
            </p:extLst>
          </p:nvPr>
        </p:nvGraphicFramePr>
        <p:xfrm>
          <a:off x="252422" y="4485736"/>
          <a:ext cx="11730682" cy="2271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3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78539"/>
            <a:ext cx="72373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SkillSpace создаёт гармоничную внутреннюю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среду.</a:t>
            </a:r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 </a:t>
            </a:r>
            <a:endParaRPr lang="ru-RU" sz="1400" dirty="0">
              <a:solidFill>
                <a:prstClr val="white"/>
              </a:solidFill>
            </a:endParaRPr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252422" y="1007383"/>
            <a:ext cx="6159280" cy="1314446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В ней живут ценности, рождаются доверительные нормы общения и органично выстраиваются подходы к адаптации, воплощённые в собственных инструментах компании.</a:t>
            </a:r>
            <a:endParaRPr lang="ru-RU" sz="1400" b="1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9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1561014"/>
            <a:ext cx="3920415" cy="244792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485736" y="1561014"/>
            <a:ext cx="7497368" cy="2430727"/>
          </a:xfr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Новое </a:t>
            </a:r>
            <a:r>
              <a:rPr lang="ru-RU" sz="1400" b="1" dirty="0" err="1">
                <a:solidFill>
                  <a:srgbClr val="1C8BF5"/>
                </a:solidFill>
              </a:rPr>
              <a:t>iOS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smtClean="0">
                <a:solidFill>
                  <a:srgbClr val="1C8BF5"/>
                </a:solidFill>
              </a:rPr>
              <a:t>приложение: </a:t>
            </a:r>
            <a:r>
              <a:rPr lang="ru-RU" sz="1400" dirty="0">
                <a:solidFill>
                  <a:schemeClr val="bg1"/>
                </a:solidFill>
              </a:rPr>
              <a:t>— исправление критических ошибок </a:t>
            </a:r>
            <a:r>
              <a:rPr lang="ru-RU" sz="1400" dirty="0" smtClean="0">
                <a:solidFill>
                  <a:schemeClr val="bg1"/>
                </a:solidFill>
              </a:rPr>
              <a:t>и </a:t>
            </a:r>
            <a:r>
              <a:rPr lang="ru-RU" sz="1400" dirty="0">
                <a:solidFill>
                  <a:schemeClr val="bg1"/>
                </a:solidFill>
              </a:rPr>
              <a:t>перевод приложения на новый аккаунт </a:t>
            </a:r>
            <a:r>
              <a:rPr lang="ru-RU" sz="1400" dirty="0" err="1">
                <a:solidFill>
                  <a:schemeClr val="bg1"/>
                </a:solidFill>
              </a:rPr>
              <a:t>AppStore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1C8BF5"/>
                </a:solidFill>
              </a:rPr>
              <a:t>Обновление к</a:t>
            </a:r>
            <a:r>
              <a:rPr lang="ru-RU" sz="1400" b="1" dirty="0" smtClean="0">
                <a:solidFill>
                  <a:srgbClr val="1C8BF5"/>
                </a:solidFill>
              </a:rPr>
              <a:t>аталога </a:t>
            </a:r>
            <a:r>
              <a:rPr lang="ru-RU" sz="1400" b="1" dirty="0">
                <a:solidFill>
                  <a:srgbClr val="1C8BF5"/>
                </a:solidFill>
              </a:rPr>
              <a:t>курсов 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 для администраторов, визуальные доработки.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1C8BF5"/>
                </a:solidFill>
              </a:rPr>
              <a:t>Доработки </a:t>
            </a:r>
            <a:r>
              <a:rPr lang="ru-RU" sz="1400" b="1" dirty="0" err="1" smtClean="0">
                <a:solidFill>
                  <a:srgbClr val="1C8BF5"/>
                </a:solidFill>
              </a:rPr>
              <a:t>вебинаров</a:t>
            </a:r>
            <a:r>
              <a:rPr lang="ru-RU" sz="1400" b="1" dirty="0" smtClean="0">
                <a:solidFill>
                  <a:srgbClr val="1C8BF5"/>
                </a:solidFill>
              </a:rPr>
              <a:t>: </a:t>
            </a:r>
            <a:r>
              <a:rPr lang="ru-RU" sz="1400" dirty="0">
                <a:solidFill>
                  <a:schemeClr val="bg1"/>
                </a:solidFill>
              </a:rPr>
              <a:t> —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решение проблем с </a:t>
            </a:r>
            <a:r>
              <a:rPr lang="ru-RU" sz="1400" dirty="0" err="1">
                <a:solidFill>
                  <a:schemeClr val="bg1"/>
                </a:solidFill>
              </a:rPr>
              <a:t>автозаписью</a:t>
            </a:r>
            <a:r>
              <a:rPr lang="ru-RU" sz="1400" dirty="0">
                <a:solidFill>
                  <a:schemeClr val="bg1"/>
                </a:solidFill>
              </a:rPr>
              <a:t>, новый дизайн писем-напоминаний, функция удаления участников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1C8BF5"/>
                </a:solidFill>
              </a:rPr>
              <a:t>Редизайн</a:t>
            </a:r>
            <a:r>
              <a:rPr lang="ru-RU" sz="1400" b="1" dirty="0">
                <a:solidFill>
                  <a:srgbClr val="1C8BF5"/>
                </a:solidFill>
              </a:rPr>
              <a:t> </a:t>
            </a:r>
            <a:r>
              <a:rPr lang="ru-RU" sz="1400" b="1" dirty="0" err="1">
                <a:solidFill>
                  <a:srgbClr val="1C8BF5"/>
                </a:solidFill>
              </a:rPr>
              <a:t>раздела«Проверка</a:t>
            </a:r>
            <a:r>
              <a:rPr lang="ru-RU" sz="1400" b="1" dirty="0">
                <a:solidFill>
                  <a:srgbClr val="1C8BF5"/>
                </a:solidFill>
              </a:rPr>
              <a:t> заданий</a:t>
            </a:r>
            <a:r>
              <a:rPr lang="ru-RU" sz="1400" b="1" dirty="0" smtClean="0">
                <a:solidFill>
                  <a:srgbClr val="1C8BF5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мобильная версия, </a:t>
            </a:r>
            <a:r>
              <a:rPr lang="ru-RU" sz="1400" dirty="0" smtClean="0">
                <a:solidFill>
                  <a:schemeClr val="bg1"/>
                </a:solidFill>
              </a:rPr>
              <a:t>новое окно </a:t>
            </a:r>
            <a:r>
              <a:rPr lang="ru-RU" sz="1400" dirty="0">
                <a:solidFill>
                  <a:schemeClr val="bg1"/>
                </a:solidFill>
              </a:rPr>
              <a:t>проверки с улучшениями по обратной связи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1" y="53869"/>
            <a:ext cx="5388662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Проекты компании </a:t>
            </a:r>
            <a:r>
              <a:rPr lang="en-US" sz="24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  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598657689"/>
              </p:ext>
            </p:extLst>
          </p:nvPr>
        </p:nvGraphicFramePr>
        <p:xfrm>
          <a:off x="252422" y="4468490"/>
          <a:ext cx="11730682" cy="228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4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601527"/>
            <a:ext cx="573553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Ключевые проекты, </a:t>
            </a:r>
            <a:r>
              <a:rPr lang="ru-RU" sz="1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в </a:t>
            </a: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период моей стажировки: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4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682" y="967480"/>
            <a:ext cx="4497422" cy="305486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776377" y="13757"/>
            <a:ext cx="5158597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должность: </a:t>
            </a:r>
            <a:r>
              <a:rPr lang="en-US" sz="2400" dirty="0">
                <a:solidFill>
                  <a:srgbClr val="25B99A"/>
                </a:solidFill>
                <a:latin typeface="Arial Black" panose="020B0A04020102020204" pitchFamily="34" charset="0"/>
              </a:rPr>
              <a:t>QA-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стажёр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260901289"/>
              </p:ext>
            </p:extLst>
          </p:nvPr>
        </p:nvGraphicFramePr>
        <p:xfrm>
          <a:off x="252422" y="4511615"/>
          <a:ext cx="11730682" cy="2245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5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252422" y="1039239"/>
            <a:ext cx="6807789" cy="2983103"/>
          </a:xfrm>
          <a:prstGeom prst="rect">
            <a:avLst/>
          </a:prstGeom>
          <a:gradFill>
            <a:gsLst>
              <a:gs pos="78365">
                <a:srgbClr val="356A6B"/>
              </a:gs>
              <a:gs pos="0">
                <a:srgbClr val="1F2534"/>
              </a:gs>
              <a:gs pos="26000">
                <a:srgbClr val="1F2534"/>
              </a:gs>
              <a:gs pos="83000">
                <a:srgbClr val="356A6B"/>
              </a:gs>
              <a:gs pos="100000">
                <a:srgbClr val="1F2534"/>
              </a:gs>
            </a:gsLst>
            <a:lin ang="5400000" scaled="1"/>
          </a:gradFill>
        </p:spPr>
        <p:txBody>
          <a:bodyPr vert="horz" lIns="45720" tIns="45720" rIns="4572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каталога </a:t>
            </a:r>
            <a:r>
              <a:rPr lang="ru-RU" sz="1400" b="1" dirty="0" smtClean="0">
                <a:solidFill>
                  <a:srgbClr val="2BD4B6"/>
                </a:solidFill>
              </a:rPr>
              <a:t>курсов</a:t>
            </a:r>
            <a:r>
              <a:rPr lang="ru-RU" sz="1400" dirty="0">
                <a:solidFill>
                  <a:srgbClr val="2BD4B6"/>
                </a:solidFill>
              </a:rPr>
              <a:t>: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проверка нового интерфейса и мобильной версии для администраторов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Тестирование </a:t>
            </a:r>
            <a:r>
              <a:rPr lang="en-US" sz="1400" b="1" dirty="0">
                <a:solidFill>
                  <a:srgbClr val="2BD4B6"/>
                </a:solidFill>
              </a:rPr>
              <a:t>iOS </a:t>
            </a:r>
            <a:r>
              <a:rPr lang="ru-RU" sz="1400" b="1" dirty="0" smtClean="0">
                <a:solidFill>
                  <a:srgbClr val="2BD4B6"/>
                </a:solidFill>
              </a:rPr>
              <a:t>приложения: </a:t>
            </a:r>
            <a:r>
              <a:rPr lang="ru-RU" sz="1400" dirty="0" smtClean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поиск и документирование ошибок (например, вылеты при записи голосовых сообщений</a:t>
            </a:r>
            <a:r>
              <a:rPr lang="ru-RU" sz="1400" dirty="0" smtClean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Регресс </a:t>
            </a:r>
            <a:r>
              <a:rPr lang="ru-RU" sz="1400" b="1" dirty="0" err="1" smtClean="0">
                <a:solidFill>
                  <a:srgbClr val="2BD4B6"/>
                </a:solidFill>
              </a:rPr>
              <a:t>вебинаров</a:t>
            </a:r>
            <a:r>
              <a:rPr lang="ru-RU" sz="1400" b="1" dirty="0" smtClean="0">
                <a:solidFill>
                  <a:srgbClr val="2BD4B6"/>
                </a:solidFill>
              </a:rPr>
              <a:t>: </a:t>
            </a:r>
            <a:r>
              <a:rPr lang="ru-RU" sz="1400" dirty="0">
                <a:solidFill>
                  <a:srgbClr val="2BD4B6"/>
                </a:solidFill>
              </a:rPr>
              <a:t> </a:t>
            </a:r>
            <a:r>
              <a:rPr lang="ru-RU" sz="1400" dirty="0" smtClean="0">
                <a:solidFill>
                  <a:schemeClr val="bg1"/>
                </a:solidFill>
              </a:rPr>
              <a:t>проверка </a:t>
            </a:r>
            <a:r>
              <a:rPr lang="ru-RU" sz="1400" dirty="0" err="1">
                <a:solidFill>
                  <a:schemeClr val="bg1"/>
                </a:solidFill>
              </a:rPr>
              <a:t>автозаписей</a:t>
            </a:r>
            <a:r>
              <a:rPr lang="ru-RU" sz="1400" dirty="0">
                <a:solidFill>
                  <a:schemeClr val="bg1"/>
                </a:solidFill>
              </a:rPr>
              <a:t> на разных устройствах и браузерах после исправлений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Приёмочное тестирование раздела «Проверка заданий</a:t>
            </a:r>
            <a:r>
              <a:rPr lang="ru-RU" sz="1400" b="1" dirty="0" smtClean="0">
                <a:solidFill>
                  <a:srgbClr val="2BD4B6"/>
                </a:solidFill>
              </a:rPr>
              <a:t>»: </a:t>
            </a:r>
            <a:r>
              <a:rPr lang="ru-RU" sz="1400" dirty="0" smtClean="0">
                <a:solidFill>
                  <a:schemeClr val="bg1"/>
                </a:solidFill>
              </a:rPr>
              <a:t>тестирование </a:t>
            </a:r>
            <a:r>
              <a:rPr lang="ru-RU" sz="1400" dirty="0">
                <a:solidFill>
                  <a:schemeClr val="bg1"/>
                </a:solidFill>
              </a:rPr>
              <a:t>нового дизайна </a:t>
            </a:r>
            <a:r>
              <a:rPr lang="ru-RU" sz="1400" dirty="0" smtClean="0">
                <a:solidFill>
                  <a:schemeClr val="bg1"/>
                </a:solidFill>
              </a:rPr>
              <a:t>перед </a:t>
            </a:r>
            <a:r>
              <a:rPr lang="ru-RU" sz="1400" dirty="0">
                <a:solidFill>
                  <a:schemeClr val="bg1"/>
                </a:solidFill>
              </a:rPr>
              <a:t>релизом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Ведение </a:t>
            </a:r>
            <a:r>
              <a:rPr lang="ru-RU" sz="1400" b="1" dirty="0" smtClean="0">
                <a:solidFill>
                  <a:srgbClr val="2BD4B6"/>
                </a:solidFill>
              </a:rPr>
              <a:t>документации: </a:t>
            </a:r>
            <a:r>
              <a:rPr lang="ru-RU" sz="1400" dirty="0" smtClean="0">
                <a:solidFill>
                  <a:srgbClr val="2BD4B6"/>
                </a:solidFill>
              </a:rPr>
              <a:t> </a:t>
            </a:r>
            <a:r>
              <a:rPr lang="ru-RU" sz="1400" dirty="0">
                <a:solidFill>
                  <a:prstClr val="white"/>
                </a:solidFill>
              </a:rPr>
              <a:t>написание тест-кейсов в </a:t>
            </a:r>
            <a:r>
              <a:rPr lang="ru-RU" sz="1400" dirty="0" err="1">
                <a:solidFill>
                  <a:prstClr val="white"/>
                </a:solidFill>
              </a:rPr>
              <a:t>TestIT</a:t>
            </a:r>
            <a:r>
              <a:rPr lang="ru-RU" sz="1400" dirty="0">
                <a:solidFill>
                  <a:prstClr val="white"/>
                </a:solidFill>
              </a:rPr>
              <a:t>, оформление баг-репортов в </a:t>
            </a:r>
            <a:r>
              <a:rPr lang="ru-RU" sz="1400" dirty="0" err="1">
                <a:solidFill>
                  <a:prstClr val="white"/>
                </a:solidFill>
              </a:rPr>
              <a:t>YouTrack</a:t>
            </a:r>
            <a:r>
              <a:rPr lang="ru-RU" sz="1400" dirty="0" smtClean="0">
                <a:solidFill>
                  <a:prstClr val="white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2BD4B6"/>
                </a:solidFill>
              </a:rPr>
              <a:t>Ежедневные </a:t>
            </a:r>
            <a:r>
              <a:rPr lang="ru-RU" sz="1400" b="1" dirty="0" err="1">
                <a:solidFill>
                  <a:srgbClr val="2BD4B6"/>
                </a:solidFill>
              </a:rPr>
              <a:t>стендапы</a:t>
            </a:r>
            <a:r>
              <a:rPr lang="ru-RU" sz="1400" b="1" dirty="0">
                <a:solidFill>
                  <a:srgbClr val="2BD4B6"/>
                </a:solidFill>
              </a:rPr>
              <a:t>:  </a:t>
            </a:r>
            <a:r>
              <a:rPr lang="ru-RU" sz="1400" dirty="0">
                <a:solidFill>
                  <a:prstClr val="white"/>
                </a:solidFill>
              </a:rPr>
              <a:t>синхронизация с командой тестирования и разработчиками.</a:t>
            </a:r>
            <a:endParaRPr lang="ru-RU" sz="1400" dirty="0" smtClean="0">
              <a:solidFill>
                <a:prstClr val="white"/>
              </a:solidFill>
            </a:endParaRP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ru-RU" sz="1800" dirty="0">
              <a:solidFill>
                <a:prstClr val="white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591699"/>
            <a:ext cx="23551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Мои </a:t>
            </a:r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обязанности: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8975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075" y="936702"/>
            <a:ext cx="4686029" cy="263589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252422" y="1484717"/>
            <a:ext cx="7044653" cy="2087876"/>
          </a:xfr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rgbClr val="0AB59D"/>
                </a:solidFill>
              </a:rPr>
              <a:t>YouTrack</a:t>
            </a:r>
            <a:r>
              <a:rPr lang="ru-RU" sz="1400" b="1" dirty="0">
                <a:solidFill>
                  <a:srgbClr val="A474FF"/>
                </a:solidFill>
              </a:rPr>
              <a:t> — </a:t>
            </a:r>
            <a:r>
              <a:rPr lang="ru-RU" sz="1400" b="1" dirty="0">
                <a:solidFill>
                  <a:schemeClr val="bg1"/>
                </a:solidFill>
              </a:rPr>
              <a:t>баг-</a:t>
            </a:r>
            <a:r>
              <a:rPr lang="ru-RU" sz="1400" b="1" dirty="0" err="1">
                <a:solidFill>
                  <a:schemeClr val="bg1"/>
                </a:solidFill>
              </a:rPr>
              <a:t>трекер</a:t>
            </a:r>
            <a:r>
              <a:rPr lang="ru-RU" sz="1400" b="1" dirty="0">
                <a:solidFill>
                  <a:schemeClr val="bg1"/>
                </a:solidFill>
              </a:rPr>
              <a:t> и управление задачами.</a:t>
            </a:r>
            <a:endParaRPr lang="ru-RU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0AB59D"/>
                </a:solidFill>
              </a:rPr>
              <a:t>TestIT</a:t>
            </a:r>
            <a:r>
              <a:rPr lang="ru-RU" sz="1400" dirty="0">
                <a:solidFill>
                  <a:srgbClr val="A474FF"/>
                </a:solidFill>
              </a:rPr>
              <a:t> — </a:t>
            </a:r>
            <a:r>
              <a:rPr lang="ru-RU" sz="1400" dirty="0">
                <a:solidFill>
                  <a:schemeClr val="bg1"/>
                </a:solidFill>
              </a:rPr>
              <a:t> написание и хранение тест-кейсов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Figma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сверка вёрстки с макетами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Chrome</a:t>
            </a:r>
            <a:r>
              <a:rPr lang="ru-RU" sz="1400" b="1" dirty="0" smtClean="0">
                <a:solidFill>
                  <a:srgbClr val="0AB59D"/>
                </a:solidFill>
              </a:rPr>
              <a:t> </a:t>
            </a:r>
            <a:r>
              <a:rPr lang="ru-RU" sz="1400" b="1" dirty="0" err="1">
                <a:solidFill>
                  <a:srgbClr val="0AB59D"/>
                </a:solidFill>
              </a:rPr>
              <a:t>DevTools</a:t>
            </a:r>
            <a:r>
              <a:rPr lang="ru-RU" sz="1400" b="1" dirty="0">
                <a:solidFill>
                  <a:srgbClr val="0AB59D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отладка </a:t>
            </a:r>
            <a:r>
              <a:rPr lang="ru-RU" sz="1400" b="1" dirty="0" err="1">
                <a:solidFill>
                  <a:schemeClr val="bg1"/>
                </a:solidFill>
              </a:rPr>
              <a:t>фронтенда</a:t>
            </a:r>
            <a:r>
              <a:rPr lang="ru-RU" sz="1400" b="1" dirty="0">
                <a:solidFill>
                  <a:schemeClr val="bg1"/>
                </a:solidFill>
              </a:rPr>
              <a:t> и анализ API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0AB59D"/>
                </a:solidFill>
              </a:rPr>
              <a:t>Confluence</a:t>
            </a:r>
            <a:r>
              <a:rPr lang="ru-RU" sz="1400" b="1" dirty="0" smtClean="0">
                <a:solidFill>
                  <a:srgbClr val="A474FF"/>
                </a:solidFill>
              </a:rPr>
              <a:t> </a:t>
            </a:r>
            <a:r>
              <a:rPr lang="ru-RU" sz="1400" b="1" dirty="0">
                <a:solidFill>
                  <a:srgbClr val="A474FF"/>
                </a:solidFill>
              </a:rPr>
              <a:t>— </a:t>
            </a:r>
            <a:r>
              <a:rPr lang="ru-RU" sz="1400" b="1" dirty="0">
                <a:solidFill>
                  <a:schemeClr val="bg1"/>
                </a:solidFill>
              </a:rPr>
              <a:t> база знаний и </a:t>
            </a:r>
            <a:r>
              <a:rPr lang="ru-RU" sz="1400" b="1" dirty="0" err="1">
                <a:solidFill>
                  <a:schemeClr val="bg1"/>
                </a:solidFill>
              </a:rPr>
              <a:t>онбординг</a:t>
            </a:r>
            <a:r>
              <a:rPr lang="ru-RU" sz="1400" b="1" dirty="0">
                <a:solidFill>
                  <a:schemeClr val="bg1"/>
                </a:solidFill>
              </a:rPr>
              <a:t>-документация.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928193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 smtClean="0">
                <a:solidFill>
                  <a:srgbClr val="25B99A"/>
                </a:solidFill>
                <a:latin typeface="Arial Black" panose="020B0A04020102020204" pitchFamily="34" charset="0"/>
              </a:rPr>
              <a:t>SkillSpace</a:t>
            </a:r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: команда, методология и </a:t>
            </a:r>
            <a:r>
              <a:rPr lang="ru-RU" sz="28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инструменты  </a:t>
            </a:r>
            <a:endParaRPr lang="ru-RU" sz="28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363140986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6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55834" y="699070"/>
            <a:ext cx="29017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1600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Рабочие инструменты: </a:t>
            </a:r>
            <a:endParaRPr lang="ru-RU" sz="1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128" y="1037624"/>
            <a:ext cx="540887" cy="554409"/>
          </a:xfrm>
          <a:prstGeom prst="roundRect">
            <a:avLst>
              <a:gd name="adj" fmla="val 11111"/>
            </a:avLst>
          </a:prstGeom>
          <a:noFill/>
          <a:ln w="190500" cap="rnd">
            <a:solidFill>
              <a:srgbClr val="25B99A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003" y="951087"/>
            <a:ext cx="1431611" cy="894757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Right"/>
            <a:lightRig rig="soft" dir="t">
              <a:rot lat="0" lon="0" rev="0"/>
            </a:lightRig>
          </a:scene3d>
          <a:sp3d prstMaterial="translucentPowder">
            <a:bevelT w="203200" h="50800" prst="artDeco"/>
          </a:sp3d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344" y="1585343"/>
            <a:ext cx="863606" cy="54058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28" y="2069040"/>
            <a:ext cx="1814107" cy="50516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45" y="1855637"/>
            <a:ext cx="2178819" cy="1225585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18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69137">
            <a:off x="5217964" y="3105539"/>
            <a:ext cx="2079111" cy="26335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</p:spTree>
    <p:extLst>
      <p:ext uri="{BB962C8B-B14F-4D97-AF65-F5344CB8AC3E}">
        <p14:creationId xmlns:p14="http://schemas.microsoft.com/office/powerpoint/2010/main" val="1508956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1441052"/>
            <a:ext cx="2612521" cy="1670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3576251" y="2442057"/>
            <a:ext cx="8342597" cy="628436"/>
          </a:xfrm>
          <a:gradFill flip="none" rotWithShape="1">
            <a:gsLst>
              <a:gs pos="0">
                <a:srgbClr val="29384C">
                  <a:shade val="30000"/>
                  <a:satMod val="115000"/>
                </a:srgbClr>
              </a:gs>
              <a:gs pos="50000">
                <a:srgbClr val="29384C">
                  <a:shade val="67500"/>
                  <a:satMod val="115000"/>
                </a:srgbClr>
              </a:gs>
              <a:gs pos="100000">
                <a:srgbClr val="29384C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54598"/>
                </a:solidFill>
              </a:rPr>
              <a:t>После </a:t>
            </a:r>
            <a:r>
              <a:rPr lang="ru-RU" sz="1400" b="1" dirty="0" err="1">
                <a:solidFill>
                  <a:srgbClr val="E54598"/>
                </a:solidFill>
              </a:rPr>
              <a:t>редизайна</a:t>
            </a:r>
            <a:r>
              <a:rPr lang="ru-RU" sz="1400" b="1" dirty="0">
                <a:solidFill>
                  <a:srgbClr val="E54598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нужно </a:t>
            </a:r>
            <a:r>
              <a:rPr lang="ru-RU" sz="1400" b="1" dirty="0">
                <a:solidFill>
                  <a:srgbClr val="E54598"/>
                </a:solidFill>
              </a:rPr>
              <a:t>тщательно </a:t>
            </a:r>
            <a:r>
              <a:rPr lang="ru-RU" sz="1400" b="1" dirty="0" smtClean="0">
                <a:solidFill>
                  <a:srgbClr val="E54598"/>
                </a:solidFill>
              </a:rPr>
              <a:t>проверить </a:t>
            </a:r>
            <a:r>
              <a:rPr lang="ru-RU" sz="1400" b="1" dirty="0">
                <a:solidFill>
                  <a:srgbClr val="E54598"/>
                </a:solidFill>
              </a:rPr>
              <a:t>адаптивность интерфейса </a:t>
            </a:r>
            <a:r>
              <a:rPr lang="ru-RU" sz="1400" b="1" dirty="0">
                <a:solidFill>
                  <a:schemeClr val="bg1"/>
                </a:solidFill>
              </a:rPr>
              <a:t>— на десктопах, планшетах и смартфонах </a:t>
            </a:r>
            <a:r>
              <a:rPr lang="ru-RU" sz="1400" b="1" dirty="0" smtClean="0">
                <a:solidFill>
                  <a:schemeClr val="bg1"/>
                </a:solidFill>
              </a:rPr>
              <a:t>—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E54598"/>
                </a:solidFill>
              </a:rPr>
              <a:t>и убедиться, </a:t>
            </a:r>
            <a:r>
              <a:rPr lang="ru-RU" sz="1400" b="1" dirty="0">
                <a:solidFill>
                  <a:prstClr val="white"/>
                </a:solidFill>
              </a:rPr>
              <a:t>что фильтры и поиск работают безупречно на каждом устройстве.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b="1" dirty="0" smtClean="0">
              <a:solidFill>
                <a:srgbClr val="FCE7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769271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25B99A"/>
                </a:solidFill>
                <a:latin typeface="Arial Black" panose="020B0A04020102020204" pitchFamily="34" charset="0"/>
              </a:rPr>
              <a:t>Задачи и проекты, </a:t>
            </a:r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над которыми работала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1437811781"/>
              </p:ext>
            </p:extLst>
          </p:nvPr>
        </p:nvGraphicFramePr>
        <p:xfrm>
          <a:off x="220724" y="760657"/>
          <a:ext cx="3230769" cy="855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7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EBEBEB"/>
                </a:solidFill>
              </a:rPr>
              <a:t>7</a:t>
            </a:r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3613076" y="5207891"/>
            <a:ext cx="8342598" cy="1650109"/>
          </a:xfrm>
          <a:prstGeom prst="rect">
            <a:avLst/>
          </a:prstGeom>
          <a:solidFill>
            <a:srgbClr val="29384C"/>
          </a:solidFill>
        </p:spPr>
        <p:txBody>
          <a:bodyPr vert="horz" lIns="45720" tIns="45720" rIns="4572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После масштабного </a:t>
            </a:r>
            <a:r>
              <a:rPr lang="ru-RU" sz="1400" b="1" dirty="0" err="1">
                <a:solidFill>
                  <a:srgbClr val="FFFF00"/>
                </a:solidFill>
              </a:rPr>
              <a:t>редизайна</a:t>
            </a:r>
            <a:r>
              <a:rPr lang="ru-RU" sz="1400" b="1" dirty="0">
                <a:solidFill>
                  <a:srgbClr val="FFFF00"/>
                </a:solidFill>
              </a:rPr>
              <a:t> окна проверки потребовалось провести полный регресс всех сценариев: </a:t>
            </a:r>
            <a:r>
              <a:rPr lang="ru-RU" sz="1400" b="1" dirty="0">
                <a:solidFill>
                  <a:schemeClr val="bg1"/>
                </a:solidFill>
              </a:rPr>
              <a:t>загрузка файлов разных форматов, отправка комментариев, смена статусов, проверка на мобильной версии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Это была очень монотонная работа, но именно она научила меня структурировать процесс: </a:t>
            </a:r>
            <a:r>
              <a:rPr lang="ru-RU" sz="1400" b="1" dirty="0">
                <a:solidFill>
                  <a:schemeClr val="bg1"/>
                </a:solidFill>
              </a:rPr>
              <a:t>я составила подробный чек-лист на 30+ пунктов и методично проходила каждый сценарий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FFF00"/>
                </a:solidFill>
              </a:rPr>
              <a:t>В итоге нашла 2 критических бага, </a:t>
            </a:r>
            <a:r>
              <a:rPr lang="ru-RU" sz="1400" b="1" dirty="0">
                <a:solidFill>
                  <a:schemeClr val="bg1"/>
                </a:solidFill>
              </a:rPr>
              <a:t>которые могли помешать администраторам проверять работы учеников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3137023" y="3180759"/>
            <a:ext cx="9494894" cy="32985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2" y="4676239"/>
            <a:ext cx="2636359" cy="1689296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990895"/>
            <a:ext cx="622955" cy="622955"/>
          </a:xfrm>
          <a:prstGeom prst="rect">
            <a:avLst/>
          </a:prstGeom>
        </p:spPr>
      </p:pic>
      <p:graphicFrame>
        <p:nvGraphicFramePr>
          <p:cNvPr id="19" name="Схема 18"/>
          <p:cNvGraphicFramePr/>
          <p:nvPr>
            <p:extLst>
              <p:ext uri="{D42A27DB-BD31-4B8C-83A1-F6EECF244321}">
                <p14:modId xmlns:p14="http://schemas.microsoft.com/office/powerpoint/2010/main" val="2227617567"/>
              </p:ext>
            </p:extLst>
          </p:nvPr>
        </p:nvGraphicFramePr>
        <p:xfrm>
          <a:off x="220724" y="3970277"/>
          <a:ext cx="3230769" cy="875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2" y="4208997"/>
            <a:ext cx="636845" cy="636845"/>
          </a:xfrm>
          <a:prstGeom prst="rect">
            <a:avLst/>
          </a:prstGeom>
        </p:spPr>
      </p:pic>
      <p:sp>
        <p:nvSpPr>
          <p:cNvPr id="2" name="Горизонтальный свиток 1"/>
          <p:cNvSpPr/>
          <p:nvPr/>
        </p:nvSpPr>
        <p:spPr>
          <a:xfrm>
            <a:off x="3631336" y="44031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Любимой задачей стало тестирование обновлённого каталога курсов и </a:t>
            </a:r>
            <a:r>
              <a:rPr lang="ru-RU" sz="1600" b="1" i="1" dirty="0" err="1">
                <a:solidFill>
                  <a:prstClr val="white"/>
                </a:solidFill>
              </a:rPr>
              <a:t>вебинаров</a:t>
            </a:r>
            <a:r>
              <a:rPr lang="ru-RU" sz="1600" b="1" i="1" dirty="0">
                <a:solidFill>
                  <a:prstClr val="white"/>
                </a:solidFill>
              </a:rPr>
              <a:t> — это была масштабная работа с новым интерфейсом и мобильной версией, где я нашла 3 бага, связанных с отображением карточек на </a:t>
            </a:r>
            <a:r>
              <a:rPr lang="ru-RU" sz="1600" b="1" i="1" dirty="0" smtClean="0">
                <a:solidFill>
                  <a:prstClr val="white"/>
                </a:solidFill>
              </a:rPr>
              <a:t>планшетах, </a:t>
            </a:r>
            <a:r>
              <a:rPr lang="ru-RU" sz="1600" b="1" i="1" dirty="0">
                <a:solidFill>
                  <a:prstClr val="white"/>
                </a:solidFill>
              </a:rPr>
              <a:t>и увидела результат своего труда в реальном продукте.</a:t>
            </a:r>
          </a:p>
        </p:txBody>
      </p:sp>
      <p:sp>
        <p:nvSpPr>
          <p:cNvPr id="23" name="Горизонтальный свиток 22"/>
          <p:cNvSpPr/>
          <p:nvPr/>
        </p:nvSpPr>
        <p:spPr>
          <a:xfrm>
            <a:off x="3668162" y="3171454"/>
            <a:ext cx="8287512" cy="1888767"/>
          </a:xfrm>
          <a:prstGeom prst="horizontalScroll">
            <a:avLst/>
          </a:prstGeom>
          <a:gradFill flip="none" rotWithShape="1"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ru-RU" sz="1600" b="1" i="1" dirty="0">
                <a:solidFill>
                  <a:prstClr val="white"/>
                </a:solidFill>
              </a:rPr>
              <a:t>Самым нелюбимым, но по‑настоящему ценным испытанием стал полный регресс раздела «Проверка заданий»: он закалил во мне системный подход и отточил внимание к деталям — теперь я твёрдо знаю: для </a:t>
            </a:r>
            <a:r>
              <a:rPr lang="ru-RU" sz="1600" b="1" i="1" dirty="0" err="1">
                <a:solidFill>
                  <a:prstClr val="white"/>
                </a:solidFill>
              </a:rPr>
              <a:t>тестировщика</a:t>
            </a:r>
            <a:r>
              <a:rPr lang="ru-RU" sz="1600" b="1" i="1" dirty="0">
                <a:solidFill>
                  <a:prstClr val="white"/>
                </a:solidFill>
              </a:rPr>
              <a:t> системный подход — надёжный и верный союзник.</a:t>
            </a:r>
          </a:p>
        </p:txBody>
      </p:sp>
    </p:spTree>
    <p:extLst>
      <p:ext uri="{BB962C8B-B14F-4D97-AF65-F5344CB8AC3E}">
        <p14:creationId xmlns:p14="http://schemas.microsoft.com/office/powerpoint/2010/main" val="1249056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118" y="764016"/>
            <a:ext cx="4845545" cy="292186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88266"/>
            <a:ext cx="4604323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rgbClr val="25B99A"/>
                </a:solidFill>
                <a:latin typeface="Arial Black" panose="020B0A04020102020204" pitchFamily="34" charset="0"/>
              </a:rPr>
              <a:t>Моя работа в цифрах</a:t>
            </a:r>
            <a:endParaRPr lang="ru-RU" sz="2400" dirty="0"/>
          </a:p>
        </p:txBody>
      </p:sp>
      <p:graphicFrame>
        <p:nvGraphicFramePr>
          <p:cNvPr id="13" name="Схема 12"/>
          <p:cNvGraphicFramePr/>
          <p:nvPr>
            <p:extLst>
              <p:ext uri="{D42A27DB-BD31-4B8C-83A1-F6EECF244321}">
                <p14:modId xmlns:p14="http://schemas.microsoft.com/office/powerpoint/2010/main" val="2392164855"/>
              </p:ext>
            </p:extLst>
          </p:nvPr>
        </p:nvGraphicFramePr>
        <p:xfrm>
          <a:off x="252422" y="4356846"/>
          <a:ext cx="11730682" cy="2400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8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887573869"/>
              </p:ext>
            </p:extLst>
          </p:nvPr>
        </p:nvGraphicFramePr>
        <p:xfrm>
          <a:off x="320585" y="999375"/>
          <a:ext cx="7773749" cy="372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6164696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595" y="919810"/>
            <a:ext cx="3170962" cy="2693942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6"/>
          <p:cNvSpPr>
            <a:spLocks noGrp="1"/>
          </p:cNvSpPr>
          <p:nvPr>
            <p:ph type="body" sz="half" idx="13"/>
          </p:nvPr>
        </p:nvSpPr>
        <p:spPr>
          <a:xfrm>
            <a:off x="454128" y="919810"/>
            <a:ext cx="4761174" cy="2737790"/>
          </a:xfrm>
          <a:gradFill>
            <a:gsLst>
              <a:gs pos="0">
                <a:srgbClr val="141822"/>
              </a:gs>
              <a:gs pos="92690">
                <a:srgbClr val="141822"/>
              </a:gs>
              <a:gs pos="76000">
                <a:schemeClr val="accent3">
                  <a:lumMod val="75000"/>
                </a:schemeClr>
              </a:gs>
            </a:gsLst>
            <a:path path="rect">
              <a:fillToRect l="100000" t="100000"/>
            </a:path>
          </a:gradFill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Баг-репорты. 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оформила баг с вылетом </a:t>
            </a:r>
            <a:r>
              <a:rPr lang="ru-RU" sz="1400" b="1" dirty="0" err="1">
                <a:solidFill>
                  <a:schemeClr val="bg1"/>
                </a:solidFill>
              </a:rPr>
              <a:t>iOS</a:t>
            </a:r>
            <a:r>
              <a:rPr lang="ru-RU" sz="1400" b="1" dirty="0">
                <a:solidFill>
                  <a:schemeClr val="bg1"/>
                </a:solidFill>
              </a:rPr>
              <a:t> приложения при записи голосовых сообщений — разработчики исправили за день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CE750"/>
                </a:solidFill>
              </a:rPr>
              <a:t>TestIT</a:t>
            </a:r>
            <a:r>
              <a:rPr lang="en-US" sz="1400" b="1" dirty="0">
                <a:solidFill>
                  <a:srgbClr val="FCE750"/>
                </a:solidFill>
              </a:rPr>
              <a:t>. </a:t>
            </a:r>
            <a:r>
              <a:rPr lang="ru-RU" sz="1400" b="1" dirty="0">
                <a:solidFill>
                  <a:srgbClr val="FCE750"/>
                </a:solidFill>
              </a:rPr>
              <a:t>Пример</a:t>
            </a:r>
            <a:r>
              <a:rPr lang="ru-RU" sz="1400" b="1" dirty="0" smtClean="0">
                <a:solidFill>
                  <a:srgbClr val="FCE750"/>
                </a:solidFill>
              </a:rPr>
              <a:t>: </a:t>
            </a:r>
            <a:r>
              <a:rPr lang="ru-RU" sz="1400" b="1" dirty="0" smtClean="0">
                <a:solidFill>
                  <a:schemeClr val="bg1"/>
                </a:solidFill>
              </a:rPr>
              <a:t>для </a:t>
            </a:r>
            <a:r>
              <a:rPr lang="ru-RU" sz="1400" b="1" dirty="0">
                <a:solidFill>
                  <a:schemeClr val="bg1"/>
                </a:solidFill>
              </a:rPr>
              <a:t>раздела «Проверка заданий» я создала 20+ тест-кейсов, структурировав их по модулям (статусы, комментарии, файлы).</a:t>
            </a:r>
            <a:endParaRPr lang="ru-RU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FCE750"/>
                </a:solidFill>
              </a:rPr>
              <a:t>Chrome</a:t>
            </a:r>
            <a:r>
              <a:rPr lang="ru-RU" sz="1400" b="1" dirty="0" smtClean="0">
                <a:solidFill>
                  <a:srgbClr val="FCE750"/>
                </a:solidFill>
              </a:rPr>
              <a:t> </a:t>
            </a:r>
            <a:r>
              <a:rPr lang="ru-RU" sz="1400" b="1" dirty="0" err="1">
                <a:solidFill>
                  <a:srgbClr val="FCE750"/>
                </a:solidFill>
              </a:rPr>
              <a:t>DevTools</a:t>
            </a:r>
            <a:r>
              <a:rPr lang="ru-RU" sz="1400" b="1" dirty="0">
                <a:solidFill>
                  <a:srgbClr val="FCE750"/>
                </a:solidFill>
              </a:rPr>
              <a:t> </a:t>
            </a:r>
            <a:r>
              <a:rPr lang="ru-RU" sz="1400" b="1" dirty="0" smtClean="0">
                <a:solidFill>
                  <a:srgbClr val="FCE750"/>
                </a:solidFill>
              </a:rPr>
              <a:t>(</a:t>
            </a:r>
            <a:r>
              <a:rPr lang="ru-RU" sz="1400" b="1" dirty="0" err="1" smtClean="0">
                <a:solidFill>
                  <a:srgbClr val="FCE750"/>
                </a:solidFill>
              </a:rPr>
              <a:t>Network</a:t>
            </a:r>
            <a:r>
              <a:rPr lang="ru-RU" sz="1400" b="1" dirty="0">
                <a:solidFill>
                  <a:srgbClr val="FCE750"/>
                </a:solidFill>
              </a:rPr>
              <a:t>). </a:t>
            </a:r>
            <a:r>
              <a:rPr lang="ru-RU" sz="1400" b="1" dirty="0">
                <a:solidFill>
                  <a:srgbClr val="FFFF00"/>
                </a:solidFill>
              </a:rPr>
              <a:t>Пример</a:t>
            </a:r>
            <a:r>
              <a:rPr lang="ru-RU" sz="1400" b="1" dirty="0">
                <a:solidFill>
                  <a:schemeClr val="bg1"/>
                </a:solidFill>
              </a:rPr>
              <a:t>: отслеживала API-запросы </a:t>
            </a:r>
            <a:r>
              <a:rPr lang="ru-RU" sz="1400" b="1" dirty="0" err="1">
                <a:solidFill>
                  <a:schemeClr val="bg1"/>
                </a:solidFill>
              </a:rPr>
              <a:t>автозаписи</a:t>
            </a:r>
            <a:r>
              <a:rPr lang="ru-RU" sz="1400" b="1" dirty="0">
                <a:solidFill>
                  <a:schemeClr val="bg1"/>
                </a:solidFill>
              </a:rPr>
              <a:t> </a:t>
            </a:r>
            <a:r>
              <a:rPr lang="ru-RU" sz="1400" b="1" dirty="0" err="1">
                <a:solidFill>
                  <a:schemeClr val="bg1"/>
                </a:solidFill>
              </a:rPr>
              <a:t>вебинаров</a:t>
            </a:r>
            <a:r>
              <a:rPr lang="ru-RU" sz="1400" b="1" dirty="0">
                <a:solidFill>
                  <a:schemeClr val="bg1"/>
                </a:solidFill>
              </a:rPr>
              <a:t> и находила проблемы с таймаутами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lvl="0" indent="-28575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CE750"/>
                </a:solidFill>
              </a:rPr>
              <a:t>Жизненный цикл дефекта. Пример: </a:t>
            </a:r>
            <a:r>
              <a:rPr lang="ru-RU" sz="1400" b="1" dirty="0">
                <a:solidFill>
                  <a:prstClr val="white"/>
                </a:solidFill>
              </a:rPr>
              <a:t>научилась сопровождать баг от создания до закрытия.</a:t>
            </a:r>
            <a:endParaRPr lang="ru-RU" sz="1400" dirty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655834" y="-32870"/>
            <a:ext cx="6240276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>
              <a:solidFill>
                <a:srgbClr val="25B99A"/>
              </a:solidFill>
              <a:latin typeface="Arial Black" panose="020B0A04020102020204" pitchFamily="34" charset="0"/>
            </a:endParaRPr>
          </a:p>
          <a:p>
            <a:r>
              <a:rPr lang="ru-RU" sz="8000" dirty="0">
                <a:solidFill>
                  <a:srgbClr val="25B99A"/>
                </a:solidFill>
                <a:latin typeface="Arial Black" panose="020B0A04020102020204" pitchFamily="34" charset="0"/>
              </a:rPr>
              <a:t>Чему я научилась: навыки и </a:t>
            </a:r>
            <a:r>
              <a:rPr lang="ru-RU" sz="9600" dirty="0">
                <a:solidFill>
                  <a:srgbClr val="25B99A"/>
                </a:solidFill>
                <a:latin typeface="Arial Black" panose="020B0A04020102020204" pitchFamily="34" charset="0"/>
              </a:rPr>
              <a:t>примеры</a:t>
            </a:r>
            <a:endParaRPr lang="ru-RU" sz="8000" dirty="0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9</a:t>
            </a:fld>
            <a:endParaRPr lang="ru-RU" noProof="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8" name="Текст 6"/>
          <p:cNvSpPr txBox="1">
            <a:spLocks/>
          </p:cNvSpPr>
          <p:nvPr/>
        </p:nvSpPr>
        <p:spPr>
          <a:xfrm>
            <a:off x="7175439" y="3994422"/>
            <a:ext cx="4756423" cy="2863577"/>
          </a:xfrm>
          <a:prstGeom prst="rect">
            <a:avLst/>
          </a:prstGeom>
          <a:solidFill>
            <a:srgbClr val="141822"/>
          </a:solidFill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Коммуникация.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ежедневно обсуждала найденные проблемы с разработчиками на </a:t>
            </a:r>
            <a:r>
              <a:rPr lang="ru-RU" sz="1400" b="1" dirty="0" err="1">
                <a:solidFill>
                  <a:schemeClr val="bg1"/>
                </a:solidFill>
              </a:rPr>
              <a:t>стендапах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Работа </a:t>
            </a:r>
            <a:r>
              <a:rPr lang="ru-RU" sz="1400" b="1" dirty="0">
                <a:solidFill>
                  <a:srgbClr val="ECAFF6"/>
                </a:solidFill>
              </a:rPr>
              <a:t>в команде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делили задачи с другим </a:t>
            </a:r>
            <a:r>
              <a:rPr lang="ru-RU" sz="1400" b="1" dirty="0" err="1">
                <a:solidFill>
                  <a:schemeClr val="bg1"/>
                </a:solidFill>
              </a:rPr>
              <a:t>тестировщиком</a:t>
            </a:r>
            <a:r>
              <a:rPr lang="ru-RU" sz="1400" b="1" dirty="0">
                <a:solidFill>
                  <a:schemeClr val="bg1"/>
                </a:solidFill>
              </a:rPr>
              <a:t>, чтобы покрыть все сценарии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err="1" smtClean="0">
                <a:solidFill>
                  <a:srgbClr val="ECAFF6"/>
                </a:solidFill>
              </a:rPr>
              <a:t>Приоритизация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 smtClean="0">
                <a:solidFill>
                  <a:srgbClr val="D6ABEB"/>
                </a:solidFill>
              </a:rPr>
              <a:t>Пример</a:t>
            </a:r>
            <a:r>
              <a:rPr lang="ru-RU" sz="1400" b="1" dirty="0">
                <a:solidFill>
                  <a:srgbClr val="D6ABEB"/>
                </a:solidFill>
              </a:rPr>
              <a:t>: </a:t>
            </a:r>
            <a:r>
              <a:rPr lang="ru-RU" sz="1400" b="1" dirty="0">
                <a:solidFill>
                  <a:schemeClr val="bg1"/>
                </a:solidFill>
              </a:rPr>
              <a:t>составляла план на неделю и согласовывала с ментором критические задачи</a:t>
            </a:r>
            <a:r>
              <a:rPr lang="ru-RU" sz="1400" b="1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 smtClean="0">
                <a:solidFill>
                  <a:srgbClr val="ECAFF6"/>
                </a:solidFill>
              </a:rPr>
              <a:t>Критическое </a:t>
            </a:r>
            <a:r>
              <a:rPr lang="ru-RU" sz="1400" b="1" dirty="0">
                <a:solidFill>
                  <a:srgbClr val="ECAFF6"/>
                </a:solidFill>
              </a:rPr>
              <a:t>мышление</a:t>
            </a:r>
            <a:r>
              <a:rPr lang="ru-RU" sz="1400" b="1" dirty="0" smtClean="0">
                <a:solidFill>
                  <a:srgbClr val="ECAFF6"/>
                </a:solidFill>
              </a:rPr>
              <a:t>. </a:t>
            </a:r>
            <a:r>
              <a:rPr lang="ru-RU" sz="1400" b="1" dirty="0">
                <a:solidFill>
                  <a:srgbClr val="D6ABEB"/>
                </a:solidFill>
              </a:rPr>
              <a:t>Пример: </a:t>
            </a:r>
            <a:r>
              <a:rPr lang="ru-RU" sz="1400" b="1" dirty="0">
                <a:solidFill>
                  <a:schemeClr val="bg1"/>
                </a:solidFill>
              </a:rPr>
              <a:t>придумывала нестандартные сценарии (поворот экрана, быстрые нажатия) для поиска скрытых багов.</a:t>
            </a:r>
            <a:endParaRPr lang="ru-RU" dirty="0"/>
          </a:p>
        </p:txBody>
      </p:sp>
      <p:sp>
        <p:nvSpPr>
          <p:cNvPr id="10" name="Текст 6"/>
          <p:cNvSpPr txBox="1">
            <a:spLocks/>
          </p:cNvSpPr>
          <p:nvPr/>
        </p:nvSpPr>
        <p:spPr>
          <a:xfrm>
            <a:off x="252421" y="3462125"/>
            <a:ext cx="6721311" cy="67199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8" y="4043614"/>
            <a:ext cx="3170962" cy="2677769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Горизонтальный свиток 2"/>
          <p:cNvSpPr/>
          <p:nvPr/>
        </p:nvSpPr>
        <p:spPr>
          <a:xfrm>
            <a:off x="5530195" y="919810"/>
            <a:ext cx="2901506" cy="3014348"/>
          </a:xfrm>
          <a:prstGeom prst="horizontalScroll">
            <a:avLst/>
          </a:prstGeom>
          <a:gradFill flip="none" rotWithShape="1">
            <a:gsLst>
              <a:gs pos="0">
                <a:srgbClr val="19676E">
                  <a:shade val="30000"/>
                  <a:satMod val="115000"/>
                </a:srgbClr>
              </a:gs>
              <a:gs pos="50000">
                <a:srgbClr val="19676E">
                  <a:shade val="67500"/>
                  <a:satMod val="115000"/>
                </a:srgbClr>
              </a:gs>
              <a:gs pos="100000">
                <a:srgbClr val="19676E">
                  <a:shade val="100000"/>
                  <a:satMod val="115000"/>
                </a:srgbClr>
              </a:gs>
            </a:gsLst>
            <a:lin ang="10800000" scaled="1"/>
            <a:tileRect/>
          </a:gra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FFFF00"/>
                </a:solidFill>
              </a:rPr>
              <a:t>Среди освоенных </a:t>
            </a:r>
            <a:r>
              <a:rPr lang="ru-RU" sz="1400" dirty="0" err="1">
                <a:solidFill>
                  <a:srgbClr val="FFFF00"/>
                </a:solidFill>
              </a:rPr>
              <a:t>хард‑скиллов</a:t>
            </a:r>
            <a:r>
              <a:rPr lang="ru-RU" sz="1400" dirty="0">
                <a:solidFill>
                  <a:srgbClr val="FFFF00"/>
                </a:solidFill>
              </a:rPr>
              <a:t> — чёткие баг‑репорты, уверенное владение </a:t>
            </a:r>
            <a:r>
              <a:rPr lang="ru-RU" sz="1400" dirty="0" err="1">
                <a:solidFill>
                  <a:srgbClr val="FFFF00"/>
                </a:solidFill>
              </a:rPr>
              <a:t>TestIT</a:t>
            </a:r>
            <a:r>
              <a:rPr lang="ru-RU" sz="1400" dirty="0">
                <a:solidFill>
                  <a:srgbClr val="FFFF00"/>
                </a:solidFill>
              </a:rPr>
              <a:t> и свободное использование </a:t>
            </a:r>
            <a:r>
              <a:rPr lang="ru-RU" sz="1400" dirty="0" err="1">
                <a:solidFill>
                  <a:srgbClr val="FFFF00"/>
                </a:solidFill>
              </a:rPr>
              <a:t>DevTools</a:t>
            </a:r>
            <a:r>
              <a:rPr lang="ru-RU" sz="1400" dirty="0">
                <a:solidFill>
                  <a:srgbClr val="FFFF00"/>
                </a:solidFill>
              </a:rPr>
              <a:t>: эти навыки стали надёжной опорой в работе.</a:t>
            </a:r>
          </a:p>
        </p:txBody>
      </p:sp>
      <p:sp>
        <p:nvSpPr>
          <p:cNvPr id="16" name="Горизонтальный свиток 15"/>
          <p:cNvSpPr/>
          <p:nvPr/>
        </p:nvSpPr>
        <p:spPr>
          <a:xfrm>
            <a:off x="3973418" y="3753659"/>
            <a:ext cx="2853692" cy="2991365"/>
          </a:xfrm>
          <a:prstGeom prst="horizontalScroll">
            <a:avLst/>
          </a:prstGeom>
          <a:solidFill>
            <a:srgbClr val="29384C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D6ABEB"/>
                </a:solidFill>
              </a:rPr>
              <a:t>Из софт-</a:t>
            </a:r>
            <a:r>
              <a:rPr lang="ru-RU" sz="1400" dirty="0" err="1">
                <a:solidFill>
                  <a:srgbClr val="D6ABEB"/>
                </a:solidFill>
              </a:rPr>
              <a:t>скиллов</a:t>
            </a:r>
            <a:r>
              <a:rPr lang="ru-RU" sz="1400" dirty="0">
                <a:solidFill>
                  <a:srgbClr val="D6ABEB"/>
                </a:solidFill>
              </a:rPr>
              <a:t> главное — коммуникация и </a:t>
            </a:r>
            <a:r>
              <a:rPr lang="ru-RU" sz="1400" dirty="0" err="1">
                <a:solidFill>
                  <a:srgbClr val="D6ABEB"/>
                </a:solidFill>
              </a:rPr>
              <a:t>приоритизация</a:t>
            </a:r>
            <a:r>
              <a:rPr lang="ru-RU" sz="1400" dirty="0">
                <a:solidFill>
                  <a:srgbClr val="D6ABEB"/>
                </a:solidFill>
              </a:rPr>
              <a:t>: когда работаешь 20 часов в неделю, </a:t>
            </a:r>
            <a:r>
              <a:rPr lang="ru-RU" sz="1400" dirty="0" smtClean="0">
                <a:solidFill>
                  <a:srgbClr val="D6ABEB"/>
                </a:solidFill>
              </a:rPr>
              <a:t>нужно </a:t>
            </a:r>
            <a:r>
              <a:rPr lang="ru-RU" sz="1400" dirty="0">
                <a:solidFill>
                  <a:srgbClr val="D6ABEB"/>
                </a:solidFill>
              </a:rPr>
              <a:t>уметь выбирать самое важное и чётко обсуждать это с командой</a:t>
            </a:r>
            <a:r>
              <a:rPr lang="ru-RU" sz="1400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45925"/>
            <a:ext cx="85054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За время стажировки я прокачала и технические, и личные навыки. </a:t>
            </a:r>
          </a:p>
        </p:txBody>
      </p:sp>
    </p:spTree>
    <p:extLst>
      <p:ext uri="{BB962C8B-B14F-4D97-AF65-F5344CB8AC3E}">
        <p14:creationId xmlns:p14="http://schemas.microsoft.com/office/powerpoint/2010/main" val="29968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10</a:t>
            </a:fld>
            <a:endParaRPr lang="ru-RU" noProof="0" dirty="0"/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1" y="1583602"/>
            <a:ext cx="7658100" cy="2342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Мой вклад в продукт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  <a:ln w="28575">
            <a:solidFill>
              <a:srgbClr val="EBEB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10</a:t>
            </a:r>
            <a:endParaRPr lang="ru-RU" sz="8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55834" y="568192"/>
            <a:ext cx="4654061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  <a:t>Что я оставила после себя?</a:t>
            </a:r>
            <a:br>
              <a:rPr lang="ru-RU" sz="1600" dirty="0">
                <a:solidFill>
                  <a:prstClr val="white"/>
                </a:solidFill>
                <a:latin typeface="Arial Black" panose="020B0A04020102020204" pitchFamily="34" charset="0"/>
              </a:rPr>
            </a:br>
            <a:endParaRPr lang="ru-RU" dirty="0"/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544201845"/>
              </p:ext>
            </p:extLst>
          </p:nvPr>
        </p:nvGraphicFramePr>
        <p:xfrm>
          <a:off x="404497" y="682812"/>
          <a:ext cx="4905398" cy="3337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Текст 6"/>
          <p:cNvSpPr txBox="1">
            <a:spLocks/>
          </p:cNvSpPr>
          <p:nvPr/>
        </p:nvSpPr>
        <p:spPr>
          <a:xfrm>
            <a:off x="655834" y="4020628"/>
            <a:ext cx="11288516" cy="2662736"/>
          </a:xfrm>
          <a:prstGeom prst="rect">
            <a:avLst/>
          </a:prstGeom>
          <a:gradFill flip="none" rotWithShape="1">
            <a:gsLst>
              <a:gs pos="34780">
                <a:schemeClr val="tx1"/>
              </a:gs>
              <a:gs pos="13147">
                <a:srgbClr val="10454A"/>
              </a:gs>
              <a:gs pos="0">
                <a:schemeClr val="tx1"/>
              </a:gs>
              <a:gs pos="74000">
                <a:srgbClr val="2E3C49"/>
              </a:gs>
              <a:gs pos="83000">
                <a:srgbClr val="29384C"/>
              </a:gs>
              <a:gs pos="100000">
                <a:srgbClr val="19676E"/>
              </a:gs>
            </a:gsLst>
            <a:lin ang="2700000" scaled="1"/>
            <a:tileRect/>
          </a:gradFill>
          <a:ln w="76200">
            <a:solidFill>
              <a:srgbClr val="26C7CF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 smtClean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ru-RU" sz="1800" b="1" dirty="0">
              <a:solidFill>
                <a:srgbClr val="FFFF05"/>
              </a:solidFill>
            </a:endParaRPr>
          </a:p>
          <a:p>
            <a:pPr marL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ru-RU" sz="1800" b="1" dirty="0" smtClean="0">
                <a:solidFill>
                  <a:srgbClr val="FFFF05"/>
                </a:solidFill>
              </a:rPr>
              <a:t>42 </a:t>
            </a:r>
            <a:r>
              <a:rPr lang="ru-RU" sz="1800" b="1" dirty="0">
                <a:solidFill>
                  <a:srgbClr val="FFFF05"/>
                </a:solidFill>
              </a:rPr>
              <a:t>тест-кейса</a:t>
            </a:r>
            <a:r>
              <a:rPr lang="ru-RU" sz="1800" dirty="0">
                <a:solidFill>
                  <a:srgbClr val="FFFF05"/>
                </a:solidFill>
              </a:rPr>
              <a:t> для модулей «Каталог курсов» и «Проверка заданий».</a:t>
            </a:r>
          </a:p>
          <a:p>
            <a:pPr algn="ctr"/>
            <a:r>
              <a:rPr lang="ru-RU" sz="1800" b="1" dirty="0">
                <a:solidFill>
                  <a:srgbClr val="22B9F2"/>
                </a:solidFill>
              </a:rPr>
              <a:t>31 баг-репорт,</a:t>
            </a:r>
            <a:r>
              <a:rPr lang="ru-RU" sz="1800" dirty="0">
                <a:solidFill>
                  <a:srgbClr val="22B9F2"/>
                </a:solidFill>
              </a:rPr>
              <a:t> из них 4 — высокой важности (</a:t>
            </a:r>
            <a:r>
              <a:rPr lang="ru-RU" sz="1800" dirty="0" err="1">
                <a:solidFill>
                  <a:srgbClr val="22B9F2"/>
                </a:solidFill>
              </a:rPr>
              <a:t>high</a:t>
            </a:r>
            <a:r>
              <a:rPr lang="ru-RU" sz="1800" dirty="0">
                <a:solidFill>
                  <a:srgbClr val="22B9F2"/>
                </a:solidFill>
              </a:rPr>
              <a:t> </a:t>
            </a:r>
            <a:r>
              <a:rPr lang="ru-RU" sz="1800" dirty="0" err="1">
                <a:solidFill>
                  <a:srgbClr val="22B9F2"/>
                </a:solidFill>
              </a:rPr>
              <a:t>priority</a:t>
            </a:r>
            <a:r>
              <a:rPr lang="ru-RU" sz="1800" dirty="0">
                <a:solidFill>
                  <a:srgbClr val="22B9F2"/>
                </a:solidFill>
              </a:rPr>
              <a:t>).</a:t>
            </a:r>
          </a:p>
          <a:p>
            <a:pPr algn="ctr"/>
            <a:r>
              <a:rPr lang="ru-RU" sz="1800" b="1" dirty="0">
                <a:solidFill>
                  <a:srgbClr val="48B9B3"/>
                </a:solidFill>
              </a:rPr>
              <a:t>Участие в двух релизах:</a:t>
            </a:r>
            <a:r>
              <a:rPr lang="ru-RU" sz="1800" dirty="0">
                <a:solidFill>
                  <a:srgbClr val="48B9B3"/>
                </a:solidFill>
              </a:rPr>
              <a:t> обновление интерфейса каталога и </a:t>
            </a:r>
            <a:r>
              <a:rPr lang="ru-RU" sz="1800" dirty="0" err="1">
                <a:solidFill>
                  <a:srgbClr val="48B9B3"/>
                </a:solidFill>
              </a:rPr>
              <a:t>патч</a:t>
            </a:r>
            <a:r>
              <a:rPr lang="ru-RU" sz="1800" dirty="0">
                <a:solidFill>
                  <a:srgbClr val="48B9B3"/>
                </a:solidFill>
              </a:rPr>
              <a:t> </a:t>
            </a:r>
            <a:r>
              <a:rPr lang="ru-RU" sz="1800" dirty="0" err="1">
                <a:solidFill>
                  <a:srgbClr val="48B9B3"/>
                </a:solidFill>
              </a:rPr>
              <a:t>вебинаров</a:t>
            </a:r>
            <a:r>
              <a:rPr lang="ru-RU" sz="1800" dirty="0">
                <a:solidFill>
                  <a:srgbClr val="48B9B3"/>
                </a:solidFill>
              </a:rPr>
              <a:t>.</a:t>
            </a:r>
          </a:p>
          <a:p>
            <a:pPr algn="ctr"/>
            <a:r>
              <a:rPr lang="ru-RU" sz="1800" b="1" dirty="0">
                <a:solidFill>
                  <a:srgbClr val="F34BA2"/>
                </a:solidFill>
              </a:rPr>
              <a:t>Документация:</a:t>
            </a:r>
            <a:r>
              <a:rPr lang="ru-RU" sz="1800" dirty="0">
                <a:solidFill>
                  <a:srgbClr val="F34BA2"/>
                </a:solidFill>
              </a:rPr>
              <a:t> чек-лист регресса и мини-</a:t>
            </a:r>
            <a:r>
              <a:rPr lang="ru-RU" sz="1800" dirty="0" err="1">
                <a:solidFill>
                  <a:srgbClr val="F34BA2"/>
                </a:solidFill>
              </a:rPr>
              <a:t>гайд</a:t>
            </a:r>
            <a:r>
              <a:rPr lang="ru-RU" sz="1800" dirty="0">
                <a:solidFill>
                  <a:srgbClr val="F34BA2"/>
                </a:solidFill>
              </a:rPr>
              <a:t> для будущих стажёров.</a:t>
            </a:r>
          </a:p>
          <a:p>
            <a:pPr marL="0" indent="0">
              <a:buNone/>
            </a:pPr>
            <a:endParaRPr lang="ru-RU" dirty="0" smtClean="0">
              <a:solidFill>
                <a:schemeClr val="bg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63219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rtl="0"/>
            <a:fld id="{B67B645E-C5E5-4727-B977-D372A0AA71D9}" type="slidenum">
              <a:rPr lang="ru-RU" noProof="0" smtClean="0"/>
              <a:pPr algn="ctr" rtl="0"/>
              <a:t>11</a:t>
            </a:fld>
            <a:endParaRPr lang="ru-RU" noProof="0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 txBox="1">
            <a:spLocks/>
          </p:cNvSpPr>
          <p:nvPr/>
        </p:nvSpPr>
        <p:spPr>
          <a:xfrm>
            <a:off x="1002710" y="53869"/>
            <a:ext cx="4053809" cy="543464"/>
          </a:xfrm>
          <a:prstGeom prst="rect">
            <a:avLst/>
          </a:prstGeom>
          <a:noFill/>
        </p:spPr>
        <p:txBody>
          <a:bodyPr vert="horz" lIns="45720" tIns="45720" rIns="4572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200" i="1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>
                <a:solidFill>
                  <a:srgbClr val="25B99A"/>
                </a:solidFill>
                <a:latin typeface="Arial Black" panose="020B0A04020102020204" pitchFamily="34" charset="0"/>
              </a:rPr>
              <a:t>Итоги стажировки</a:t>
            </a:r>
            <a:endParaRPr lang="ru-RU" sz="2800" dirty="0"/>
          </a:p>
        </p:txBody>
      </p:sp>
      <p:sp>
        <p:nvSpPr>
          <p:cNvPr id="15" name="Овал 14"/>
          <p:cNvSpPr/>
          <p:nvPr/>
        </p:nvSpPr>
        <p:spPr>
          <a:xfrm>
            <a:off x="252422" y="88266"/>
            <a:ext cx="403412" cy="394447"/>
          </a:xfrm>
          <a:prstGeom prst="ellipse">
            <a:avLst/>
          </a:prstGeom>
          <a:solidFill>
            <a:srgbClr val="25B9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800" b="1" dirty="0" smtClean="0">
                <a:solidFill>
                  <a:schemeClr val="bg1"/>
                </a:solidFill>
              </a:rPr>
              <a:t>11</a:t>
            </a:r>
            <a:endParaRPr lang="ru-RU" sz="800" b="1" dirty="0">
              <a:solidFill>
                <a:schemeClr val="bg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2" y="962025"/>
            <a:ext cx="6583339" cy="4997171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Заголовок 2"/>
          <p:cNvSpPr txBox="1">
            <a:spLocks/>
          </p:cNvSpPr>
          <p:nvPr/>
        </p:nvSpPr>
        <p:spPr>
          <a:xfrm>
            <a:off x="7010400" y="53869"/>
            <a:ext cx="5105400" cy="6726513"/>
          </a:xfrm>
          <a:prstGeom prst="rect">
            <a:avLst/>
          </a:prstGeom>
          <a:gradFill flip="none" rotWithShape="1">
            <a:gsLst>
              <a:gs pos="0">
                <a:srgbClr val="141822"/>
              </a:gs>
              <a:gs pos="74000">
                <a:srgbClr val="007F76"/>
              </a:gs>
              <a:gs pos="83000">
                <a:srgbClr val="196269"/>
              </a:gs>
              <a:gs pos="100000">
                <a:srgbClr val="141822"/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000" i="1" dirty="0" smtClean="0">
              <a:solidFill>
                <a:srgbClr val="D5B98A"/>
              </a:solidFill>
              <a:latin typeface="Arial Black" panose="020B0A04020102020204" pitchFamily="34" charset="0"/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endParaRPr lang="ru-RU" sz="2000" i="1" dirty="0" smtClean="0">
              <a:solidFill>
                <a:srgbClr val="CE9534"/>
              </a:solidFill>
            </a:endParaRPr>
          </a:p>
          <a:p>
            <a:pPr algn="ctr"/>
            <a:endParaRPr lang="ru-RU" sz="2000" i="1" dirty="0">
              <a:solidFill>
                <a:srgbClr val="CE9534"/>
              </a:solidFill>
            </a:endParaRPr>
          </a:p>
          <a:p>
            <a:pPr algn="ctr"/>
            <a:r>
              <a:rPr lang="ru-RU" sz="2000" i="1" dirty="0" smtClean="0">
                <a:solidFill>
                  <a:srgbClr val="CE9534"/>
                </a:solidFill>
              </a:rPr>
              <a:t> </a:t>
            </a:r>
            <a:r>
              <a:rPr lang="ru-RU" sz="2000" b="1" i="1" cap="none" dirty="0" smtClean="0">
                <a:solidFill>
                  <a:srgbClr val="FFFF00"/>
                </a:solidFill>
              </a:rPr>
              <a:t>Эта стажировка подтвердила, что тестирование – это именно то, чем я хочу заниматься. </a:t>
            </a:r>
          </a:p>
          <a:p>
            <a:pPr algn="ctr"/>
            <a:endParaRPr lang="ru-RU" sz="2000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Работа в команде профессиональных qa-инженеров дала мне гораздо больше, чем я могла бы получить в одиночку.</a:t>
            </a:r>
          </a:p>
          <a:p>
            <a:pPr algn="ctr"/>
            <a:endParaRPr lang="ru-RU" sz="2000" b="1" i="1" cap="none" dirty="0" smtClean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Я прошла путь от первой задачи до участия в релизах и увидела реальный результат своей работы.</a:t>
            </a:r>
          </a:p>
          <a:p>
            <a:pPr algn="ctr"/>
            <a:endParaRPr lang="ru-RU" sz="2000" b="1" i="1" cap="none" dirty="0">
              <a:solidFill>
                <a:srgbClr val="FFFF00"/>
              </a:solidFill>
            </a:endParaRPr>
          </a:p>
          <a:p>
            <a:pPr algn="ctr"/>
            <a:r>
              <a:rPr lang="ru-RU" sz="2000" b="1" i="1" cap="none" dirty="0" smtClean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5" y="482713"/>
            <a:ext cx="3939851" cy="221616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18807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7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217" y="1500586"/>
            <a:ext cx="2893895" cy="71367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0E8F8-CBC6-4A56-A60B-FDBF1E1F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727" y="337437"/>
            <a:ext cx="7192298" cy="946137"/>
          </a:xfrm>
        </p:spPr>
        <p:txBody>
          <a:bodyPr rtlCol="0">
            <a:normAutofit/>
          </a:bodyPr>
          <a:lstStyle/>
          <a:p>
            <a:r>
              <a:rPr lang="ru-RU" sz="4000" b="1" dirty="0"/>
              <a:t>Благодарность команде </a:t>
            </a:r>
            <a:endParaRPr lang="ru-RU" sz="4000" dirty="0">
              <a:solidFill>
                <a:srgbClr val="1D979D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ru-RU" sz="2800" dirty="0"/>
              <a:t>Спасибо за внимание!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8A0520-36DB-4CF2-AE3A-5DFDAF9E6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425" y="852801"/>
            <a:ext cx="4023113" cy="5172574"/>
          </a:xfrm>
          <a:solidFill>
            <a:schemeClr val="tx1">
              <a:lumMod val="75000"/>
              <a:lumOff val="25000"/>
            </a:schemeClr>
          </a:solidFill>
        </p:spPr>
      </p:pic>
      <p:sp>
        <p:nvSpPr>
          <p:cNvPr id="7" name="Овал 6" descr="Логотип Backdrop">
            <a:extLst>
              <a:ext uri="{FF2B5EF4-FFF2-40B4-BE49-F238E27FC236}">
                <a16:creationId xmlns:a16="http://schemas.microsoft.com/office/drawing/2014/main" id="{DAE98AA7-EEC8-4349-B75F-8C7B0A80C3F3}"/>
              </a:ext>
            </a:extLst>
          </p:cNvPr>
          <p:cNvSpPr/>
          <p:nvPr/>
        </p:nvSpPr>
        <p:spPr>
          <a:xfrm>
            <a:off x="5457444" y="3087983"/>
            <a:ext cx="1842773" cy="1789689"/>
          </a:xfrm>
          <a:prstGeom prst="ellips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26" y="3362093"/>
            <a:ext cx="1458736" cy="1458736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229907" y="2431277"/>
            <a:ext cx="6905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cap="all" spc="100" dirty="0" smtClean="0">
                <a:solidFill>
                  <a:prstClr val="white"/>
                </a:solidFill>
                <a:ea typeface="+mj-ea"/>
                <a:cs typeface="+mj-cs"/>
              </a:rPr>
              <a:t>и </a:t>
            </a:r>
            <a:r>
              <a:rPr lang="ru-RU" sz="4000" b="1" cap="all" spc="100" dirty="0">
                <a:solidFill>
                  <a:prstClr val="white"/>
                </a:solidFill>
                <a:ea typeface="+mj-ea"/>
                <a:cs typeface="+mj-cs"/>
              </a:rPr>
              <a:t>ментору за поддержку!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94394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3A9A4-3B1F-4ADC-9D4B-3B70E586C5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33E771-E022-4C55-86B2-92F4B446C696}">
  <ds:schemaRefs>
    <ds:schemaRef ds:uri="http://www.w3.org/XML/1998/namespace"/>
    <ds:schemaRef ds:uri="71af3243-3dd4-4a8d-8c0d-dd76da1f02a5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E5F3C09B-154E-4A52-A906-C3F4A2C7E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1101</Words>
  <Application>Microsoft Office PowerPoint</Application>
  <PresentationFormat>Широкоэкранный</PresentationFormat>
  <Paragraphs>149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Times New Roman</vt:lpstr>
      <vt:lpstr>Tw Cen MT</vt:lpstr>
      <vt:lpstr>Tw Cen MT Condensed</vt:lpstr>
      <vt:lpstr>Wingdings 3</vt:lpstr>
      <vt:lpstr>Интеграл</vt:lpstr>
      <vt:lpstr>Отчет о прохождении стажировки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Благодарность команде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2026-07-02T12:43:06Z</dcterms:created>
  <dcterms:modified xsi:type="dcterms:W3CDTF">2026-07-15T16:53:25Z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