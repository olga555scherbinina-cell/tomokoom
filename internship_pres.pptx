
<file path=[Content_Types].xml><?xml version="1.0" encoding="utf-8"?>
<Types xmlns="http://schemas.openxmlformats.org/package/2006/content-types">
  <Default Extension="png" ContentType="image/png"/>
  <Default Extension="jpeg" ContentType="image/jpeg"/>
  <Default Extension="webp" ContentType="image/png"/>
  <Default Extension="rels" ContentType="application/vnd.openxmlformats-package.relationships+xml"/>
  <Default Extension="xml" ContentType="application/xml"/>
  <Default Extension="wdp" ContentType="image/vnd.ms-photo"/>
  <Default Extension="jpg" ContentType="image/jpe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 autoCompressPictures="0">
  <p:sldMasterIdLst>
    <p:sldMasterId id="2147483682" r:id="rId4"/>
  </p:sldMasterIdLst>
  <p:notesMasterIdLst>
    <p:notesMasterId r:id="rId17"/>
  </p:notesMasterIdLst>
  <p:handoutMasterIdLst>
    <p:handoutMasterId r:id="rId18"/>
  </p:handoutMasterIdLst>
  <p:sldIdLst>
    <p:sldId id="300" r:id="rId5"/>
    <p:sldId id="288" r:id="rId6"/>
    <p:sldId id="289" r:id="rId7"/>
    <p:sldId id="297" r:id="rId8"/>
    <p:sldId id="298" r:id="rId9"/>
    <p:sldId id="290" r:id="rId10"/>
    <p:sldId id="296" r:id="rId11"/>
    <p:sldId id="292" r:id="rId12"/>
    <p:sldId id="293" r:id="rId13"/>
    <p:sldId id="294" r:id="rId14"/>
    <p:sldId id="295" r:id="rId15"/>
    <p:sldId id="287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Автор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E9534"/>
    <a:srgbClr val="25B99A"/>
    <a:srgbClr val="26C7CF"/>
    <a:srgbClr val="1A252F"/>
    <a:srgbClr val="475D7C"/>
    <a:srgbClr val="152029"/>
    <a:srgbClr val="3E5073"/>
    <a:srgbClr val="4EC2BA"/>
    <a:srgbClr val="A8F5F1"/>
    <a:srgbClr val="48B9B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93296810-A885-4BE3-A3E7-6D5BEEA58F35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6395" autoAdjust="0"/>
  </p:normalViewPr>
  <p:slideViewPr>
    <p:cSldViewPr snapToGrid="0">
      <p:cViewPr>
        <p:scale>
          <a:sx n="100" d="100"/>
          <a:sy n="100" d="100"/>
        </p:scale>
        <p:origin x="852" y="34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77" d="100"/>
          <a:sy n="77" d="100"/>
        </p:scale>
        <p:origin x="2670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commentAuthors" Target="comment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B0DBBE0-E12C-46FE-A137-6D1A4FF18172}" type="doc">
      <dgm:prSet loTypeId="urn:microsoft.com/office/officeart/2005/8/layout/chevron2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A5A5E465-364A-48E9-8E76-F6B8D2113BEE}">
      <dgm:prSet phldrT="[Текст]"/>
      <dgm:spPr>
        <a:gradFill flip="none" rotWithShape="0">
          <a:gsLst>
            <a:gs pos="0">
              <a:srgbClr val="00957B">
                <a:shade val="30000"/>
                <a:satMod val="115000"/>
              </a:srgbClr>
            </a:gs>
            <a:gs pos="50000">
              <a:srgbClr val="00957B">
                <a:shade val="67500"/>
                <a:satMod val="115000"/>
              </a:srgbClr>
            </a:gs>
            <a:gs pos="100000">
              <a:srgbClr val="00957B">
                <a:shade val="100000"/>
                <a:satMod val="115000"/>
              </a:srgbClr>
            </a:gs>
          </a:gsLst>
          <a:lin ang="13500000" scaled="1"/>
          <a:tileRect/>
        </a:gradFill>
        <a:ln w="28575">
          <a:solidFill>
            <a:srgbClr val="EBEBEB"/>
          </a:solidFill>
        </a:ln>
      </dgm:spPr>
      <dgm:t>
        <a:bodyPr/>
        <a:lstStyle/>
        <a:p>
          <a:r>
            <a:rPr lang="ru-RU" b="0" i="1" dirty="0" smtClean="0">
              <a:solidFill>
                <a:schemeClr val="bg1"/>
              </a:solidFill>
            </a:rPr>
            <a:t>Skillspace — это российская платформа для создания и управления онлайн-школами, основанная в 2018 году.</a:t>
          </a:r>
          <a:endParaRPr lang="ru-RU" dirty="0"/>
        </a:p>
      </dgm:t>
    </dgm:pt>
    <dgm:pt modelId="{B48DFA8E-CA28-4816-BC0C-E28BECDC1D2F}" type="parTrans" cxnId="{EA4A2D27-7073-4F71-8798-1249A88D2578}">
      <dgm:prSet/>
      <dgm:spPr/>
      <dgm:t>
        <a:bodyPr/>
        <a:lstStyle/>
        <a:p>
          <a:endParaRPr lang="ru-RU"/>
        </a:p>
      </dgm:t>
    </dgm:pt>
    <dgm:pt modelId="{7ED96099-F004-4403-94D5-8D291D5E0599}" type="sibTrans" cxnId="{EA4A2D27-7073-4F71-8798-1249A88D2578}">
      <dgm:prSet/>
      <dgm:spPr/>
      <dgm:t>
        <a:bodyPr/>
        <a:lstStyle/>
        <a:p>
          <a:endParaRPr lang="ru-RU"/>
        </a:p>
      </dgm:t>
    </dgm:pt>
    <dgm:pt modelId="{B21DDAA4-1EF3-4C93-9F36-969AA283EBF7}">
      <dgm:prSet phldrT="[Текст]"/>
      <dgm:spPr>
        <a:solidFill>
          <a:srgbClr val="29384C"/>
        </a:solidFill>
        <a:ln w="28575">
          <a:solidFill>
            <a:srgbClr val="EBEBEB"/>
          </a:solidFill>
        </a:ln>
      </dgm:spPr>
      <dgm:t>
        <a:bodyPr/>
        <a:lstStyle/>
        <a:p>
          <a:endParaRPr lang="ru-RU" dirty="0"/>
        </a:p>
      </dgm:t>
    </dgm:pt>
    <dgm:pt modelId="{8644D8CB-23B3-4EED-A7FB-C0155E7C0B69}" type="parTrans" cxnId="{26E53AD3-ED3E-48F6-A269-2105F5790F94}">
      <dgm:prSet/>
      <dgm:spPr/>
      <dgm:t>
        <a:bodyPr/>
        <a:lstStyle/>
        <a:p>
          <a:endParaRPr lang="ru-RU"/>
        </a:p>
      </dgm:t>
    </dgm:pt>
    <dgm:pt modelId="{4DBE15C1-E909-4E94-9989-FAB1B7944FF2}" type="sibTrans" cxnId="{26E53AD3-ED3E-48F6-A269-2105F5790F94}">
      <dgm:prSet/>
      <dgm:spPr/>
      <dgm:t>
        <a:bodyPr/>
        <a:lstStyle/>
        <a:p>
          <a:endParaRPr lang="ru-RU"/>
        </a:p>
      </dgm:t>
    </dgm:pt>
    <dgm:pt modelId="{4F23B0EE-7E9F-4E06-9C35-1027ED3CBEDE}">
      <dgm:prSet phldrT="[Текст]"/>
      <dgm:spPr>
        <a:solidFill>
          <a:srgbClr val="29384C"/>
        </a:solidFill>
        <a:ln w="28575">
          <a:solidFill>
            <a:srgbClr val="EBEBEB"/>
          </a:solidFill>
        </a:ln>
      </dgm:spPr>
      <dgm:t>
        <a:bodyPr/>
        <a:lstStyle/>
        <a:p>
          <a:r>
            <a:rPr lang="ru-RU" b="0" i="1" dirty="0" smtClean="0">
              <a:solidFill>
                <a:schemeClr val="bg1"/>
              </a:solidFill>
            </a:rPr>
            <a:t>Она позволяет запустить образовательный проект без программистов и дизайнеров.</a:t>
          </a:r>
          <a:endParaRPr lang="ru-RU" dirty="0">
            <a:solidFill>
              <a:schemeClr val="bg1"/>
            </a:solidFill>
          </a:endParaRPr>
        </a:p>
      </dgm:t>
    </dgm:pt>
    <dgm:pt modelId="{0C249FEB-A5BE-40D6-ABA8-58CEBBF14857}" type="parTrans" cxnId="{8EA9DABE-F16C-432B-B918-ED4F7FD78725}">
      <dgm:prSet/>
      <dgm:spPr/>
      <dgm:t>
        <a:bodyPr/>
        <a:lstStyle/>
        <a:p>
          <a:endParaRPr lang="ru-RU"/>
        </a:p>
      </dgm:t>
    </dgm:pt>
    <dgm:pt modelId="{7A8AE540-361D-463C-BA24-CB3AB9DE1168}" type="sibTrans" cxnId="{8EA9DABE-F16C-432B-B918-ED4F7FD78725}">
      <dgm:prSet/>
      <dgm:spPr/>
      <dgm:t>
        <a:bodyPr/>
        <a:lstStyle/>
        <a:p>
          <a:endParaRPr lang="ru-RU"/>
        </a:p>
      </dgm:t>
    </dgm:pt>
    <dgm:pt modelId="{4D027F01-76BE-4A1A-803D-DA0D64BBC52F}">
      <dgm:prSet phldrT="[Текст]"/>
      <dgm:spPr>
        <a:solidFill>
          <a:srgbClr val="00957B"/>
        </a:solidFill>
        <a:ln w="28575">
          <a:solidFill>
            <a:srgbClr val="EBEBEB"/>
          </a:solidFill>
        </a:ln>
      </dgm:spPr>
      <dgm:t>
        <a:bodyPr/>
        <a:lstStyle/>
        <a:p>
          <a:endParaRPr lang="ru-RU" dirty="0"/>
        </a:p>
      </dgm:t>
    </dgm:pt>
    <dgm:pt modelId="{DEC0C4AC-0C85-4403-B2BE-1BC68A90369F}" type="parTrans" cxnId="{603E207E-2854-4260-B58B-096524AC8C8E}">
      <dgm:prSet/>
      <dgm:spPr/>
      <dgm:t>
        <a:bodyPr/>
        <a:lstStyle/>
        <a:p>
          <a:endParaRPr lang="ru-RU"/>
        </a:p>
      </dgm:t>
    </dgm:pt>
    <dgm:pt modelId="{2F7AB706-4450-4C62-B716-F3588D4BE51A}" type="sibTrans" cxnId="{603E207E-2854-4260-B58B-096524AC8C8E}">
      <dgm:prSet/>
      <dgm:spPr/>
      <dgm:t>
        <a:bodyPr/>
        <a:lstStyle/>
        <a:p>
          <a:endParaRPr lang="ru-RU"/>
        </a:p>
      </dgm:t>
    </dgm:pt>
    <dgm:pt modelId="{E76B2BF1-F1E9-4727-B084-DE836F12D697}">
      <dgm:prSet phldrT="[Текст]"/>
      <dgm:spPr>
        <a:gradFill flip="none" rotWithShape="0">
          <a:gsLst>
            <a:gs pos="0">
              <a:srgbClr val="00957B">
                <a:shade val="30000"/>
                <a:satMod val="115000"/>
              </a:srgbClr>
            </a:gs>
            <a:gs pos="50000">
              <a:srgbClr val="00957B">
                <a:shade val="67500"/>
                <a:satMod val="115000"/>
              </a:srgbClr>
            </a:gs>
            <a:gs pos="100000">
              <a:srgbClr val="00957B">
                <a:shade val="100000"/>
                <a:satMod val="115000"/>
              </a:srgbClr>
            </a:gs>
          </a:gsLst>
          <a:lin ang="13500000" scaled="1"/>
          <a:tileRect/>
        </a:gradFill>
        <a:ln w="28575">
          <a:solidFill>
            <a:srgbClr val="EBEBEB"/>
          </a:solidFill>
        </a:ln>
      </dgm:spPr>
      <dgm:t>
        <a:bodyPr/>
        <a:lstStyle/>
        <a:p>
          <a:r>
            <a:rPr lang="ru-RU" b="0" i="1" dirty="0" smtClean="0">
              <a:solidFill>
                <a:schemeClr val="bg1"/>
              </a:solidFill>
            </a:rPr>
            <a:t>За это время платформа зарекомендовала себя, как удобное решение для экспертов, </a:t>
          </a:r>
          <a:r>
            <a:rPr lang="ru-RU" b="0" i="1" dirty="0" err="1" smtClean="0">
              <a:solidFill>
                <a:schemeClr val="bg1"/>
              </a:solidFill>
            </a:rPr>
            <a:t>коучей</a:t>
          </a:r>
          <a:r>
            <a:rPr lang="ru-RU" b="0" i="1" dirty="0" smtClean="0">
              <a:solidFill>
                <a:schemeClr val="bg1"/>
              </a:solidFill>
            </a:rPr>
            <a:t> и крупных образовательных компаний — от начинающих авторов до онлайн-школ с тысячами учеников.</a:t>
          </a:r>
          <a:endParaRPr lang="ru-RU" dirty="0">
            <a:solidFill>
              <a:schemeClr val="bg1"/>
            </a:solidFill>
          </a:endParaRPr>
        </a:p>
      </dgm:t>
    </dgm:pt>
    <dgm:pt modelId="{029524DF-6A7F-4DF9-9EC9-5EF5BEDC9A72}" type="parTrans" cxnId="{60DD2A9F-4336-4B0F-AAB1-473CB7C95625}">
      <dgm:prSet/>
      <dgm:spPr/>
      <dgm:t>
        <a:bodyPr/>
        <a:lstStyle/>
        <a:p>
          <a:endParaRPr lang="ru-RU"/>
        </a:p>
      </dgm:t>
    </dgm:pt>
    <dgm:pt modelId="{D8E5C993-4C47-4BE2-820F-BD7162AB273E}" type="sibTrans" cxnId="{60DD2A9F-4336-4B0F-AAB1-473CB7C95625}">
      <dgm:prSet/>
      <dgm:spPr/>
      <dgm:t>
        <a:bodyPr/>
        <a:lstStyle/>
        <a:p>
          <a:endParaRPr lang="ru-RU"/>
        </a:p>
      </dgm:t>
    </dgm:pt>
    <dgm:pt modelId="{0B03B654-FC4A-4F34-8FF5-F851E97E0C0C}">
      <dgm:prSet phldrT="[Текст]"/>
      <dgm:spPr>
        <a:solidFill>
          <a:srgbClr val="00957B"/>
        </a:solidFill>
        <a:ln w="28575">
          <a:solidFill>
            <a:srgbClr val="EBEBEB"/>
          </a:solidFill>
        </a:ln>
      </dgm:spPr>
      <dgm:t>
        <a:bodyPr/>
        <a:lstStyle/>
        <a:p>
          <a:endParaRPr lang="ru-RU" dirty="0"/>
        </a:p>
      </dgm:t>
    </dgm:pt>
    <dgm:pt modelId="{9536F566-A5FF-4703-8B7E-7163848F5512}" type="sibTrans" cxnId="{AA86021B-9881-4B4F-AA6C-E6561113F9C8}">
      <dgm:prSet/>
      <dgm:spPr/>
      <dgm:t>
        <a:bodyPr/>
        <a:lstStyle/>
        <a:p>
          <a:endParaRPr lang="ru-RU"/>
        </a:p>
      </dgm:t>
    </dgm:pt>
    <dgm:pt modelId="{DCB057D7-FC46-493A-8798-D51DCF84205D}" type="parTrans" cxnId="{AA86021B-9881-4B4F-AA6C-E6561113F9C8}">
      <dgm:prSet/>
      <dgm:spPr/>
      <dgm:t>
        <a:bodyPr/>
        <a:lstStyle/>
        <a:p>
          <a:endParaRPr lang="ru-RU"/>
        </a:p>
      </dgm:t>
    </dgm:pt>
    <dgm:pt modelId="{9121A5E0-BB33-469A-B283-0C8107ACBE31}" type="pres">
      <dgm:prSet presAssocID="{7B0DBBE0-E12C-46FE-A137-6D1A4FF18172}" presName="linearFlow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6A954C64-4C86-47C4-A353-189BD454BA24}" type="pres">
      <dgm:prSet presAssocID="{0B03B654-FC4A-4F34-8FF5-F851E97E0C0C}" presName="composite" presStyleCnt="0"/>
      <dgm:spPr/>
    </dgm:pt>
    <dgm:pt modelId="{56341923-7064-4344-8CC0-51EDC480640D}" type="pres">
      <dgm:prSet presAssocID="{0B03B654-FC4A-4F34-8FF5-F851E97E0C0C}" presName="parentText" presStyleLbl="alignNode1" presStyleIdx="0" presStyleCnt="3">
        <dgm:presLayoutVars>
          <dgm:chMax val="1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372E2EA6-9085-4392-8BCB-F3C426D3D6D2}" type="pres">
      <dgm:prSet presAssocID="{0B03B654-FC4A-4F34-8FF5-F851E97E0C0C}" presName="descendantText" presStyleLbl="alignAcc1" presStyleIdx="0" presStyleCnt="3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EB38D830-B5A7-4AA5-9129-DAD0551DF637}" type="pres">
      <dgm:prSet presAssocID="{9536F566-A5FF-4703-8B7E-7163848F5512}" presName="sp" presStyleCnt="0"/>
      <dgm:spPr/>
    </dgm:pt>
    <dgm:pt modelId="{E35753E8-A559-4F13-99CB-137655CDE30C}" type="pres">
      <dgm:prSet presAssocID="{B21DDAA4-1EF3-4C93-9F36-969AA283EBF7}" presName="composite" presStyleCnt="0"/>
      <dgm:spPr/>
    </dgm:pt>
    <dgm:pt modelId="{3FAEE70D-4A4F-4C1A-A0C5-B19BC6A86E51}" type="pres">
      <dgm:prSet presAssocID="{B21DDAA4-1EF3-4C93-9F36-969AA283EBF7}" presName="parentText" presStyleLbl="alignNode1" presStyleIdx="1" presStyleCnt="3">
        <dgm:presLayoutVars>
          <dgm:chMax val="1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1363078D-84ED-45E1-8FC9-AD5BA3FF4F50}" type="pres">
      <dgm:prSet presAssocID="{B21DDAA4-1EF3-4C93-9F36-969AA283EBF7}" presName="descendantText" presStyleLbl="alignAcc1" presStyleIdx="1" presStyleCnt="3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9519D257-9903-46AC-8966-0591521ADC81}" type="pres">
      <dgm:prSet presAssocID="{4DBE15C1-E909-4E94-9989-FAB1B7944FF2}" presName="sp" presStyleCnt="0"/>
      <dgm:spPr/>
    </dgm:pt>
    <dgm:pt modelId="{0F4F1C9E-B793-49C0-9F1C-770EF6D61669}" type="pres">
      <dgm:prSet presAssocID="{4D027F01-76BE-4A1A-803D-DA0D64BBC52F}" presName="composite" presStyleCnt="0"/>
      <dgm:spPr/>
    </dgm:pt>
    <dgm:pt modelId="{88BFAC16-D3F8-4BC5-B2FF-FEA86F7E6D7C}" type="pres">
      <dgm:prSet presAssocID="{4D027F01-76BE-4A1A-803D-DA0D64BBC52F}" presName="parentText" presStyleLbl="alignNode1" presStyleIdx="2" presStyleCnt="3">
        <dgm:presLayoutVars>
          <dgm:chMax val="1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BA088A43-64E8-47A1-A739-E5F6EB2816BE}" type="pres">
      <dgm:prSet presAssocID="{4D027F01-76BE-4A1A-803D-DA0D64BBC52F}" presName="descendantText" presStyleLbl="alignAcc1" presStyleIdx="2" presStyleCnt="3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EA4A2D27-7073-4F71-8798-1249A88D2578}" srcId="{0B03B654-FC4A-4F34-8FF5-F851E97E0C0C}" destId="{A5A5E465-364A-48E9-8E76-F6B8D2113BEE}" srcOrd="0" destOrd="0" parTransId="{B48DFA8E-CA28-4816-BC0C-E28BECDC1D2F}" sibTransId="{7ED96099-F004-4403-94D5-8D291D5E0599}"/>
    <dgm:cxn modelId="{603E207E-2854-4260-B58B-096524AC8C8E}" srcId="{7B0DBBE0-E12C-46FE-A137-6D1A4FF18172}" destId="{4D027F01-76BE-4A1A-803D-DA0D64BBC52F}" srcOrd="2" destOrd="0" parTransId="{DEC0C4AC-0C85-4403-B2BE-1BC68A90369F}" sibTransId="{2F7AB706-4450-4C62-B716-F3588D4BE51A}"/>
    <dgm:cxn modelId="{AA86021B-9881-4B4F-AA6C-E6561113F9C8}" srcId="{7B0DBBE0-E12C-46FE-A137-6D1A4FF18172}" destId="{0B03B654-FC4A-4F34-8FF5-F851E97E0C0C}" srcOrd="0" destOrd="0" parTransId="{DCB057D7-FC46-493A-8798-D51DCF84205D}" sibTransId="{9536F566-A5FF-4703-8B7E-7163848F5512}"/>
    <dgm:cxn modelId="{26E53AD3-ED3E-48F6-A269-2105F5790F94}" srcId="{7B0DBBE0-E12C-46FE-A137-6D1A4FF18172}" destId="{B21DDAA4-1EF3-4C93-9F36-969AA283EBF7}" srcOrd="1" destOrd="0" parTransId="{8644D8CB-23B3-4EED-A7FB-C0155E7C0B69}" sibTransId="{4DBE15C1-E909-4E94-9989-FAB1B7944FF2}"/>
    <dgm:cxn modelId="{60DD2A9F-4336-4B0F-AAB1-473CB7C95625}" srcId="{4D027F01-76BE-4A1A-803D-DA0D64BBC52F}" destId="{E76B2BF1-F1E9-4727-B084-DE836F12D697}" srcOrd="0" destOrd="0" parTransId="{029524DF-6A7F-4DF9-9EC9-5EF5BEDC9A72}" sibTransId="{D8E5C993-4C47-4BE2-820F-BD7162AB273E}"/>
    <dgm:cxn modelId="{1689DB01-F3E5-45FD-BE55-6EAD2F47D6D9}" type="presOf" srcId="{B21DDAA4-1EF3-4C93-9F36-969AA283EBF7}" destId="{3FAEE70D-4A4F-4C1A-A0C5-B19BC6A86E51}" srcOrd="0" destOrd="0" presId="urn:microsoft.com/office/officeart/2005/8/layout/chevron2"/>
    <dgm:cxn modelId="{6857B508-AD5E-4655-8C06-121D27B51864}" type="presOf" srcId="{4D027F01-76BE-4A1A-803D-DA0D64BBC52F}" destId="{88BFAC16-D3F8-4BC5-B2FF-FEA86F7E6D7C}" srcOrd="0" destOrd="0" presId="urn:microsoft.com/office/officeart/2005/8/layout/chevron2"/>
    <dgm:cxn modelId="{8EA9DABE-F16C-432B-B918-ED4F7FD78725}" srcId="{B21DDAA4-1EF3-4C93-9F36-969AA283EBF7}" destId="{4F23B0EE-7E9F-4E06-9C35-1027ED3CBEDE}" srcOrd="0" destOrd="0" parTransId="{0C249FEB-A5BE-40D6-ABA8-58CEBBF14857}" sibTransId="{7A8AE540-361D-463C-BA24-CB3AB9DE1168}"/>
    <dgm:cxn modelId="{7B20A487-79F5-4E13-9A3E-CE7C9DA66177}" type="presOf" srcId="{A5A5E465-364A-48E9-8E76-F6B8D2113BEE}" destId="{372E2EA6-9085-4392-8BCB-F3C426D3D6D2}" srcOrd="0" destOrd="0" presId="urn:microsoft.com/office/officeart/2005/8/layout/chevron2"/>
    <dgm:cxn modelId="{93EE17FF-5CB1-4625-90AD-7DD9BB011205}" type="presOf" srcId="{7B0DBBE0-E12C-46FE-A137-6D1A4FF18172}" destId="{9121A5E0-BB33-469A-B283-0C8107ACBE31}" srcOrd="0" destOrd="0" presId="urn:microsoft.com/office/officeart/2005/8/layout/chevron2"/>
    <dgm:cxn modelId="{08163E5F-CE7B-45F1-AF0F-E288F33CBC6C}" type="presOf" srcId="{0B03B654-FC4A-4F34-8FF5-F851E97E0C0C}" destId="{56341923-7064-4344-8CC0-51EDC480640D}" srcOrd="0" destOrd="0" presId="urn:microsoft.com/office/officeart/2005/8/layout/chevron2"/>
    <dgm:cxn modelId="{7C438D37-3788-4D83-B250-7A165B03FF37}" type="presOf" srcId="{4F23B0EE-7E9F-4E06-9C35-1027ED3CBEDE}" destId="{1363078D-84ED-45E1-8FC9-AD5BA3FF4F50}" srcOrd="0" destOrd="0" presId="urn:microsoft.com/office/officeart/2005/8/layout/chevron2"/>
    <dgm:cxn modelId="{DEAFCD15-4FF3-4E43-97FC-FA9962ACDBCD}" type="presOf" srcId="{E76B2BF1-F1E9-4727-B084-DE836F12D697}" destId="{BA088A43-64E8-47A1-A739-E5F6EB2816BE}" srcOrd="0" destOrd="0" presId="urn:microsoft.com/office/officeart/2005/8/layout/chevron2"/>
    <dgm:cxn modelId="{8364D779-638D-4001-9BA3-D0D0F626340A}" type="presParOf" srcId="{9121A5E0-BB33-469A-B283-0C8107ACBE31}" destId="{6A954C64-4C86-47C4-A353-189BD454BA24}" srcOrd="0" destOrd="0" presId="urn:microsoft.com/office/officeart/2005/8/layout/chevron2"/>
    <dgm:cxn modelId="{8AE6567C-CA5C-47DE-9914-AB90BA4A3ADE}" type="presParOf" srcId="{6A954C64-4C86-47C4-A353-189BD454BA24}" destId="{56341923-7064-4344-8CC0-51EDC480640D}" srcOrd="0" destOrd="0" presId="urn:microsoft.com/office/officeart/2005/8/layout/chevron2"/>
    <dgm:cxn modelId="{8BFE88D3-A626-44EB-933E-DC16BF20D995}" type="presParOf" srcId="{6A954C64-4C86-47C4-A353-189BD454BA24}" destId="{372E2EA6-9085-4392-8BCB-F3C426D3D6D2}" srcOrd="1" destOrd="0" presId="urn:microsoft.com/office/officeart/2005/8/layout/chevron2"/>
    <dgm:cxn modelId="{88C5AAD4-926B-457B-9934-421E2D45C2F3}" type="presParOf" srcId="{9121A5E0-BB33-469A-B283-0C8107ACBE31}" destId="{EB38D830-B5A7-4AA5-9129-DAD0551DF637}" srcOrd="1" destOrd="0" presId="urn:microsoft.com/office/officeart/2005/8/layout/chevron2"/>
    <dgm:cxn modelId="{F212D7C2-143E-4683-B7E6-64CF48AA61D0}" type="presParOf" srcId="{9121A5E0-BB33-469A-B283-0C8107ACBE31}" destId="{E35753E8-A559-4F13-99CB-137655CDE30C}" srcOrd="2" destOrd="0" presId="urn:microsoft.com/office/officeart/2005/8/layout/chevron2"/>
    <dgm:cxn modelId="{557A21CE-4A35-48F0-97CF-AA668038D2F3}" type="presParOf" srcId="{E35753E8-A559-4F13-99CB-137655CDE30C}" destId="{3FAEE70D-4A4F-4C1A-A0C5-B19BC6A86E51}" srcOrd="0" destOrd="0" presId="urn:microsoft.com/office/officeart/2005/8/layout/chevron2"/>
    <dgm:cxn modelId="{7F950729-DDE3-43E3-A275-AC1FB5CB1E87}" type="presParOf" srcId="{E35753E8-A559-4F13-99CB-137655CDE30C}" destId="{1363078D-84ED-45E1-8FC9-AD5BA3FF4F50}" srcOrd="1" destOrd="0" presId="urn:microsoft.com/office/officeart/2005/8/layout/chevron2"/>
    <dgm:cxn modelId="{DD92EBA7-F99C-4DD5-AC75-FDAFB05CCC1C}" type="presParOf" srcId="{9121A5E0-BB33-469A-B283-0C8107ACBE31}" destId="{9519D257-9903-46AC-8966-0591521ADC81}" srcOrd="3" destOrd="0" presId="urn:microsoft.com/office/officeart/2005/8/layout/chevron2"/>
    <dgm:cxn modelId="{D9D5F219-FBFD-4DC4-9CEE-67C7C2889D62}" type="presParOf" srcId="{9121A5E0-BB33-469A-B283-0C8107ACBE31}" destId="{0F4F1C9E-B793-49C0-9F1C-770EF6D61669}" srcOrd="4" destOrd="0" presId="urn:microsoft.com/office/officeart/2005/8/layout/chevron2"/>
    <dgm:cxn modelId="{E5847CCA-DA0D-433A-A60D-AF99EC3B97CD}" type="presParOf" srcId="{0F4F1C9E-B793-49C0-9F1C-770EF6D61669}" destId="{88BFAC16-D3F8-4BC5-B2FF-FEA86F7E6D7C}" srcOrd="0" destOrd="0" presId="urn:microsoft.com/office/officeart/2005/8/layout/chevron2"/>
    <dgm:cxn modelId="{D0133569-EE0B-4A87-991F-F3BCB9FBD6C1}" type="presParOf" srcId="{0F4F1C9E-B793-49C0-9F1C-770EF6D61669}" destId="{BA088A43-64E8-47A1-A739-E5F6EB2816BE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7B0DBBE0-E12C-46FE-A137-6D1A4FF18172}" type="doc">
      <dgm:prSet loTypeId="urn:microsoft.com/office/officeart/2005/8/layout/chevron2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A5A5E465-364A-48E9-8E76-F6B8D2113BEE}">
      <dgm:prSet phldrT="[Текст]" custT="1"/>
      <dgm:spPr>
        <a:solidFill>
          <a:srgbClr val="1F2534"/>
        </a:solidFill>
        <a:ln w="28575">
          <a:solidFill>
            <a:srgbClr val="EBEBEB"/>
          </a:solidFill>
        </a:ln>
      </dgm:spPr>
      <dgm:t>
        <a:bodyPr/>
        <a:lstStyle/>
        <a:p>
          <a:r>
            <a:rPr lang="ru-RU" sz="1800" b="0" i="1" dirty="0" smtClean="0">
              <a:solidFill>
                <a:schemeClr val="bg1"/>
              </a:solidFill>
            </a:rPr>
            <a:t>За время стажировки я убедилась: то, что компания создаёт для других, она в первую очередь применяет внутри себя.</a:t>
          </a:r>
          <a:endParaRPr lang="ru-RU" sz="1800" dirty="0"/>
        </a:p>
      </dgm:t>
    </dgm:pt>
    <dgm:pt modelId="{B48DFA8E-CA28-4816-BC0C-E28BECDC1D2F}" type="parTrans" cxnId="{EA4A2D27-7073-4F71-8798-1249A88D2578}">
      <dgm:prSet/>
      <dgm:spPr/>
      <dgm:t>
        <a:bodyPr/>
        <a:lstStyle/>
        <a:p>
          <a:endParaRPr lang="ru-RU"/>
        </a:p>
      </dgm:t>
    </dgm:pt>
    <dgm:pt modelId="{7ED96099-F004-4403-94D5-8D291D5E0599}" type="sibTrans" cxnId="{EA4A2D27-7073-4F71-8798-1249A88D2578}">
      <dgm:prSet/>
      <dgm:spPr/>
      <dgm:t>
        <a:bodyPr/>
        <a:lstStyle/>
        <a:p>
          <a:endParaRPr lang="ru-RU"/>
        </a:p>
      </dgm:t>
    </dgm:pt>
    <dgm:pt modelId="{B21DDAA4-1EF3-4C93-9F36-969AA283EBF7}">
      <dgm:prSet phldrT="[Текст]"/>
      <dgm:spPr>
        <a:solidFill>
          <a:srgbClr val="1C8BF5"/>
        </a:solidFill>
        <a:ln w="28575">
          <a:solidFill>
            <a:srgbClr val="EBEBEB"/>
          </a:solidFill>
        </a:ln>
      </dgm:spPr>
      <dgm:t>
        <a:bodyPr/>
        <a:lstStyle/>
        <a:p>
          <a:endParaRPr lang="ru-RU" dirty="0"/>
        </a:p>
      </dgm:t>
    </dgm:pt>
    <dgm:pt modelId="{8644D8CB-23B3-4EED-A7FB-C0155E7C0B69}" type="parTrans" cxnId="{26E53AD3-ED3E-48F6-A269-2105F5790F94}">
      <dgm:prSet/>
      <dgm:spPr/>
      <dgm:t>
        <a:bodyPr/>
        <a:lstStyle/>
        <a:p>
          <a:endParaRPr lang="ru-RU"/>
        </a:p>
      </dgm:t>
    </dgm:pt>
    <dgm:pt modelId="{4DBE15C1-E909-4E94-9989-FAB1B7944FF2}" type="sibTrans" cxnId="{26E53AD3-ED3E-48F6-A269-2105F5790F94}">
      <dgm:prSet/>
      <dgm:spPr/>
      <dgm:t>
        <a:bodyPr/>
        <a:lstStyle/>
        <a:p>
          <a:endParaRPr lang="ru-RU"/>
        </a:p>
      </dgm:t>
    </dgm:pt>
    <dgm:pt modelId="{4F23B0EE-7E9F-4E06-9C35-1027ED3CBEDE}">
      <dgm:prSet phldrT="[Текст]" custT="1"/>
      <dgm:spPr>
        <a:solidFill>
          <a:srgbClr val="1C8BF5"/>
        </a:solidFill>
        <a:ln w="28575">
          <a:solidFill>
            <a:srgbClr val="EBEBEB"/>
          </a:solidFill>
        </a:ln>
      </dgm:spPr>
      <dgm:t>
        <a:bodyPr/>
        <a:lstStyle/>
        <a:p>
          <a:r>
            <a:rPr lang="ru-RU" sz="1800" b="0" i="1" dirty="0" smtClean="0">
              <a:solidFill>
                <a:schemeClr val="bg1"/>
              </a:solidFill>
            </a:rPr>
            <a:t>SkillSpace — это живой пример современной образовательной среды.  </a:t>
          </a:r>
          <a:endParaRPr lang="ru-RU" sz="1800" dirty="0">
            <a:solidFill>
              <a:schemeClr val="bg1"/>
            </a:solidFill>
          </a:endParaRPr>
        </a:p>
      </dgm:t>
    </dgm:pt>
    <dgm:pt modelId="{0C249FEB-A5BE-40D6-ABA8-58CEBBF14857}" type="parTrans" cxnId="{8EA9DABE-F16C-432B-B918-ED4F7FD78725}">
      <dgm:prSet/>
      <dgm:spPr/>
      <dgm:t>
        <a:bodyPr/>
        <a:lstStyle/>
        <a:p>
          <a:endParaRPr lang="ru-RU"/>
        </a:p>
      </dgm:t>
    </dgm:pt>
    <dgm:pt modelId="{7A8AE540-361D-463C-BA24-CB3AB9DE1168}" type="sibTrans" cxnId="{8EA9DABE-F16C-432B-B918-ED4F7FD78725}">
      <dgm:prSet/>
      <dgm:spPr/>
      <dgm:t>
        <a:bodyPr/>
        <a:lstStyle/>
        <a:p>
          <a:endParaRPr lang="ru-RU"/>
        </a:p>
      </dgm:t>
    </dgm:pt>
    <dgm:pt modelId="{4D027F01-76BE-4A1A-803D-DA0D64BBC52F}">
      <dgm:prSet phldrT="[Текст]"/>
      <dgm:spPr>
        <a:solidFill>
          <a:srgbClr val="1F2534"/>
        </a:solidFill>
        <a:ln w="28575">
          <a:solidFill>
            <a:srgbClr val="EBEBEB"/>
          </a:solidFill>
        </a:ln>
      </dgm:spPr>
      <dgm:t>
        <a:bodyPr/>
        <a:lstStyle/>
        <a:p>
          <a:endParaRPr lang="ru-RU" dirty="0"/>
        </a:p>
      </dgm:t>
    </dgm:pt>
    <dgm:pt modelId="{DEC0C4AC-0C85-4403-B2BE-1BC68A90369F}" type="parTrans" cxnId="{603E207E-2854-4260-B58B-096524AC8C8E}">
      <dgm:prSet/>
      <dgm:spPr/>
      <dgm:t>
        <a:bodyPr/>
        <a:lstStyle/>
        <a:p>
          <a:endParaRPr lang="ru-RU"/>
        </a:p>
      </dgm:t>
    </dgm:pt>
    <dgm:pt modelId="{2F7AB706-4450-4C62-B716-F3588D4BE51A}" type="sibTrans" cxnId="{603E207E-2854-4260-B58B-096524AC8C8E}">
      <dgm:prSet/>
      <dgm:spPr/>
      <dgm:t>
        <a:bodyPr/>
        <a:lstStyle/>
        <a:p>
          <a:endParaRPr lang="ru-RU"/>
        </a:p>
      </dgm:t>
    </dgm:pt>
    <dgm:pt modelId="{E76B2BF1-F1E9-4727-B084-DE836F12D697}">
      <dgm:prSet phldrT="[Текст]" custT="1"/>
      <dgm:spPr>
        <a:solidFill>
          <a:srgbClr val="1F2534"/>
        </a:solidFill>
        <a:ln w="28575">
          <a:solidFill>
            <a:srgbClr val="EBEBEB"/>
          </a:solidFill>
        </a:ln>
      </dgm:spPr>
      <dgm:t>
        <a:bodyPr/>
        <a:lstStyle/>
        <a:p>
          <a:r>
            <a:rPr lang="ru-RU" sz="1800" b="0" i="1" dirty="0" smtClean="0">
              <a:solidFill>
                <a:schemeClr val="bg1"/>
              </a:solidFill>
            </a:rPr>
            <a:t>Открытая, гибкая, нацеленная на развитие — мне повезло пройти стажировку именно здесь.</a:t>
          </a:r>
          <a:endParaRPr lang="ru-RU" sz="1800" dirty="0">
            <a:solidFill>
              <a:schemeClr val="bg1"/>
            </a:solidFill>
          </a:endParaRPr>
        </a:p>
      </dgm:t>
    </dgm:pt>
    <dgm:pt modelId="{029524DF-6A7F-4DF9-9EC9-5EF5BEDC9A72}" type="parTrans" cxnId="{60DD2A9F-4336-4B0F-AAB1-473CB7C95625}">
      <dgm:prSet/>
      <dgm:spPr/>
      <dgm:t>
        <a:bodyPr/>
        <a:lstStyle/>
        <a:p>
          <a:endParaRPr lang="ru-RU"/>
        </a:p>
      </dgm:t>
    </dgm:pt>
    <dgm:pt modelId="{D8E5C993-4C47-4BE2-820F-BD7162AB273E}" type="sibTrans" cxnId="{60DD2A9F-4336-4B0F-AAB1-473CB7C95625}">
      <dgm:prSet/>
      <dgm:spPr/>
      <dgm:t>
        <a:bodyPr/>
        <a:lstStyle/>
        <a:p>
          <a:endParaRPr lang="ru-RU"/>
        </a:p>
      </dgm:t>
    </dgm:pt>
    <dgm:pt modelId="{0B03B654-FC4A-4F34-8FF5-F851E97E0C0C}">
      <dgm:prSet phldrT="[Текст]"/>
      <dgm:spPr>
        <a:solidFill>
          <a:srgbClr val="1F2534"/>
        </a:solidFill>
        <a:ln w="28575">
          <a:solidFill>
            <a:srgbClr val="EBEBEB"/>
          </a:solidFill>
        </a:ln>
      </dgm:spPr>
      <dgm:t>
        <a:bodyPr/>
        <a:lstStyle/>
        <a:p>
          <a:endParaRPr lang="ru-RU" dirty="0"/>
        </a:p>
      </dgm:t>
    </dgm:pt>
    <dgm:pt modelId="{9536F566-A5FF-4703-8B7E-7163848F5512}" type="sibTrans" cxnId="{AA86021B-9881-4B4F-AA6C-E6561113F9C8}">
      <dgm:prSet/>
      <dgm:spPr/>
      <dgm:t>
        <a:bodyPr/>
        <a:lstStyle/>
        <a:p>
          <a:endParaRPr lang="ru-RU"/>
        </a:p>
      </dgm:t>
    </dgm:pt>
    <dgm:pt modelId="{DCB057D7-FC46-493A-8798-D51DCF84205D}" type="parTrans" cxnId="{AA86021B-9881-4B4F-AA6C-E6561113F9C8}">
      <dgm:prSet/>
      <dgm:spPr/>
      <dgm:t>
        <a:bodyPr/>
        <a:lstStyle/>
        <a:p>
          <a:endParaRPr lang="ru-RU"/>
        </a:p>
      </dgm:t>
    </dgm:pt>
    <dgm:pt modelId="{9121A5E0-BB33-469A-B283-0C8107ACBE31}" type="pres">
      <dgm:prSet presAssocID="{7B0DBBE0-E12C-46FE-A137-6D1A4FF18172}" presName="linearFlow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6A954C64-4C86-47C4-A353-189BD454BA24}" type="pres">
      <dgm:prSet presAssocID="{0B03B654-FC4A-4F34-8FF5-F851E97E0C0C}" presName="composite" presStyleCnt="0"/>
      <dgm:spPr/>
    </dgm:pt>
    <dgm:pt modelId="{56341923-7064-4344-8CC0-51EDC480640D}" type="pres">
      <dgm:prSet presAssocID="{0B03B654-FC4A-4F34-8FF5-F851E97E0C0C}" presName="parentText" presStyleLbl="alignNode1" presStyleIdx="0" presStyleCnt="3">
        <dgm:presLayoutVars>
          <dgm:chMax val="1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372E2EA6-9085-4392-8BCB-F3C426D3D6D2}" type="pres">
      <dgm:prSet presAssocID="{0B03B654-FC4A-4F34-8FF5-F851E97E0C0C}" presName="descendantText" presStyleLbl="alignAcc1" presStyleIdx="0" presStyleCnt="3" custScaleY="101346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EB38D830-B5A7-4AA5-9129-DAD0551DF637}" type="pres">
      <dgm:prSet presAssocID="{9536F566-A5FF-4703-8B7E-7163848F5512}" presName="sp" presStyleCnt="0"/>
      <dgm:spPr/>
    </dgm:pt>
    <dgm:pt modelId="{E35753E8-A559-4F13-99CB-137655CDE30C}" type="pres">
      <dgm:prSet presAssocID="{B21DDAA4-1EF3-4C93-9F36-969AA283EBF7}" presName="composite" presStyleCnt="0"/>
      <dgm:spPr/>
    </dgm:pt>
    <dgm:pt modelId="{3FAEE70D-4A4F-4C1A-A0C5-B19BC6A86E51}" type="pres">
      <dgm:prSet presAssocID="{B21DDAA4-1EF3-4C93-9F36-969AA283EBF7}" presName="parentText" presStyleLbl="alignNode1" presStyleIdx="1" presStyleCnt="3">
        <dgm:presLayoutVars>
          <dgm:chMax val="1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1363078D-84ED-45E1-8FC9-AD5BA3FF4F50}" type="pres">
      <dgm:prSet presAssocID="{B21DDAA4-1EF3-4C93-9F36-969AA283EBF7}" presName="descendantText" presStyleLbl="alignAcc1" presStyleIdx="1" presStyleCnt="3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9519D257-9903-46AC-8966-0591521ADC81}" type="pres">
      <dgm:prSet presAssocID="{4DBE15C1-E909-4E94-9989-FAB1B7944FF2}" presName="sp" presStyleCnt="0"/>
      <dgm:spPr/>
    </dgm:pt>
    <dgm:pt modelId="{0F4F1C9E-B793-49C0-9F1C-770EF6D61669}" type="pres">
      <dgm:prSet presAssocID="{4D027F01-76BE-4A1A-803D-DA0D64BBC52F}" presName="composite" presStyleCnt="0"/>
      <dgm:spPr/>
    </dgm:pt>
    <dgm:pt modelId="{88BFAC16-D3F8-4BC5-B2FF-FEA86F7E6D7C}" type="pres">
      <dgm:prSet presAssocID="{4D027F01-76BE-4A1A-803D-DA0D64BBC52F}" presName="parentText" presStyleLbl="alignNode1" presStyleIdx="2" presStyleCnt="3">
        <dgm:presLayoutVars>
          <dgm:chMax val="1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BA088A43-64E8-47A1-A739-E5F6EB2816BE}" type="pres">
      <dgm:prSet presAssocID="{4D027F01-76BE-4A1A-803D-DA0D64BBC52F}" presName="descendantText" presStyleLbl="alignAcc1" presStyleIdx="2" presStyleCnt="3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EA4A2D27-7073-4F71-8798-1249A88D2578}" srcId="{0B03B654-FC4A-4F34-8FF5-F851E97E0C0C}" destId="{A5A5E465-364A-48E9-8E76-F6B8D2113BEE}" srcOrd="0" destOrd="0" parTransId="{B48DFA8E-CA28-4816-BC0C-E28BECDC1D2F}" sibTransId="{7ED96099-F004-4403-94D5-8D291D5E0599}"/>
    <dgm:cxn modelId="{603E207E-2854-4260-B58B-096524AC8C8E}" srcId="{7B0DBBE0-E12C-46FE-A137-6D1A4FF18172}" destId="{4D027F01-76BE-4A1A-803D-DA0D64BBC52F}" srcOrd="2" destOrd="0" parTransId="{DEC0C4AC-0C85-4403-B2BE-1BC68A90369F}" sibTransId="{2F7AB706-4450-4C62-B716-F3588D4BE51A}"/>
    <dgm:cxn modelId="{AA86021B-9881-4B4F-AA6C-E6561113F9C8}" srcId="{7B0DBBE0-E12C-46FE-A137-6D1A4FF18172}" destId="{0B03B654-FC4A-4F34-8FF5-F851E97E0C0C}" srcOrd="0" destOrd="0" parTransId="{DCB057D7-FC46-493A-8798-D51DCF84205D}" sibTransId="{9536F566-A5FF-4703-8B7E-7163848F5512}"/>
    <dgm:cxn modelId="{26E53AD3-ED3E-48F6-A269-2105F5790F94}" srcId="{7B0DBBE0-E12C-46FE-A137-6D1A4FF18172}" destId="{B21DDAA4-1EF3-4C93-9F36-969AA283EBF7}" srcOrd="1" destOrd="0" parTransId="{8644D8CB-23B3-4EED-A7FB-C0155E7C0B69}" sibTransId="{4DBE15C1-E909-4E94-9989-FAB1B7944FF2}"/>
    <dgm:cxn modelId="{60DD2A9F-4336-4B0F-AAB1-473CB7C95625}" srcId="{4D027F01-76BE-4A1A-803D-DA0D64BBC52F}" destId="{E76B2BF1-F1E9-4727-B084-DE836F12D697}" srcOrd="0" destOrd="0" parTransId="{029524DF-6A7F-4DF9-9EC9-5EF5BEDC9A72}" sibTransId="{D8E5C993-4C47-4BE2-820F-BD7162AB273E}"/>
    <dgm:cxn modelId="{1689DB01-F3E5-45FD-BE55-6EAD2F47D6D9}" type="presOf" srcId="{B21DDAA4-1EF3-4C93-9F36-969AA283EBF7}" destId="{3FAEE70D-4A4F-4C1A-A0C5-B19BC6A86E51}" srcOrd="0" destOrd="0" presId="urn:microsoft.com/office/officeart/2005/8/layout/chevron2"/>
    <dgm:cxn modelId="{6857B508-AD5E-4655-8C06-121D27B51864}" type="presOf" srcId="{4D027F01-76BE-4A1A-803D-DA0D64BBC52F}" destId="{88BFAC16-D3F8-4BC5-B2FF-FEA86F7E6D7C}" srcOrd="0" destOrd="0" presId="urn:microsoft.com/office/officeart/2005/8/layout/chevron2"/>
    <dgm:cxn modelId="{8EA9DABE-F16C-432B-B918-ED4F7FD78725}" srcId="{B21DDAA4-1EF3-4C93-9F36-969AA283EBF7}" destId="{4F23B0EE-7E9F-4E06-9C35-1027ED3CBEDE}" srcOrd="0" destOrd="0" parTransId="{0C249FEB-A5BE-40D6-ABA8-58CEBBF14857}" sibTransId="{7A8AE540-361D-463C-BA24-CB3AB9DE1168}"/>
    <dgm:cxn modelId="{7B20A487-79F5-4E13-9A3E-CE7C9DA66177}" type="presOf" srcId="{A5A5E465-364A-48E9-8E76-F6B8D2113BEE}" destId="{372E2EA6-9085-4392-8BCB-F3C426D3D6D2}" srcOrd="0" destOrd="0" presId="urn:microsoft.com/office/officeart/2005/8/layout/chevron2"/>
    <dgm:cxn modelId="{93EE17FF-5CB1-4625-90AD-7DD9BB011205}" type="presOf" srcId="{7B0DBBE0-E12C-46FE-A137-6D1A4FF18172}" destId="{9121A5E0-BB33-469A-B283-0C8107ACBE31}" srcOrd="0" destOrd="0" presId="urn:microsoft.com/office/officeart/2005/8/layout/chevron2"/>
    <dgm:cxn modelId="{08163E5F-CE7B-45F1-AF0F-E288F33CBC6C}" type="presOf" srcId="{0B03B654-FC4A-4F34-8FF5-F851E97E0C0C}" destId="{56341923-7064-4344-8CC0-51EDC480640D}" srcOrd="0" destOrd="0" presId="urn:microsoft.com/office/officeart/2005/8/layout/chevron2"/>
    <dgm:cxn modelId="{7C438D37-3788-4D83-B250-7A165B03FF37}" type="presOf" srcId="{4F23B0EE-7E9F-4E06-9C35-1027ED3CBEDE}" destId="{1363078D-84ED-45E1-8FC9-AD5BA3FF4F50}" srcOrd="0" destOrd="0" presId="urn:microsoft.com/office/officeart/2005/8/layout/chevron2"/>
    <dgm:cxn modelId="{DEAFCD15-4FF3-4E43-97FC-FA9962ACDBCD}" type="presOf" srcId="{E76B2BF1-F1E9-4727-B084-DE836F12D697}" destId="{BA088A43-64E8-47A1-A739-E5F6EB2816BE}" srcOrd="0" destOrd="0" presId="urn:microsoft.com/office/officeart/2005/8/layout/chevron2"/>
    <dgm:cxn modelId="{8364D779-638D-4001-9BA3-D0D0F626340A}" type="presParOf" srcId="{9121A5E0-BB33-469A-B283-0C8107ACBE31}" destId="{6A954C64-4C86-47C4-A353-189BD454BA24}" srcOrd="0" destOrd="0" presId="urn:microsoft.com/office/officeart/2005/8/layout/chevron2"/>
    <dgm:cxn modelId="{8AE6567C-CA5C-47DE-9914-AB90BA4A3ADE}" type="presParOf" srcId="{6A954C64-4C86-47C4-A353-189BD454BA24}" destId="{56341923-7064-4344-8CC0-51EDC480640D}" srcOrd="0" destOrd="0" presId="urn:microsoft.com/office/officeart/2005/8/layout/chevron2"/>
    <dgm:cxn modelId="{8BFE88D3-A626-44EB-933E-DC16BF20D995}" type="presParOf" srcId="{6A954C64-4C86-47C4-A353-189BD454BA24}" destId="{372E2EA6-9085-4392-8BCB-F3C426D3D6D2}" srcOrd="1" destOrd="0" presId="urn:microsoft.com/office/officeart/2005/8/layout/chevron2"/>
    <dgm:cxn modelId="{88C5AAD4-926B-457B-9934-421E2D45C2F3}" type="presParOf" srcId="{9121A5E0-BB33-469A-B283-0C8107ACBE31}" destId="{EB38D830-B5A7-4AA5-9129-DAD0551DF637}" srcOrd="1" destOrd="0" presId="urn:microsoft.com/office/officeart/2005/8/layout/chevron2"/>
    <dgm:cxn modelId="{F212D7C2-143E-4683-B7E6-64CF48AA61D0}" type="presParOf" srcId="{9121A5E0-BB33-469A-B283-0C8107ACBE31}" destId="{E35753E8-A559-4F13-99CB-137655CDE30C}" srcOrd="2" destOrd="0" presId="urn:microsoft.com/office/officeart/2005/8/layout/chevron2"/>
    <dgm:cxn modelId="{557A21CE-4A35-48F0-97CF-AA668038D2F3}" type="presParOf" srcId="{E35753E8-A559-4F13-99CB-137655CDE30C}" destId="{3FAEE70D-4A4F-4C1A-A0C5-B19BC6A86E51}" srcOrd="0" destOrd="0" presId="urn:microsoft.com/office/officeart/2005/8/layout/chevron2"/>
    <dgm:cxn modelId="{7F950729-DDE3-43E3-A275-AC1FB5CB1E87}" type="presParOf" srcId="{E35753E8-A559-4F13-99CB-137655CDE30C}" destId="{1363078D-84ED-45E1-8FC9-AD5BA3FF4F50}" srcOrd="1" destOrd="0" presId="urn:microsoft.com/office/officeart/2005/8/layout/chevron2"/>
    <dgm:cxn modelId="{DD92EBA7-F99C-4DD5-AC75-FDAFB05CCC1C}" type="presParOf" srcId="{9121A5E0-BB33-469A-B283-0C8107ACBE31}" destId="{9519D257-9903-46AC-8966-0591521ADC81}" srcOrd="3" destOrd="0" presId="urn:microsoft.com/office/officeart/2005/8/layout/chevron2"/>
    <dgm:cxn modelId="{D9D5F219-FBFD-4DC4-9CEE-67C7C2889D62}" type="presParOf" srcId="{9121A5E0-BB33-469A-B283-0C8107ACBE31}" destId="{0F4F1C9E-B793-49C0-9F1C-770EF6D61669}" srcOrd="4" destOrd="0" presId="urn:microsoft.com/office/officeart/2005/8/layout/chevron2"/>
    <dgm:cxn modelId="{E5847CCA-DA0D-433A-A60D-AF99EC3B97CD}" type="presParOf" srcId="{0F4F1C9E-B793-49C0-9F1C-770EF6D61669}" destId="{88BFAC16-D3F8-4BC5-B2FF-FEA86F7E6D7C}" srcOrd="0" destOrd="0" presId="urn:microsoft.com/office/officeart/2005/8/layout/chevron2"/>
    <dgm:cxn modelId="{D0133569-EE0B-4A87-991F-F3BCB9FBD6C1}" type="presParOf" srcId="{0F4F1C9E-B793-49C0-9F1C-770EF6D61669}" destId="{BA088A43-64E8-47A1-A739-E5F6EB2816BE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7B0DBBE0-E12C-46FE-A137-6D1A4FF18172}" type="doc">
      <dgm:prSet loTypeId="urn:microsoft.com/office/officeart/2005/8/layout/chevron2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B21DDAA4-1EF3-4C93-9F36-969AA283EBF7}">
      <dgm:prSet phldrT="[Текст]"/>
      <dgm:spPr>
        <a:solidFill>
          <a:srgbClr val="1C8BF5"/>
        </a:solidFill>
        <a:ln w="28575">
          <a:solidFill>
            <a:srgbClr val="EBEBEB"/>
          </a:solidFill>
        </a:ln>
      </dgm:spPr>
      <dgm:t>
        <a:bodyPr/>
        <a:lstStyle/>
        <a:p>
          <a:endParaRPr lang="ru-RU" dirty="0"/>
        </a:p>
      </dgm:t>
    </dgm:pt>
    <dgm:pt modelId="{8644D8CB-23B3-4EED-A7FB-C0155E7C0B69}" type="parTrans" cxnId="{26E53AD3-ED3E-48F6-A269-2105F5790F94}">
      <dgm:prSet/>
      <dgm:spPr/>
      <dgm:t>
        <a:bodyPr/>
        <a:lstStyle/>
        <a:p>
          <a:endParaRPr lang="ru-RU"/>
        </a:p>
      </dgm:t>
    </dgm:pt>
    <dgm:pt modelId="{4DBE15C1-E909-4E94-9989-FAB1B7944FF2}" type="sibTrans" cxnId="{26E53AD3-ED3E-48F6-A269-2105F5790F94}">
      <dgm:prSet/>
      <dgm:spPr/>
      <dgm:t>
        <a:bodyPr/>
        <a:lstStyle/>
        <a:p>
          <a:endParaRPr lang="ru-RU"/>
        </a:p>
      </dgm:t>
    </dgm:pt>
    <dgm:pt modelId="{4F23B0EE-7E9F-4E06-9C35-1027ED3CBEDE}">
      <dgm:prSet phldrT="[Текст]" custT="1"/>
      <dgm:spPr>
        <a:solidFill>
          <a:srgbClr val="1C8BF5"/>
        </a:solidFill>
        <a:ln w="28575">
          <a:solidFill>
            <a:srgbClr val="EBEBEB"/>
          </a:solidFill>
        </a:ln>
      </dgm:spPr>
      <dgm:t>
        <a:bodyPr/>
        <a:lstStyle/>
        <a:p>
          <a:r>
            <a:rPr lang="ru-RU" sz="1800" b="0" i="1" dirty="0" smtClean="0">
              <a:solidFill>
                <a:schemeClr val="bg1"/>
              </a:solidFill>
            </a:rPr>
            <a:t>В "Проверке заданий" появились: статус "Принято" по умолчанию, </a:t>
          </a:r>
          <a:r>
            <a:rPr lang="ru-RU" sz="1800" b="0" i="1" dirty="0" err="1" smtClean="0">
              <a:solidFill>
                <a:schemeClr val="bg1"/>
              </a:solidFill>
            </a:rPr>
            <a:t>автоподстановка</a:t>
          </a:r>
          <a:r>
            <a:rPr lang="ru-RU" sz="1800" b="0" i="1" dirty="0" smtClean="0">
              <a:solidFill>
                <a:schemeClr val="bg1"/>
              </a:solidFill>
            </a:rPr>
            <a:t> баллов, отображение последнего ответа ученика и полноэкранный режим.</a:t>
          </a:r>
          <a:endParaRPr lang="ru-RU" sz="1800" dirty="0">
            <a:solidFill>
              <a:schemeClr val="bg1"/>
            </a:solidFill>
          </a:endParaRPr>
        </a:p>
      </dgm:t>
    </dgm:pt>
    <dgm:pt modelId="{0C249FEB-A5BE-40D6-ABA8-58CEBBF14857}" type="parTrans" cxnId="{8EA9DABE-F16C-432B-B918-ED4F7FD78725}">
      <dgm:prSet/>
      <dgm:spPr/>
      <dgm:t>
        <a:bodyPr/>
        <a:lstStyle/>
        <a:p>
          <a:endParaRPr lang="ru-RU"/>
        </a:p>
      </dgm:t>
    </dgm:pt>
    <dgm:pt modelId="{7A8AE540-361D-463C-BA24-CB3AB9DE1168}" type="sibTrans" cxnId="{8EA9DABE-F16C-432B-B918-ED4F7FD78725}">
      <dgm:prSet/>
      <dgm:spPr/>
      <dgm:t>
        <a:bodyPr/>
        <a:lstStyle/>
        <a:p>
          <a:endParaRPr lang="ru-RU"/>
        </a:p>
      </dgm:t>
    </dgm:pt>
    <dgm:pt modelId="{4D027F01-76BE-4A1A-803D-DA0D64BBC52F}">
      <dgm:prSet phldrT="[Текст]"/>
      <dgm:spPr>
        <a:solidFill>
          <a:srgbClr val="1F2534"/>
        </a:solidFill>
        <a:ln w="28575">
          <a:solidFill>
            <a:srgbClr val="EBEBEB"/>
          </a:solidFill>
        </a:ln>
      </dgm:spPr>
      <dgm:t>
        <a:bodyPr/>
        <a:lstStyle/>
        <a:p>
          <a:endParaRPr lang="ru-RU" dirty="0"/>
        </a:p>
      </dgm:t>
    </dgm:pt>
    <dgm:pt modelId="{DEC0C4AC-0C85-4403-B2BE-1BC68A90369F}" type="parTrans" cxnId="{603E207E-2854-4260-B58B-096524AC8C8E}">
      <dgm:prSet/>
      <dgm:spPr/>
      <dgm:t>
        <a:bodyPr/>
        <a:lstStyle/>
        <a:p>
          <a:endParaRPr lang="ru-RU"/>
        </a:p>
      </dgm:t>
    </dgm:pt>
    <dgm:pt modelId="{2F7AB706-4450-4C62-B716-F3588D4BE51A}" type="sibTrans" cxnId="{603E207E-2854-4260-B58B-096524AC8C8E}">
      <dgm:prSet/>
      <dgm:spPr/>
      <dgm:t>
        <a:bodyPr/>
        <a:lstStyle/>
        <a:p>
          <a:endParaRPr lang="ru-RU"/>
        </a:p>
      </dgm:t>
    </dgm:pt>
    <dgm:pt modelId="{E76B2BF1-F1E9-4727-B084-DE836F12D697}">
      <dgm:prSet phldrT="[Текст]"/>
      <dgm:spPr>
        <a:solidFill>
          <a:srgbClr val="1F2534"/>
        </a:solidFill>
        <a:ln w="28575">
          <a:solidFill>
            <a:srgbClr val="EBEBEB"/>
          </a:solidFill>
        </a:ln>
      </dgm:spPr>
      <dgm:t>
        <a:bodyPr/>
        <a:lstStyle/>
        <a:p>
          <a:r>
            <a:rPr lang="ru-RU" b="0" i="1" dirty="0" smtClean="0">
              <a:solidFill>
                <a:schemeClr val="bg1"/>
              </a:solidFill>
            </a:rPr>
            <a:t>Все эти изменения требовали тщательного ручного тестирования, и я принимала в этом непосредственное участие.</a:t>
          </a:r>
          <a:endParaRPr lang="ru-RU" dirty="0">
            <a:solidFill>
              <a:schemeClr val="bg1"/>
            </a:solidFill>
          </a:endParaRPr>
        </a:p>
      </dgm:t>
    </dgm:pt>
    <dgm:pt modelId="{029524DF-6A7F-4DF9-9EC9-5EF5BEDC9A72}" type="parTrans" cxnId="{60DD2A9F-4336-4B0F-AAB1-473CB7C95625}">
      <dgm:prSet/>
      <dgm:spPr/>
      <dgm:t>
        <a:bodyPr/>
        <a:lstStyle/>
        <a:p>
          <a:endParaRPr lang="ru-RU"/>
        </a:p>
      </dgm:t>
    </dgm:pt>
    <dgm:pt modelId="{D8E5C993-4C47-4BE2-820F-BD7162AB273E}" type="sibTrans" cxnId="{60DD2A9F-4336-4B0F-AAB1-473CB7C95625}">
      <dgm:prSet/>
      <dgm:spPr/>
      <dgm:t>
        <a:bodyPr/>
        <a:lstStyle/>
        <a:p>
          <a:endParaRPr lang="ru-RU"/>
        </a:p>
      </dgm:t>
    </dgm:pt>
    <dgm:pt modelId="{0B03B654-FC4A-4F34-8FF5-F851E97E0C0C}">
      <dgm:prSet phldrT="[Текст]"/>
      <dgm:spPr>
        <a:solidFill>
          <a:srgbClr val="1F2534"/>
        </a:solidFill>
        <a:ln w="28575">
          <a:solidFill>
            <a:srgbClr val="EBEBEB"/>
          </a:solidFill>
        </a:ln>
      </dgm:spPr>
      <dgm:t>
        <a:bodyPr/>
        <a:lstStyle/>
        <a:p>
          <a:endParaRPr lang="ru-RU" dirty="0"/>
        </a:p>
      </dgm:t>
    </dgm:pt>
    <dgm:pt modelId="{9536F566-A5FF-4703-8B7E-7163848F5512}" type="sibTrans" cxnId="{AA86021B-9881-4B4F-AA6C-E6561113F9C8}">
      <dgm:prSet/>
      <dgm:spPr/>
      <dgm:t>
        <a:bodyPr/>
        <a:lstStyle/>
        <a:p>
          <a:endParaRPr lang="ru-RU"/>
        </a:p>
      </dgm:t>
    </dgm:pt>
    <dgm:pt modelId="{DCB057D7-FC46-493A-8798-D51DCF84205D}" type="parTrans" cxnId="{AA86021B-9881-4B4F-AA6C-E6561113F9C8}">
      <dgm:prSet/>
      <dgm:spPr/>
      <dgm:t>
        <a:bodyPr/>
        <a:lstStyle/>
        <a:p>
          <a:endParaRPr lang="ru-RU"/>
        </a:p>
      </dgm:t>
    </dgm:pt>
    <dgm:pt modelId="{A5A5E465-364A-48E9-8E76-F6B8D2113BEE}">
      <dgm:prSet phldrT="[Текст]"/>
      <dgm:spPr>
        <a:solidFill>
          <a:srgbClr val="1F2534"/>
        </a:solidFill>
        <a:ln w="28575">
          <a:solidFill>
            <a:srgbClr val="EBEBEB"/>
          </a:solidFill>
        </a:ln>
      </dgm:spPr>
      <dgm:t>
        <a:bodyPr/>
        <a:lstStyle/>
        <a:p>
          <a:r>
            <a:rPr lang="ru-RU" b="0" i="1" dirty="0" smtClean="0">
              <a:solidFill>
                <a:schemeClr val="bg1"/>
              </a:solidFill>
            </a:rPr>
            <a:t>Мы выпустили обновлённое </a:t>
          </a:r>
          <a:r>
            <a:rPr lang="ru-RU" b="0" i="1" dirty="0" err="1" smtClean="0">
              <a:solidFill>
                <a:schemeClr val="bg1"/>
              </a:solidFill>
            </a:rPr>
            <a:t>iOS</a:t>
          </a:r>
          <a:r>
            <a:rPr lang="ru-RU" b="0" i="1" dirty="0" smtClean="0">
              <a:solidFill>
                <a:schemeClr val="bg1"/>
              </a:solidFill>
            </a:rPr>
            <a:t>-приложение, улучшили раздел "Проверка заданий" и обновили интерфейс кабинета ученика.</a:t>
          </a:r>
          <a:r>
            <a:rPr lang="ru-RU" b="0" i="1" dirty="0" smtClean="0"/>
            <a:t> </a:t>
          </a:r>
          <a:endParaRPr lang="ru-RU" dirty="0"/>
        </a:p>
      </dgm:t>
    </dgm:pt>
    <dgm:pt modelId="{7ED96099-F004-4403-94D5-8D291D5E0599}" type="sibTrans" cxnId="{EA4A2D27-7073-4F71-8798-1249A88D2578}">
      <dgm:prSet/>
      <dgm:spPr/>
      <dgm:t>
        <a:bodyPr/>
        <a:lstStyle/>
        <a:p>
          <a:endParaRPr lang="ru-RU"/>
        </a:p>
      </dgm:t>
    </dgm:pt>
    <dgm:pt modelId="{B48DFA8E-CA28-4816-BC0C-E28BECDC1D2F}" type="parTrans" cxnId="{EA4A2D27-7073-4F71-8798-1249A88D2578}">
      <dgm:prSet/>
      <dgm:spPr/>
      <dgm:t>
        <a:bodyPr/>
        <a:lstStyle/>
        <a:p>
          <a:endParaRPr lang="ru-RU"/>
        </a:p>
      </dgm:t>
    </dgm:pt>
    <dgm:pt modelId="{9121A5E0-BB33-469A-B283-0C8107ACBE31}" type="pres">
      <dgm:prSet presAssocID="{7B0DBBE0-E12C-46FE-A137-6D1A4FF18172}" presName="linearFlow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6A954C64-4C86-47C4-A353-189BD454BA24}" type="pres">
      <dgm:prSet presAssocID="{0B03B654-FC4A-4F34-8FF5-F851E97E0C0C}" presName="composite" presStyleCnt="0"/>
      <dgm:spPr/>
    </dgm:pt>
    <dgm:pt modelId="{56341923-7064-4344-8CC0-51EDC480640D}" type="pres">
      <dgm:prSet presAssocID="{0B03B654-FC4A-4F34-8FF5-F851E97E0C0C}" presName="parentText" presStyleLbl="alignNode1" presStyleIdx="0" presStyleCnt="3">
        <dgm:presLayoutVars>
          <dgm:chMax val="1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372E2EA6-9085-4392-8BCB-F3C426D3D6D2}" type="pres">
      <dgm:prSet presAssocID="{0B03B654-FC4A-4F34-8FF5-F851E97E0C0C}" presName="descendantText" presStyleLbl="alignAcc1" presStyleIdx="0" presStyleCnt="3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EB38D830-B5A7-4AA5-9129-DAD0551DF637}" type="pres">
      <dgm:prSet presAssocID="{9536F566-A5FF-4703-8B7E-7163848F5512}" presName="sp" presStyleCnt="0"/>
      <dgm:spPr/>
    </dgm:pt>
    <dgm:pt modelId="{E35753E8-A559-4F13-99CB-137655CDE30C}" type="pres">
      <dgm:prSet presAssocID="{B21DDAA4-1EF3-4C93-9F36-969AA283EBF7}" presName="composite" presStyleCnt="0"/>
      <dgm:spPr/>
    </dgm:pt>
    <dgm:pt modelId="{3FAEE70D-4A4F-4C1A-A0C5-B19BC6A86E51}" type="pres">
      <dgm:prSet presAssocID="{B21DDAA4-1EF3-4C93-9F36-969AA283EBF7}" presName="parentText" presStyleLbl="alignNode1" presStyleIdx="1" presStyleCnt="3">
        <dgm:presLayoutVars>
          <dgm:chMax val="1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1363078D-84ED-45E1-8FC9-AD5BA3FF4F50}" type="pres">
      <dgm:prSet presAssocID="{B21DDAA4-1EF3-4C93-9F36-969AA283EBF7}" presName="descendantText" presStyleLbl="alignAcc1" presStyleIdx="1" presStyleCnt="3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9519D257-9903-46AC-8966-0591521ADC81}" type="pres">
      <dgm:prSet presAssocID="{4DBE15C1-E909-4E94-9989-FAB1B7944FF2}" presName="sp" presStyleCnt="0"/>
      <dgm:spPr/>
    </dgm:pt>
    <dgm:pt modelId="{0F4F1C9E-B793-49C0-9F1C-770EF6D61669}" type="pres">
      <dgm:prSet presAssocID="{4D027F01-76BE-4A1A-803D-DA0D64BBC52F}" presName="composite" presStyleCnt="0"/>
      <dgm:spPr/>
    </dgm:pt>
    <dgm:pt modelId="{88BFAC16-D3F8-4BC5-B2FF-FEA86F7E6D7C}" type="pres">
      <dgm:prSet presAssocID="{4D027F01-76BE-4A1A-803D-DA0D64BBC52F}" presName="parentText" presStyleLbl="alignNode1" presStyleIdx="2" presStyleCnt="3">
        <dgm:presLayoutVars>
          <dgm:chMax val="1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BA088A43-64E8-47A1-A739-E5F6EB2816BE}" type="pres">
      <dgm:prSet presAssocID="{4D027F01-76BE-4A1A-803D-DA0D64BBC52F}" presName="descendantText" presStyleLbl="alignAcc1" presStyleIdx="2" presStyleCnt="3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EA4A2D27-7073-4F71-8798-1249A88D2578}" srcId="{0B03B654-FC4A-4F34-8FF5-F851E97E0C0C}" destId="{A5A5E465-364A-48E9-8E76-F6B8D2113BEE}" srcOrd="0" destOrd="0" parTransId="{B48DFA8E-CA28-4816-BC0C-E28BECDC1D2F}" sibTransId="{7ED96099-F004-4403-94D5-8D291D5E0599}"/>
    <dgm:cxn modelId="{603E207E-2854-4260-B58B-096524AC8C8E}" srcId="{7B0DBBE0-E12C-46FE-A137-6D1A4FF18172}" destId="{4D027F01-76BE-4A1A-803D-DA0D64BBC52F}" srcOrd="2" destOrd="0" parTransId="{DEC0C4AC-0C85-4403-B2BE-1BC68A90369F}" sibTransId="{2F7AB706-4450-4C62-B716-F3588D4BE51A}"/>
    <dgm:cxn modelId="{AA86021B-9881-4B4F-AA6C-E6561113F9C8}" srcId="{7B0DBBE0-E12C-46FE-A137-6D1A4FF18172}" destId="{0B03B654-FC4A-4F34-8FF5-F851E97E0C0C}" srcOrd="0" destOrd="0" parTransId="{DCB057D7-FC46-493A-8798-D51DCF84205D}" sibTransId="{9536F566-A5FF-4703-8B7E-7163848F5512}"/>
    <dgm:cxn modelId="{26E53AD3-ED3E-48F6-A269-2105F5790F94}" srcId="{7B0DBBE0-E12C-46FE-A137-6D1A4FF18172}" destId="{B21DDAA4-1EF3-4C93-9F36-969AA283EBF7}" srcOrd="1" destOrd="0" parTransId="{8644D8CB-23B3-4EED-A7FB-C0155E7C0B69}" sibTransId="{4DBE15C1-E909-4E94-9989-FAB1B7944FF2}"/>
    <dgm:cxn modelId="{60DD2A9F-4336-4B0F-AAB1-473CB7C95625}" srcId="{4D027F01-76BE-4A1A-803D-DA0D64BBC52F}" destId="{E76B2BF1-F1E9-4727-B084-DE836F12D697}" srcOrd="0" destOrd="0" parTransId="{029524DF-6A7F-4DF9-9EC9-5EF5BEDC9A72}" sibTransId="{D8E5C993-4C47-4BE2-820F-BD7162AB273E}"/>
    <dgm:cxn modelId="{1689DB01-F3E5-45FD-BE55-6EAD2F47D6D9}" type="presOf" srcId="{B21DDAA4-1EF3-4C93-9F36-969AA283EBF7}" destId="{3FAEE70D-4A4F-4C1A-A0C5-B19BC6A86E51}" srcOrd="0" destOrd="0" presId="urn:microsoft.com/office/officeart/2005/8/layout/chevron2"/>
    <dgm:cxn modelId="{6857B508-AD5E-4655-8C06-121D27B51864}" type="presOf" srcId="{4D027F01-76BE-4A1A-803D-DA0D64BBC52F}" destId="{88BFAC16-D3F8-4BC5-B2FF-FEA86F7E6D7C}" srcOrd="0" destOrd="0" presId="urn:microsoft.com/office/officeart/2005/8/layout/chevron2"/>
    <dgm:cxn modelId="{8EA9DABE-F16C-432B-B918-ED4F7FD78725}" srcId="{B21DDAA4-1EF3-4C93-9F36-969AA283EBF7}" destId="{4F23B0EE-7E9F-4E06-9C35-1027ED3CBEDE}" srcOrd="0" destOrd="0" parTransId="{0C249FEB-A5BE-40D6-ABA8-58CEBBF14857}" sibTransId="{7A8AE540-361D-463C-BA24-CB3AB9DE1168}"/>
    <dgm:cxn modelId="{7B20A487-79F5-4E13-9A3E-CE7C9DA66177}" type="presOf" srcId="{A5A5E465-364A-48E9-8E76-F6B8D2113BEE}" destId="{372E2EA6-9085-4392-8BCB-F3C426D3D6D2}" srcOrd="0" destOrd="0" presId="urn:microsoft.com/office/officeart/2005/8/layout/chevron2"/>
    <dgm:cxn modelId="{93EE17FF-5CB1-4625-90AD-7DD9BB011205}" type="presOf" srcId="{7B0DBBE0-E12C-46FE-A137-6D1A4FF18172}" destId="{9121A5E0-BB33-469A-B283-0C8107ACBE31}" srcOrd="0" destOrd="0" presId="urn:microsoft.com/office/officeart/2005/8/layout/chevron2"/>
    <dgm:cxn modelId="{08163E5F-CE7B-45F1-AF0F-E288F33CBC6C}" type="presOf" srcId="{0B03B654-FC4A-4F34-8FF5-F851E97E0C0C}" destId="{56341923-7064-4344-8CC0-51EDC480640D}" srcOrd="0" destOrd="0" presId="urn:microsoft.com/office/officeart/2005/8/layout/chevron2"/>
    <dgm:cxn modelId="{7C438D37-3788-4D83-B250-7A165B03FF37}" type="presOf" srcId="{4F23B0EE-7E9F-4E06-9C35-1027ED3CBEDE}" destId="{1363078D-84ED-45E1-8FC9-AD5BA3FF4F50}" srcOrd="0" destOrd="0" presId="urn:microsoft.com/office/officeart/2005/8/layout/chevron2"/>
    <dgm:cxn modelId="{DEAFCD15-4FF3-4E43-97FC-FA9962ACDBCD}" type="presOf" srcId="{E76B2BF1-F1E9-4727-B084-DE836F12D697}" destId="{BA088A43-64E8-47A1-A739-E5F6EB2816BE}" srcOrd="0" destOrd="0" presId="urn:microsoft.com/office/officeart/2005/8/layout/chevron2"/>
    <dgm:cxn modelId="{8364D779-638D-4001-9BA3-D0D0F626340A}" type="presParOf" srcId="{9121A5E0-BB33-469A-B283-0C8107ACBE31}" destId="{6A954C64-4C86-47C4-A353-189BD454BA24}" srcOrd="0" destOrd="0" presId="urn:microsoft.com/office/officeart/2005/8/layout/chevron2"/>
    <dgm:cxn modelId="{8AE6567C-CA5C-47DE-9914-AB90BA4A3ADE}" type="presParOf" srcId="{6A954C64-4C86-47C4-A353-189BD454BA24}" destId="{56341923-7064-4344-8CC0-51EDC480640D}" srcOrd="0" destOrd="0" presId="urn:microsoft.com/office/officeart/2005/8/layout/chevron2"/>
    <dgm:cxn modelId="{8BFE88D3-A626-44EB-933E-DC16BF20D995}" type="presParOf" srcId="{6A954C64-4C86-47C4-A353-189BD454BA24}" destId="{372E2EA6-9085-4392-8BCB-F3C426D3D6D2}" srcOrd="1" destOrd="0" presId="urn:microsoft.com/office/officeart/2005/8/layout/chevron2"/>
    <dgm:cxn modelId="{88C5AAD4-926B-457B-9934-421E2D45C2F3}" type="presParOf" srcId="{9121A5E0-BB33-469A-B283-0C8107ACBE31}" destId="{EB38D830-B5A7-4AA5-9129-DAD0551DF637}" srcOrd="1" destOrd="0" presId="urn:microsoft.com/office/officeart/2005/8/layout/chevron2"/>
    <dgm:cxn modelId="{F212D7C2-143E-4683-B7E6-64CF48AA61D0}" type="presParOf" srcId="{9121A5E0-BB33-469A-B283-0C8107ACBE31}" destId="{E35753E8-A559-4F13-99CB-137655CDE30C}" srcOrd="2" destOrd="0" presId="urn:microsoft.com/office/officeart/2005/8/layout/chevron2"/>
    <dgm:cxn modelId="{557A21CE-4A35-48F0-97CF-AA668038D2F3}" type="presParOf" srcId="{E35753E8-A559-4F13-99CB-137655CDE30C}" destId="{3FAEE70D-4A4F-4C1A-A0C5-B19BC6A86E51}" srcOrd="0" destOrd="0" presId="urn:microsoft.com/office/officeart/2005/8/layout/chevron2"/>
    <dgm:cxn modelId="{7F950729-DDE3-43E3-A275-AC1FB5CB1E87}" type="presParOf" srcId="{E35753E8-A559-4F13-99CB-137655CDE30C}" destId="{1363078D-84ED-45E1-8FC9-AD5BA3FF4F50}" srcOrd="1" destOrd="0" presId="urn:microsoft.com/office/officeart/2005/8/layout/chevron2"/>
    <dgm:cxn modelId="{DD92EBA7-F99C-4DD5-AC75-FDAFB05CCC1C}" type="presParOf" srcId="{9121A5E0-BB33-469A-B283-0C8107ACBE31}" destId="{9519D257-9903-46AC-8966-0591521ADC81}" srcOrd="3" destOrd="0" presId="urn:microsoft.com/office/officeart/2005/8/layout/chevron2"/>
    <dgm:cxn modelId="{D9D5F219-FBFD-4DC4-9CEE-67C7C2889D62}" type="presParOf" srcId="{9121A5E0-BB33-469A-B283-0C8107ACBE31}" destId="{0F4F1C9E-B793-49C0-9F1C-770EF6D61669}" srcOrd="4" destOrd="0" presId="urn:microsoft.com/office/officeart/2005/8/layout/chevron2"/>
    <dgm:cxn modelId="{E5847CCA-DA0D-433A-A60D-AF99EC3B97CD}" type="presParOf" srcId="{0F4F1C9E-B793-49C0-9F1C-770EF6D61669}" destId="{88BFAC16-D3F8-4BC5-B2FF-FEA86F7E6D7C}" srcOrd="0" destOrd="0" presId="urn:microsoft.com/office/officeart/2005/8/layout/chevron2"/>
    <dgm:cxn modelId="{D0133569-EE0B-4A87-991F-F3BCB9FBD6C1}" type="presParOf" srcId="{0F4F1C9E-B793-49C0-9F1C-770EF6D61669}" destId="{BA088A43-64E8-47A1-A739-E5F6EB2816BE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7B0DBBE0-E12C-46FE-A137-6D1A4FF18172}" type="doc">
      <dgm:prSet loTypeId="urn:microsoft.com/office/officeart/2005/8/layout/chevron2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4F23B0EE-7E9F-4E06-9C35-1027ED3CBEDE}">
      <dgm:prSet phldrT="[Текст]" custT="1"/>
      <dgm:spPr>
        <a:solidFill>
          <a:srgbClr val="2BD4B6"/>
        </a:solidFill>
        <a:ln w="28575">
          <a:solidFill>
            <a:srgbClr val="EBEBEB"/>
          </a:solidFill>
        </a:ln>
      </dgm:spPr>
      <dgm:t>
        <a:bodyPr/>
        <a:lstStyle/>
        <a:p>
          <a:r>
            <a:rPr lang="ru-RU" sz="1800" b="0" i="1" dirty="0" smtClean="0">
              <a:solidFill>
                <a:schemeClr val="bg1"/>
              </a:solidFill>
            </a:rPr>
            <a:t>Мои обязанности были напрямую связаны с теми крупными обновлениями, которые компания активно разрабатывала в период моей стажировки.</a:t>
          </a:r>
          <a:endParaRPr lang="ru-RU" sz="1800" dirty="0">
            <a:solidFill>
              <a:schemeClr val="bg1"/>
            </a:solidFill>
          </a:endParaRPr>
        </a:p>
      </dgm:t>
    </dgm:pt>
    <dgm:pt modelId="{0C249FEB-A5BE-40D6-ABA8-58CEBBF14857}" type="parTrans" cxnId="{8EA9DABE-F16C-432B-B918-ED4F7FD78725}">
      <dgm:prSet/>
      <dgm:spPr/>
      <dgm:t>
        <a:bodyPr/>
        <a:lstStyle/>
        <a:p>
          <a:endParaRPr lang="ru-RU"/>
        </a:p>
      </dgm:t>
    </dgm:pt>
    <dgm:pt modelId="{7A8AE540-361D-463C-BA24-CB3AB9DE1168}" type="sibTrans" cxnId="{8EA9DABE-F16C-432B-B918-ED4F7FD78725}">
      <dgm:prSet/>
      <dgm:spPr/>
      <dgm:t>
        <a:bodyPr/>
        <a:lstStyle/>
        <a:p>
          <a:endParaRPr lang="ru-RU"/>
        </a:p>
      </dgm:t>
    </dgm:pt>
    <dgm:pt modelId="{4D027F01-76BE-4A1A-803D-DA0D64BBC52F}">
      <dgm:prSet phldrT="[Текст]"/>
      <dgm:spPr>
        <a:solidFill>
          <a:srgbClr val="1F2534"/>
        </a:solidFill>
        <a:ln w="28575">
          <a:solidFill>
            <a:srgbClr val="EBEBEB"/>
          </a:solidFill>
        </a:ln>
      </dgm:spPr>
      <dgm:t>
        <a:bodyPr/>
        <a:lstStyle/>
        <a:p>
          <a:endParaRPr lang="ru-RU" dirty="0"/>
        </a:p>
      </dgm:t>
    </dgm:pt>
    <dgm:pt modelId="{DEC0C4AC-0C85-4403-B2BE-1BC68A90369F}" type="parTrans" cxnId="{603E207E-2854-4260-B58B-096524AC8C8E}">
      <dgm:prSet/>
      <dgm:spPr/>
      <dgm:t>
        <a:bodyPr/>
        <a:lstStyle/>
        <a:p>
          <a:endParaRPr lang="ru-RU"/>
        </a:p>
      </dgm:t>
    </dgm:pt>
    <dgm:pt modelId="{2F7AB706-4450-4C62-B716-F3588D4BE51A}" type="sibTrans" cxnId="{603E207E-2854-4260-B58B-096524AC8C8E}">
      <dgm:prSet/>
      <dgm:spPr/>
      <dgm:t>
        <a:bodyPr/>
        <a:lstStyle/>
        <a:p>
          <a:endParaRPr lang="ru-RU"/>
        </a:p>
      </dgm:t>
    </dgm:pt>
    <dgm:pt modelId="{E76B2BF1-F1E9-4727-B084-DE836F12D697}">
      <dgm:prSet phldrT="[Текст]" custT="1"/>
      <dgm:spPr>
        <a:solidFill>
          <a:srgbClr val="1F2534"/>
        </a:solidFill>
        <a:ln w="28575">
          <a:solidFill>
            <a:srgbClr val="EBEBEB"/>
          </a:solidFill>
        </a:ln>
      </dgm:spPr>
      <dgm:t>
        <a:bodyPr/>
        <a:lstStyle/>
        <a:p>
          <a:r>
            <a:rPr lang="ru-RU" sz="1800" b="0" i="1" dirty="0" smtClean="0">
              <a:solidFill>
                <a:schemeClr val="bg1"/>
              </a:solidFill>
            </a:rPr>
            <a:t>Это позволило мне не просто учиться, а сразу вносить реальный вклад в качество продукта</a:t>
          </a:r>
          <a:r>
            <a:rPr lang="ru-RU" sz="1900" b="0" i="1" dirty="0" smtClean="0">
              <a:solidFill>
                <a:schemeClr val="bg1"/>
              </a:solidFill>
            </a:rPr>
            <a:t>.</a:t>
          </a:r>
          <a:endParaRPr lang="ru-RU" sz="1900" dirty="0">
            <a:solidFill>
              <a:schemeClr val="bg1"/>
            </a:solidFill>
          </a:endParaRPr>
        </a:p>
      </dgm:t>
    </dgm:pt>
    <dgm:pt modelId="{029524DF-6A7F-4DF9-9EC9-5EF5BEDC9A72}" type="parTrans" cxnId="{60DD2A9F-4336-4B0F-AAB1-473CB7C95625}">
      <dgm:prSet/>
      <dgm:spPr/>
      <dgm:t>
        <a:bodyPr/>
        <a:lstStyle/>
        <a:p>
          <a:endParaRPr lang="ru-RU"/>
        </a:p>
      </dgm:t>
    </dgm:pt>
    <dgm:pt modelId="{D8E5C993-4C47-4BE2-820F-BD7162AB273E}" type="sibTrans" cxnId="{60DD2A9F-4336-4B0F-AAB1-473CB7C95625}">
      <dgm:prSet/>
      <dgm:spPr/>
      <dgm:t>
        <a:bodyPr/>
        <a:lstStyle/>
        <a:p>
          <a:endParaRPr lang="ru-RU"/>
        </a:p>
      </dgm:t>
    </dgm:pt>
    <dgm:pt modelId="{0B03B654-FC4A-4F34-8FF5-F851E97E0C0C}">
      <dgm:prSet phldrT="[Текст]"/>
      <dgm:spPr>
        <a:solidFill>
          <a:srgbClr val="1F2534"/>
        </a:solidFill>
        <a:ln w="28575">
          <a:solidFill>
            <a:srgbClr val="EBEBEB"/>
          </a:solidFill>
        </a:ln>
      </dgm:spPr>
      <dgm:t>
        <a:bodyPr/>
        <a:lstStyle/>
        <a:p>
          <a:endParaRPr lang="ru-RU" dirty="0"/>
        </a:p>
      </dgm:t>
    </dgm:pt>
    <dgm:pt modelId="{9536F566-A5FF-4703-8B7E-7163848F5512}" type="sibTrans" cxnId="{AA86021B-9881-4B4F-AA6C-E6561113F9C8}">
      <dgm:prSet/>
      <dgm:spPr/>
      <dgm:t>
        <a:bodyPr/>
        <a:lstStyle/>
        <a:p>
          <a:endParaRPr lang="ru-RU"/>
        </a:p>
      </dgm:t>
    </dgm:pt>
    <dgm:pt modelId="{DCB057D7-FC46-493A-8798-D51DCF84205D}" type="parTrans" cxnId="{AA86021B-9881-4B4F-AA6C-E6561113F9C8}">
      <dgm:prSet/>
      <dgm:spPr/>
      <dgm:t>
        <a:bodyPr/>
        <a:lstStyle/>
        <a:p>
          <a:endParaRPr lang="ru-RU"/>
        </a:p>
      </dgm:t>
    </dgm:pt>
    <dgm:pt modelId="{A5A5E465-364A-48E9-8E76-F6B8D2113BEE}">
      <dgm:prSet phldrT="[Текст]" custT="1"/>
      <dgm:spPr>
        <a:solidFill>
          <a:srgbClr val="1F2534"/>
        </a:solidFill>
        <a:ln w="28575">
          <a:solidFill>
            <a:srgbClr val="EBEBEB"/>
          </a:solidFill>
        </a:ln>
      </dgm:spPr>
      <dgm:t>
        <a:bodyPr/>
        <a:lstStyle/>
        <a:p>
          <a:r>
            <a:rPr lang="ru-RU" sz="1800" b="0" i="1" dirty="0" smtClean="0">
              <a:solidFill>
                <a:schemeClr val="bg1"/>
              </a:solidFill>
            </a:rPr>
            <a:t>Я работала в отделе тестирования — это небольшая, но очень эффективная QA-команда из двух опытных </a:t>
          </a:r>
          <a:r>
            <a:rPr lang="ru-RU" sz="1800" b="0" i="1" dirty="0" err="1" smtClean="0">
              <a:solidFill>
                <a:schemeClr val="bg1"/>
              </a:solidFill>
            </a:rPr>
            <a:t>тестировщиков</a:t>
          </a:r>
          <a:r>
            <a:rPr lang="ru-RU" sz="1800" b="0" i="1" dirty="0" smtClean="0">
              <a:solidFill>
                <a:schemeClr val="bg1"/>
              </a:solidFill>
            </a:rPr>
            <a:t> и меня, стажёра.</a:t>
          </a:r>
          <a:endParaRPr lang="ru-RU" sz="1800" dirty="0"/>
        </a:p>
      </dgm:t>
    </dgm:pt>
    <dgm:pt modelId="{7ED96099-F004-4403-94D5-8D291D5E0599}" type="sibTrans" cxnId="{EA4A2D27-7073-4F71-8798-1249A88D2578}">
      <dgm:prSet/>
      <dgm:spPr/>
      <dgm:t>
        <a:bodyPr/>
        <a:lstStyle/>
        <a:p>
          <a:endParaRPr lang="ru-RU"/>
        </a:p>
      </dgm:t>
    </dgm:pt>
    <dgm:pt modelId="{B48DFA8E-CA28-4816-BC0C-E28BECDC1D2F}" type="parTrans" cxnId="{EA4A2D27-7073-4F71-8798-1249A88D2578}">
      <dgm:prSet/>
      <dgm:spPr/>
      <dgm:t>
        <a:bodyPr/>
        <a:lstStyle/>
        <a:p>
          <a:endParaRPr lang="ru-RU"/>
        </a:p>
      </dgm:t>
    </dgm:pt>
    <dgm:pt modelId="{B21DDAA4-1EF3-4C93-9F36-969AA283EBF7}">
      <dgm:prSet phldrT="[Текст]"/>
      <dgm:spPr>
        <a:solidFill>
          <a:srgbClr val="2BD4B6"/>
        </a:solidFill>
        <a:ln w="28575">
          <a:solidFill>
            <a:srgbClr val="EBEBEB"/>
          </a:solidFill>
        </a:ln>
      </dgm:spPr>
      <dgm:t>
        <a:bodyPr/>
        <a:lstStyle/>
        <a:p>
          <a:endParaRPr lang="ru-RU" dirty="0"/>
        </a:p>
      </dgm:t>
    </dgm:pt>
    <dgm:pt modelId="{4DBE15C1-E909-4E94-9989-FAB1B7944FF2}" type="sibTrans" cxnId="{26E53AD3-ED3E-48F6-A269-2105F5790F94}">
      <dgm:prSet/>
      <dgm:spPr/>
      <dgm:t>
        <a:bodyPr/>
        <a:lstStyle/>
        <a:p>
          <a:endParaRPr lang="ru-RU"/>
        </a:p>
      </dgm:t>
    </dgm:pt>
    <dgm:pt modelId="{8644D8CB-23B3-4EED-A7FB-C0155E7C0B69}" type="parTrans" cxnId="{26E53AD3-ED3E-48F6-A269-2105F5790F94}">
      <dgm:prSet/>
      <dgm:spPr/>
      <dgm:t>
        <a:bodyPr/>
        <a:lstStyle/>
        <a:p>
          <a:endParaRPr lang="ru-RU"/>
        </a:p>
      </dgm:t>
    </dgm:pt>
    <dgm:pt modelId="{9121A5E0-BB33-469A-B283-0C8107ACBE31}" type="pres">
      <dgm:prSet presAssocID="{7B0DBBE0-E12C-46FE-A137-6D1A4FF18172}" presName="linearFlow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6A954C64-4C86-47C4-A353-189BD454BA24}" type="pres">
      <dgm:prSet presAssocID="{0B03B654-FC4A-4F34-8FF5-F851E97E0C0C}" presName="composite" presStyleCnt="0"/>
      <dgm:spPr/>
    </dgm:pt>
    <dgm:pt modelId="{56341923-7064-4344-8CC0-51EDC480640D}" type="pres">
      <dgm:prSet presAssocID="{0B03B654-FC4A-4F34-8FF5-F851E97E0C0C}" presName="parentText" presStyleLbl="alignNode1" presStyleIdx="0" presStyleCnt="3">
        <dgm:presLayoutVars>
          <dgm:chMax val="1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372E2EA6-9085-4392-8BCB-F3C426D3D6D2}" type="pres">
      <dgm:prSet presAssocID="{0B03B654-FC4A-4F34-8FF5-F851E97E0C0C}" presName="descendantText" presStyleLbl="alignAcc1" presStyleIdx="0" presStyleCnt="3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EB38D830-B5A7-4AA5-9129-DAD0551DF637}" type="pres">
      <dgm:prSet presAssocID="{9536F566-A5FF-4703-8B7E-7163848F5512}" presName="sp" presStyleCnt="0"/>
      <dgm:spPr/>
    </dgm:pt>
    <dgm:pt modelId="{E35753E8-A559-4F13-99CB-137655CDE30C}" type="pres">
      <dgm:prSet presAssocID="{B21DDAA4-1EF3-4C93-9F36-969AA283EBF7}" presName="composite" presStyleCnt="0"/>
      <dgm:spPr/>
    </dgm:pt>
    <dgm:pt modelId="{3FAEE70D-4A4F-4C1A-A0C5-B19BC6A86E51}" type="pres">
      <dgm:prSet presAssocID="{B21DDAA4-1EF3-4C93-9F36-969AA283EBF7}" presName="parentText" presStyleLbl="alignNode1" presStyleIdx="1" presStyleCnt="3">
        <dgm:presLayoutVars>
          <dgm:chMax val="1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1363078D-84ED-45E1-8FC9-AD5BA3FF4F50}" type="pres">
      <dgm:prSet presAssocID="{B21DDAA4-1EF3-4C93-9F36-969AA283EBF7}" presName="descendantText" presStyleLbl="alignAcc1" presStyleIdx="1" presStyleCnt="3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9519D257-9903-46AC-8966-0591521ADC81}" type="pres">
      <dgm:prSet presAssocID="{4DBE15C1-E909-4E94-9989-FAB1B7944FF2}" presName="sp" presStyleCnt="0"/>
      <dgm:spPr/>
    </dgm:pt>
    <dgm:pt modelId="{0F4F1C9E-B793-49C0-9F1C-770EF6D61669}" type="pres">
      <dgm:prSet presAssocID="{4D027F01-76BE-4A1A-803D-DA0D64BBC52F}" presName="composite" presStyleCnt="0"/>
      <dgm:spPr/>
    </dgm:pt>
    <dgm:pt modelId="{88BFAC16-D3F8-4BC5-B2FF-FEA86F7E6D7C}" type="pres">
      <dgm:prSet presAssocID="{4D027F01-76BE-4A1A-803D-DA0D64BBC52F}" presName="parentText" presStyleLbl="alignNode1" presStyleIdx="2" presStyleCnt="3">
        <dgm:presLayoutVars>
          <dgm:chMax val="1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BA088A43-64E8-47A1-A739-E5F6EB2816BE}" type="pres">
      <dgm:prSet presAssocID="{4D027F01-76BE-4A1A-803D-DA0D64BBC52F}" presName="descendantText" presStyleLbl="alignAcc1" presStyleIdx="2" presStyleCnt="3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EA4A2D27-7073-4F71-8798-1249A88D2578}" srcId="{0B03B654-FC4A-4F34-8FF5-F851E97E0C0C}" destId="{A5A5E465-364A-48E9-8E76-F6B8D2113BEE}" srcOrd="0" destOrd="0" parTransId="{B48DFA8E-CA28-4816-BC0C-E28BECDC1D2F}" sibTransId="{7ED96099-F004-4403-94D5-8D291D5E0599}"/>
    <dgm:cxn modelId="{603E207E-2854-4260-B58B-096524AC8C8E}" srcId="{7B0DBBE0-E12C-46FE-A137-6D1A4FF18172}" destId="{4D027F01-76BE-4A1A-803D-DA0D64BBC52F}" srcOrd="2" destOrd="0" parTransId="{DEC0C4AC-0C85-4403-B2BE-1BC68A90369F}" sibTransId="{2F7AB706-4450-4C62-B716-F3588D4BE51A}"/>
    <dgm:cxn modelId="{AA86021B-9881-4B4F-AA6C-E6561113F9C8}" srcId="{7B0DBBE0-E12C-46FE-A137-6D1A4FF18172}" destId="{0B03B654-FC4A-4F34-8FF5-F851E97E0C0C}" srcOrd="0" destOrd="0" parTransId="{DCB057D7-FC46-493A-8798-D51DCF84205D}" sibTransId="{9536F566-A5FF-4703-8B7E-7163848F5512}"/>
    <dgm:cxn modelId="{26E53AD3-ED3E-48F6-A269-2105F5790F94}" srcId="{7B0DBBE0-E12C-46FE-A137-6D1A4FF18172}" destId="{B21DDAA4-1EF3-4C93-9F36-969AA283EBF7}" srcOrd="1" destOrd="0" parTransId="{8644D8CB-23B3-4EED-A7FB-C0155E7C0B69}" sibTransId="{4DBE15C1-E909-4E94-9989-FAB1B7944FF2}"/>
    <dgm:cxn modelId="{60DD2A9F-4336-4B0F-AAB1-473CB7C95625}" srcId="{4D027F01-76BE-4A1A-803D-DA0D64BBC52F}" destId="{E76B2BF1-F1E9-4727-B084-DE836F12D697}" srcOrd="0" destOrd="0" parTransId="{029524DF-6A7F-4DF9-9EC9-5EF5BEDC9A72}" sibTransId="{D8E5C993-4C47-4BE2-820F-BD7162AB273E}"/>
    <dgm:cxn modelId="{1689DB01-F3E5-45FD-BE55-6EAD2F47D6D9}" type="presOf" srcId="{B21DDAA4-1EF3-4C93-9F36-969AA283EBF7}" destId="{3FAEE70D-4A4F-4C1A-A0C5-B19BC6A86E51}" srcOrd="0" destOrd="0" presId="urn:microsoft.com/office/officeart/2005/8/layout/chevron2"/>
    <dgm:cxn modelId="{6857B508-AD5E-4655-8C06-121D27B51864}" type="presOf" srcId="{4D027F01-76BE-4A1A-803D-DA0D64BBC52F}" destId="{88BFAC16-D3F8-4BC5-B2FF-FEA86F7E6D7C}" srcOrd="0" destOrd="0" presId="urn:microsoft.com/office/officeart/2005/8/layout/chevron2"/>
    <dgm:cxn modelId="{8EA9DABE-F16C-432B-B918-ED4F7FD78725}" srcId="{B21DDAA4-1EF3-4C93-9F36-969AA283EBF7}" destId="{4F23B0EE-7E9F-4E06-9C35-1027ED3CBEDE}" srcOrd="0" destOrd="0" parTransId="{0C249FEB-A5BE-40D6-ABA8-58CEBBF14857}" sibTransId="{7A8AE540-361D-463C-BA24-CB3AB9DE1168}"/>
    <dgm:cxn modelId="{7B20A487-79F5-4E13-9A3E-CE7C9DA66177}" type="presOf" srcId="{A5A5E465-364A-48E9-8E76-F6B8D2113BEE}" destId="{372E2EA6-9085-4392-8BCB-F3C426D3D6D2}" srcOrd="0" destOrd="0" presId="urn:microsoft.com/office/officeart/2005/8/layout/chevron2"/>
    <dgm:cxn modelId="{93EE17FF-5CB1-4625-90AD-7DD9BB011205}" type="presOf" srcId="{7B0DBBE0-E12C-46FE-A137-6D1A4FF18172}" destId="{9121A5E0-BB33-469A-B283-0C8107ACBE31}" srcOrd="0" destOrd="0" presId="urn:microsoft.com/office/officeart/2005/8/layout/chevron2"/>
    <dgm:cxn modelId="{08163E5F-CE7B-45F1-AF0F-E288F33CBC6C}" type="presOf" srcId="{0B03B654-FC4A-4F34-8FF5-F851E97E0C0C}" destId="{56341923-7064-4344-8CC0-51EDC480640D}" srcOrd="0" destOrd="0" presId="urn:microsoft.com/office/officeart/2005/8/layout/chevron2"/>
    <dgm:cxn modelId="{7C438D37-3788-4D83-B250-7A165B03FF37}" type="presOf" srcId="{4F23B0EE-7E9F-4E06-9C35-1027ED3CBEDE}" destId="{1363078D-84ED-45E1-8FC9-AD5BA3FF4F50}" srcOrd="0" destOrd="0" presId="urn:microsoft.com/office/officeart/2005/8/layout/chevron2"/>
    <dgm:cxn modelId="{DEAFCD15-4FF3-4E43-97FC-FA9962ACDBCD}" type="presOf" srcId="{E76B2BF1-F1E9-4727-B084-DE836F12D697}" destId="{BA088A43-64E8-47A1-A739-E5F6EB2816BE}" srcOrd="0" destOrd="0" presId="urn:microsoft.com/office/officeart/2005/8/layout/chevron2"/>
    <dgm:cxn modelId="{8364D779-638D-4001-9BA3-D0D0F626340A}" type="presParOf" srcId="{9121A5E0-BB33-469A-B283-0C8107ACBE31}" destId="{6A954C64-4C86-47C4-A353-189BD454BA24}" srcOrd="0" destOrd="0" presId="urn:microsoft.com/office/officeart/2005/8/layout/chevron2"/>
    <dgm:cxn modelId="{8AE6567C-CA5C-47DE-9914-AB90BA4A3ADE}" type="presParOf" srcId="{6A954C64-4C86-47C4-A353-189BD454BA24}" destId="{56341923-7064-4344-8CC0-51EDC480640D}" srcOrd="0" destOrd="0" presId="urn:microsoft.com/office/officeart/2005/8/layout/chevron2"/>
    <dgm:cxn modelId="{8BFE88D3-A626-44EB-933E-DC16BF20D995}" type="presParOf" srcId="{6A954C64-4C86-47C4-A353-189BD454BA24}" destId="{372E2EA6-9085-4392-8BCB-F3C426D3D6D2}" srcOrd="1" destOrd="0" presId="urn:microsoft.com/office/officeart/2005/8/layout/chevron2"/>
    <dgm:cxn modelId="{88C5AAD4-926B-457B-9934-421E2D45C2F3}" type="presParOf" srcId="{9121A5E0-BB33-469A-B283-0C8107ACBE31}" destId="{EB38D830-B5A7-4AA5-9129-DAD0551DF637}" srcOrd="1" destOrd="0" presId="urn:microsoft.com/office/officeart/2005/8/layout/chevron2"/>
    <dgm:cxn modelId="{F212D7C2-143E-4683-B7E6-64CF48AA61D0}" type="presParOf" srcId="{9121A5E0-BB33-469A-B283-0C8107ACBE31}" destId="{E35753E8-A559-4F13-99CB-137655CDE30C}" srcOrd="2" destOrd="0" presId="urn:microsoft.com/office/officeart/2005/8/layout/chevron2"/>
    <dgm:cxn modelId="{557A21CE-4A35-48F0-97CF-AA668038D2F3}" type="presParOf" srcId="{E35753E8-A559-4F13-99CB-137655CDE30C}" destId="{3FAEE70D-4A4F-4C1A-A0C5-B19BC6A86E51}" srcOrd="0" destOrd="0" presId="urn:microsoft.com/office/officeart/2005/8/layout/chevron2"/>
    <dgm:cxn modelId="{7F950729-DDE3-43E3-A275-AC1FB5CB1E87}" type="presParOf" srcId="{E35753E8-A559-4F13-99CB-137655CDE30C}" destId="{1363078D-84ED-45E1-8FC9-AD5BA3FF4F50}" srcOrd="1" destOrd="0" presId="urn:microsoft.com/office/officeart/2005/8/layout/chevron2"/>
    <dgm:cxn modelId="{DD92EBA7-F99C-4DD5-AC75-FDAFB05CCC1C}" type="presParOf" srcId="{9121A5E0-BB33-469A-B283-0C8107ACBE31}" destId="{9519D257-9903-46AC-8966-0591521ADC81}" srcOrd="3" destOrd="0" presId="urn:microsoft.com/office/officeart/2005/8/layout/chevron2"/>
    <dgm:cxn modelId="{D9D5F219-FBFD-4DC4-9CEE-67C7C2889D62}" type="presParOf" srcId="{9121A5E0-BB33-469A-B283-0C8107ACBE31}" destId="{0F4F1C9E-B793-49C0-9F1C-770EF6D61669}" srcOrd="4" destOrd="0" presId="urn:microsoft.com/office/officeart/2005/8/layout/chevron2"/>
    <dgm:cxn modelId="{E5847CCA-DA0D-433A-A60D-AF99EC3B97CD}" type="presParOf" srcId="{0F4F1C9E-B793-49C0-9F1C-770EF6D61669}" destId="{88BFAC16-D3F8-4BC5-B2FF-FEA86F7E6D7C}" srcOrd="0" destOrd="0" presId="urn:microsoft.com/office/officeart/2005/8/layout/chevron2"/>
    <dgm:cxn modelId="{D0133569-EE0B-4A87-991F-F3BCB9FBD6C1}" type="presParOf" srcId="{0F4F1C9E-B793-49C0-9F1C-770EF6D61669}" destId="{BA088A43-64E8-47A1-A739-E5F6EB2816BE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7B0DBBE0-E12C-46FE-A137-6D1A4FF18172}" type="doc">
      <dgm:prSet loTypeId="urn:microsoft.com/office/officeart/2005/8/layout/chevron2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A5A5E465-364A-48E9-8E76-F6B8D2113BEE}">
      <dgm:prSet phldrT="[Текст]"/>
      <dgm:spPr>
        <a:solidFill>
          <a:srgbClr val="1B1E53"/>
        </a:solidFill>
        <a:ln w="28575">
          <a:solidFill>
            <a:srgbClr val="EBEBEB"/>
          </a:solidFill>
        </a:ln>
      </dgm:spPr>
      <dgm:t>
        <a:bodyPr/>
        <a:lstStyle/>
        <a:p>
          <a:r>
            <a:rPr lang="ru-RU" b="0" i="1" dirty="0" smtClean="0">
              <a:solidFill>
                <a:schemeClr val="bg1"/>
              </a:solidFill>
            </a:rPr>
            <a:t>Команда работала по методологии </a:t>
          </a:r>
          <a:r>
            <a:rPr lang="ru-RU" b="0" i="1" dirty="0" err="1" smtClean="0">
              <a:solidFill>
                <a:schemeClr val="bg1"/>
              </a:solidFill>
            </a:rPr>
            <a:t>Scrum</a:t>
          </a:r>
          <a:r>
            <a:rPr lang="ru-RU" b="0" i="1" dirty="0" smtClean="0">
              <a:solidFill>
                <a:schemeClr val="bg1"/>
              </a:solidFill>
            </a:rPr>
            <a:t> короткими двухнедельными спринтами. Процессы (тесты, баги, релизы) привязаны к этим спринтам.</a:t>
          </a:r>
          <a:r>
            <a:rPr lang="ru-RU" b="0" i="1" dirty="0" smtClean="0"/>
            <a:t> </a:t>
          </a:r>
          <a:endParaRPr lang="ru-RU" dirty="0"/>
        </a:p>
      </dgm:t>
    </dgm:pt>
    <dgm:pt modelId="{B48DFA8E-CA28-4816-BC0C-E28BECDC1D2F}" type="parTrans" cxnId="{EA4A2D27-7073-4F71-8798-1249A88D2578}">
      <dgm:prSet/>
      <dgm:spPr/>
      <dgm:t>
        <a:bodyPr/>
        <a:lstStyle/>
        <a:p>
          <a:endParaRPr lang="ru-RU"/>
        </a:p>
      </dgm:t>
    </dgm:pt>
    <dgm:pt modelId="{7ED96099-F004-4403-94D5-8D291D5E0599}" type="sibTrans" cxnId="{EA4A2D27-7073-4F71-8798-1249A88D2578}">
      <dgm:prSet/>
      <dgm:spPr/>
      <dgm:t>
        <a:bodyPr/>
        <a:lstStyle/>
        <a:p>
          <a:endParaRPr lang="ru-RU"/>
        </a:p>
      </dgm:t>
    </dgm:pt>
    <dgm:pt modelId="{B21DDAA4-1EF3-4C93-9F36-969AA283EBF7}">
      <dgm:prSet phldrT="[Текст]"/>
      <dgm:spPr>
        <a:solidFill>
          <a:srgbClr val="141822"/>
        </a:solidFill>
        <a:ln w="28575">
          <a:solidFill>
            <a:srgbClr val="EBEBEB"/>
          </a:solidFill>
        </a:ln>
      </dgm:spPr>
      <dgm:t>
        <a:bodyPr/>
        <a:lstStyle/>
        <a:p>
          <a:endParaRPr lang="ru-RU" dirty="0"/>
        </a:p>
      </dgm:t>
    </dgm:pt>
    <dgm:pt modelId="{8644D8CB-23B3-4EED-A7FB-C0155E7C0B69}" type="parTrans" cxnId="{26E53AD3-ED3E-48F6-A269-2105F5790F94}">
      <dgm:prSet/>
      <dgm:spPr/>
      <dgm:t>
        <a:bodyPr/>
        <a:lstStyle/>
        <a:p>
          <a:endParaRPr lang="ru-RU"/>
        </a:p>
      </dgm:t>
    </dgm:pt>
    <dgm:pt modelId="{4DBE15C1-E909-4E94-9989-FAB1B7944FF2}" type="sibTrans" cxnId="{26E53AD3-ED3E-48F6-A269-2105F5790F94}">
      <dgm:prSet/>
      <dgm:spPr/>
      <dgm:t>
        <a:bodyPr/>
        <a:lstStyle/>
        <a:p>
          <a:endParaRPr lang="ru-RU"/>
        </a:p>
      </dgm:t>
    </dgm:pt>
    <dgm:pt modelId="{4F23B0EE-7E9F-4E06-9C35-1027ED3CBEDE}">
      <dgm:prSet phldrT="[Текст]"/>
      <dgm:spPr>
        <a:solidFill>
          <a:srgbClr val="141822"/>
        </a:solidFill>
        <a:ln w="28575">
          <a:solidFill>
            <a:srgbClr val="EBEBEB"/>
          </a:solidFill>
        </a:ln>
      </dgm:spPr>
      <dgm:t>
        <a:bodyPr/>
        <a:lstStyle/>
        <a:p>
          <a:r>
            <a:rPr lang="ru-RU" b="0" i="1" dirty="0" smtClean="0">
              <a:solidFill>
                <a:schemeClr val="bg1"/>
              </a:solidFill>
            </a:rPr>
            <a:t> В начале каждого спринта мы планировали задачи, а в конце — демонстрировали готовый функционал. Такой подход позволял быстро получать обратную связь и оперативно вносить правки.</a:t>
          </a:r>
          <a:endParaRPr lang="ru-RU" dirty="0">
            <a:solidFill>
              <a:schemeClr val="bg1"/>
            </a:solidFill>
          </a:endParaRPr>
        </a:p>
      </dgm:t>
    </dgm:pt>
    <dgm:pt modelId="{0C249FEB-A5BE-40D6-ABA8-58CEBBF14857}" type="parTrans" cxnId="{8EA9DABE-F16C-432B-B918-ED4F7FD78725}">
      <dgm:prSet/>
      <dgm:spPr/>
      <dgm:t>
        <a:bodyPr/>
        <a:lstStyle/>
        <a:p>
          <a:endParaRPr lang="ru-RU"/>
        </a:p>
      </dgm:t>
    </dgm:pt>
    <dgm:pt modelId="{7A8AE540-361D-463C-BA24-CB3AB9DE1168}" type="sibTrans" cxnId="{8EA9DABE-F16C-432B-B918-ED4F7FD78725}">
      <dgm:prSet/>
      <dgm:spPr/>
      <dgm:t>
        <a:bodyPr/>
        <a:lstStyle/>
        <a:p>
          <a:endParaRPr lang="ru-RU"/>
        </a:p>
      </dgm:t>
    </dgm:pt>
    <dgm:pt modelId="{4D027F01-76BE-4A1A-803D-DA0D64BBC52F}">
      <dgm:prSet phldrT="[Текст]"/>
      <dgm:spPr>
        <a:solidFill>
          <a:srgbClr val="1B1E53"/>
        </a:solidFill>
        <a:ln w="28575">
          <a:solidFill>
            <a:srgbClr val="EBEBEB"/>
          </a:solidFill>
        </a:ln>
      </dgm:spPr>
      <dgm:t>
        <a:bodyPr/>
        <a:lstStyle/>
        <a:p>
          <a:endParaRPr lang="ru-RU" dirty="0"/>
        </a:p>
      </dgm:t>
    </dgm:pt>
    <dgm:pt modelId="{DEC0C4AC-0C85-4403-B2BE-1BC68A90369F}" type="parTrans" cxnId="{603E207E-2854-4260-B58B-096524AC8C8E}">
      <dgm:prSet/>
      <dgm:spPr/>
      <dgm:t>
        <a:bodyPr/>
        <a:lstStyle/>
        <a:p>
          <a:endParaRPr lang="ru-RU"/>
        </a:p>
      </dgm:t>
    </dgm:pt>
    <dgm:pt modelId="{2F7AB706-4450-4C62-B716-F3588D4BE51A}" type="sibTrans" cxnId="{603E207E-2854-4260-B58B-096524AC8C8E}">
      <dgm:prSet/>
      <dgm:spPr/>
      <dgm:t>
        <a:bodyPr/>
        <a:lstStyle/>
        <a:p>
          <a:endParaRPr lang="ru-RU"/>
        </a:p>
      </dgm:t>
    </dgm:pt>
    <dgm:pt modelId="{E76B2BF1-F1E9-4727-B084-DE836F12D697}">
      <dgm:prSet phldrT="[Текст]"/>
      <dgm:spPr>
        <a:solidFill>
          <a:srgbClr val="1B1E53"/>
        </a:solidFill>
        <a:ln w="28575">
          <a:solidFill>
            <a:srgbClr val="EBEBEB"/>
          </a:solidFill>
        </a:ln>
      </dgm:spPr>
      <dgm:t>
        <a:bodyPr/>
        <a:lstStyle/>
        <a:p>
          <a:r>
            <a:rPr lang="ru-RU" b="0" i="1" dirty="0" smtClean="0">
              <a:solidFill>
                <a:schemeClr val="bg1"/>
              </a:solidFill>
            </a:rPr>
            <a:t>Работа в </a:t>
          </a:r>
          <a:r>
            <a:rPr lang="ru-RU" b="0" i="1" dirty="0" err="1" smtClean="0">
              <a:solidFill>
                <a:schemeClr val="bg1"/>
              </a:solidFill>
            </a:rPr>
            <a:t>Scrum</a:t>
          </a:r>
          <a:r>
            <a:rPr lang="ru-RU" b="0" i="1" dirty="0" smtClean="0">
              <a:solidFill>
                <a:schemeClr val="bg1"/>
              </a:solidFill>
            </a:rPr>
            <a:t> и использование современных инструментов позволили мне быстро влиться в команду и эффективно тестировать даже сложные функции, такие как новые мобильные версии разделов и обновления интерфейсов.</a:t>
          </a:r>
          <a:endParaRPr lang="ru-RU" dirty="0">
            <a:solidFill>
              <a:schemeClr val="bg1"/>
            </a:solidFill>
          </a:endParaRPr>
        </a:p>
      </dgm:t>
    </dgm:pt>
    <dgm:pt modelId="{029524DF-6A7F-4DF9-9EC9-5EF5BEDC9A72}" type="parTrans" cxnId="{60DD2A9F-4336-4B0F-AAB1-473CB7C95625}">
      <dgm:prSet/>
      <dgm:spPr/>
      <dgm:t>
        <a:bodyPr/>
        <a:lstStyle/>
        <a:p>
          <a:endParaRPr lang="ru-RU"/>
        </a:p>
      </dgm:t>
    </dgm:pt>
    <dgm:pt modelId="{D8E5C993-4C47-4BE2-820F-BD7162AB273E}" type="sibTrans" cxnId="{60DD2A9F-4336-4B0F-AAB1-473CB7C95625}">
      <dgm:prSet/>
      <dgm:spPr/>
      <dgm:t>
        <a:bodyPr/>
        <a:lstStyle/>
        <a:p>
          <a:endParaRPr lang="ru-RU"/>
        </a:p>
      </dgm:t>
    </dgm:pt>
    <dgm:pt modelId="{0B03B654-FC4A-4F34-8FF5-F851E97E0C0C}">
      <dgm:prSet phldrT="[Текст]"/>
      <dgm:spPr>
        <a:solidFill>
          <a:srgbClr val="1B1E53"/>
        </a:solidFill>
        <a:ln w="28575">
          <a:solidFill>
            <a:srgbClr val="EBEBEB"/>
          </a:solidFill>
        </a:ln>
      </dgm:spPr>
      <dgm:t>
        <a:bodyPr/>
        <a:lstStyle/>
        <a:p>
          <a:endParaRPr lang="ru-RU" dirty="0"/>
        </a:p>
      </dgm:t>
    </dgm:pt>
    <dgm:pt modelId="{9536F566-A5FF-4703-8B7E-7163848F5512}" type="sibTrans" cxnId="{AA86021B-9881-4B4F-AA6C-E6561113F9C8}">
      <dgm:prSet/>
      <dgm:spPr/>
      <dgm:t>
        <a:bodyPr/>
        <a:lstStyle/>
        <a:p>
          <a:endParaRPr lang="ru-RU"/>
        </a:p>
      </dgm:t>
    </dgm:pt>
    <dgm:pt modelId="{DCB057D7-FC46-493A-8798-D51DCF84205D}" type="parTrans" cxnId="{AA86021B-9881-4B4F-AA6C-E6561113F9C8}">
      <dgm:prSet/>
      <dgm:spPr/>
      <dgm:t>
        <a:bodyPr/>
        <a:lstStyle/>
        <a:p>
          <a:endParaRPr lang="ru-RU"/>
        </a:p>
      </dgm:t>
    </dgm:pt>
    <dgm:pt modelId="{9121A5E0-BB33-469A-B283-0C8107ACBE31}" type="pres">
      <dgm:prSet presAssocID="{7B0DBBE0-E12C-46FE-A137-6D1A4FF18172}" presName="linearFlow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6A954C64-4C86-47C4-A353-189BD454BA24}" type="pres">
      <dgm:prSet presAssocID="{0B03B654-FC4A-4F34-8FF5-F851E97E0C0C}" presName="composite" presStyleCnt="0"/>
      <dgm:spPr/>
    </dgm:pt>
    <dgm:pt modelId="{56341923-7064-4344-8CC0-51EDC480640D}" type="pres">
      <dgm:prSet presAssocID="{0B03B654-FC4A-4F34-8FF5-F851E97E0C0C}" presName="parentText" presStyleLbl="alignNode1" presStyleIdx="0" presStyleCnt="3">
        <dgm:presLayoutVars>
          <dgm:chMax val="1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372E2EA6-9085-4392-8BCB-F3C426D3D6D2}" type="pres">
      <dgm:prSet presAssocID="{0B03B654-FC4A-4F34-8FF5-F851E97E0C0C}" presName="descendantText" presStyleLbl="alignAcc1" presStyleIdx="0" presStyleCnt="3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EB38D830-B5A7-4AA5-9129-DAD0551DF637}" type="pres">
      <dgm:prSet presAssocID="{9536F566-A5FF-4703-8B7E-7163848F5512}" presName="sp" presStyleCnt="0"/>
      <dgm:spPr/>
    </dgm:pt>
    <dgm:pt modelId="{E35753E8-A559-4F13-99CB-137655CDE30C}" type="pres">
      <dgm:prSet presAssocID="{B21DDAA4-1EF3-4C93-9F36-969AA283EBF7}" presName="composite" presStyleCnt="0"/>
      <dgm:spPr/>
    </dgm:pt>
    <dgm:pt modelId="{3FAEE70D-4A4F-4C1A-A0C5-B19BC6A86E51}" type="pres">
      <dgm:prSet presAssocID="{B21DDAA4-1EF3-4C93-9F36-969AA283EBF7}" presName="parentText" presStyleLbl="alignNode1" presStyleIdx="1" presStyleCnt="3">
        <dgm:presLayoutVars>
          <dgm:chMax val="1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1363078D-84ED-45E1-8FC9-AD5BA3FF4F50}" type="pres">
      <dgm:prSet presAssocID="{B21DDAA4-1EF3-4C93-9F36-969AA283EBF7}" presName="descendantText" presStyleLbl="alignAcc1" presStyleIdx="1" presStyleCnt="3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9519D257-9903-46AC-8966-0591521ADC81}" type="pres">
      <dgm:prSet presAssocID="{4DBE15C1-E909-4E94-9989-FAB1B7944FF2}" presName="sp" presStyleCnt="0"/>
      <dgm:spPr/>
    </dgm:pt>
    <dgm:pt modelId="{0F4F1C9E-B793-49C0-9F1C-770EF6D61669}" type="pres">
      <dgm:prSet presAssocID="{4D027F01-76BE-4A1A-803D-DA0D64BBC52F}" presName="composite" presStyleCnt="0"/>
      <dgm:spPr/>
    </dgm:pt>
    <dgm:pt modelId="{88BFAC16-D3F8-4BC5-B2FF-FEA86F7E6D7C}" type="pres">
      <dgm:prSet presAssocID="{4D027F01-76BE-4A1A-803D-DA0D64BBC52F}" presName="parentText" presStyleLbl="alignNode1" presStyleIdx="2" presStyleCnt="3">
        <dgm:presLayoutVars>
          <dgm:chMax val="1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BA088A43-64E8-47A1-A739-E5F6EB2816BE}" type="pres">
      <dgm:prSet presAssocID="{4D027F01-76BE-4A1A-803D-DA0D64BBC52F}" presName="descendantText" presStyleLbl="alignAcc1" presStyleIdx="2" presStyleCnt="3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EA4A2D27-7073-4F71-8798-1249A88D2578}" srcId="{0B03B654-FC4A-4F34-8FF5-F851E97E0C0C}" destId="{A5A5E465-364A-48E9-8E76-F6B8D2113BEE}" srcOrd="0" destOrd="0" parTransId="{B48DFA8E-CA28-4816-BC0C-E28BECDC1D2F}" sibTransId="{7ED96099-F004-4403-94D5-8D291D5E0599}"/>
    <dgm:cxn modelId="{603E207E-2854-4260-B58B-096524AC8C8E}" srcId="{7B0DBBE0-E12C-46FE-A137-6D1A4FF18172}" destId="{4D027F01-76BE-4A1A-803D-DA0D64BBC52F}" srcOrd="2" destOrd="0" parTransId="{DEC0C4AC-0C85-4403-B2BE-1BC68A90369F}" sibTransId="{2F7AB706-4450-4C62-B716-F3588D4BE51A}"/>
    <dgm:cxn modelId="{AA86021B-9881-4B4F-AA6C-E6561113F9C8}" srcId="{7B0DBBE0-E12C-46FE-A137-6D1A4FF18172}" destId="{0B03B654-FC4A-4F34-8FF5-F851E97E0C0C}" srcOrd="0" destOrd="0" parTransId="{DCB057D7-FC46-493A-8798-D51DCF84205D}" sibTransId="{9536F566-A5FF-4703-8B7E-7163848F5512}"/>
    <dgm:cxn modelId="{26E53AD3-ED3E-48F6-A269-2105F5790F94}" srcId="{7B0DBBE0-E12C-46FE-A137-6D1A4FF18172}" destId="{B21DDAA4-1EF3-4C93-9F36-969AA283EBF7}" srcOrd="1" destOrd="0" parTransId="{8644D8CB-23B3-4EED-A7FB-C0155E7C0B69}" sibTransId="{4DBE15C1-E909-4E94-9989-FAB1B7944FF2}"/>
    <dgm:cxn modelId="{60DD2A9F-4336-4B0F-AAB1-473CB7C95625}" srcId="{4D027F01-76BE-4A1A-803D-DA0D64BBC52F}" destId="{E76B2BF1-F1E9-4727-B084-DE836F12D697}" srcOrd="0" destOrd="0" parTransId="{029524DF-6A7F-4DF9-9EC9-5EF5BEDC9A72}" sibTransId="{D8E5C993-4C47-4BE2-820F-BD7162AB273E}"/>
    <dgm:cxn modelId="{1689DB01-F3E5-45FD-BE55-6EAD2F47D6D9}" type="presOf" srcId="{B21DDAA4-1EF3-4C93-9F36-969AA283EBF7}" destId="{3FAEE70D-4A4F-4C1A-A0C5-B19BC6A86E51}" srcOrd="0" destOrd="0" presId="urn:microsoft.com/office/officeart/2005/8/layout/chevron2"/>
    <dgm:cxn modelId="{6857B508-AD5E-4655-8C06-121D27B51864}" type="presOf" srcId="{4D027F01-76BE-4A1A-803D-DA0D64BBC52F}" destId="{88BFAC16-D3F8-4BC5-B2FF-FEA86F7E6D7C}" srcOrd="0" destOrd="0" presId="urn:microsoft.com/office/officeart/2005/8/layout/chevron2"/>
    <dgm:cxn modelId="{8EA9DABE-F16C-432B-B918-ED4F7FD78725}" srcId="{B21DDAA4-1EF3-4C93-9F36-969AA283EBF7}" destId="{4F23B0EE-7E9F-4E06-9C35-1027ED3CBEDE}" srcOrd="0" destOrd="0" parTransId="{0C249FEB-A5BE-40D6-ABA8-58CEBBF14857}" sibTransId="{7A8AE540-361D-463C-BA24-CB3AB9DE1168}"/>
    <dgm:cxn modelId="{7B20A487-79F5-4E13-9A3E-CE7C9DA66177}" type="presOf" srcId="{A5A5E465-364A-48E9-8E76-F6B8D2113BEE}" destId="{372E2EA6-9085-4392-8BCB-F3C426D3D6D2}" srcOrd="0" destOrd="0" presId="urn:microsoft.com/office/officeart/2005/8/layout/chevron2"/>
    <dgm:cxn modelId="{93EE17FF-5CB1-4625-90AD-7DD9BB011205}" type="presOf" srcId="{7B0DBBE0-E12C-46FE-A137-6D1A4FF18172}" destId="{9121A5E0-BB33-469A-B283-0C8107ACBE31}" srcOrd="0" destOrd="0" presId="urn:microsoft.com/office/officeart/2005/8/layout/chevron2"/>
    <dgm:cxn modelId="{08163E5F-CE7B-45F1-AF0F-E288F33CBC6C}" type="presOf" srcId="{0B03B654-FC4A-4F34-8FF5-F851E97E0C0C}" destId="{56341923-7064-4344-8CC0-51EDC480640D}" srcOrd="0" destOrd="0" presId="urn:microsoft.com/office/officeart/2005/8/layout/chevron2"/>
    <dgm:cxn modelId="{7C438D37-3788-4D83-B250-7A165B03FF37}" type="presOf" srcId="{4F23B0EE-7E9F-4E06-9C35-1027ED3CBEDE}" destId="{1363078D-84ED-45E1-8FC9-AD5BA3FF4F50}" srcOrd="0" destOrd="0" presId="urn:microsoft.com/office/officeart/2005/8/layout/chevron2"/>
    <dgm:cxn modelId="{DEAFCD15-4FF3-4E43-97FC-FA9962ACDBCD}" type="presOf" srcId="{E76B2BF1-F1E9-4727-B084-DE836F12D697}" destId="{BA088A43-64E8-47A1-A739-E5F6EB2816BE}" srcOrd="0" destOrd="0" presId="urn:microsoft.com/office/officeart/2005/8/layout/chevron2"/>
    <dgm:cxn modelId="{8364D779-638D-4001-9BA3-D0D0F626340A}" type="presParOf" srcId="{9121A5E0-BB33-469A-B283-0C8107ACBE31}" destId="{6A954C64-4C86-47C4-A353-189BD454BA24}" srcOrd="0" destOrd="0" presId="urn:microsoft.com/office/officeart/2005/8/layout/chevron2"/>
    <dgm:cxn modelId="{8AE6567C-CA5C-47DE-9914-AB90BA4A3ADE}" type="presParOf" srcId="{6A954C64-4C86-47C4-A353-189BD454BA24}" destId="{56341923-7064-4344-8CC0-51EDC480640D}" srcOrd="0" destOrd="0" presId="urn:microsoft.com/office/officeart/2005/8/layout/chevron2"/>
    <dgm:cxn modelId="{8BFE88D3-A626-44EB-933E-DC16BF20D995}" type="presParOf" srcId="{6A954C64-4C86-47C4-A353-189BD454BA24}" destId="{372E2EA6-9085-4392-8BCB-F3C426D3D6D2}" srcOrd="1" destOrd="0" presId="urn:microsoft.com/office/officeart/2005/8/layout/chevron2"/>
    <dgm:cxn modelId="{88C5AAD4-926B-457B-9934-421E2D45C2F3}" type="presParOf" srcId="{9121A5E0-BB33-469A-B283-0C8107ACBE31}" destId="{EB38D830-B5A7-4AA5-9129-DAD0551DF637}" srcOrd="1" destOrd="0" presId="urn:microsoft.com/office/officeart/2005/8/layout/chevron2"/>
    <dgm:cxn modelId="{F212D7C2-143E-4683-B7E6-64CF48AA61D0}" type="presParOf" srcId="{9121A5E0-BB33-469A-B283-0C8107ACBE31}" destId="{E35753E8-A559-4F13-99CB-137655CDE30C}" srcOrd="2" destOrd="0" presId="urn:microsoft.com/office/officeart/2005/8/layout/chevron2"/>
    <dgm:cxn modelId="{557A21CE-4A35-48F0-97CF-AA668038D2F3}" type="presParOf" srcId="{E35753E8-A559-4F13-99CB-137655CDE30C}" destId="{3FAEE70D-4A4F-4C1A-A0C5-B19BC6A86E51}" srcOrd="0" destOrd="0" presId="urn:microsoft.com/office/officeart/2005/8/layout/chevron2"/>
    <dgm:cxn modelId="{7F950729-DDE3-43E3-A275-AC1FB5CB1E87}" type="presParOf" srcId="{E35753E8-A559-4F13-99CB-137655CDE30C}" destId="{1363078D-84ED-45E1-8FC9-AD5BA3FF4F50}" srcOrd="1" destOrd="0" presId="urn:microsoft.com/office/officeart/2005/8/layout/chevron2"/>
    <dgm:cxn modelId="{DD92EBA7-F99C-4DD5-AC75-FDAFB05CCC1C}" type="presParOf" srcId="{9121A5E0-BB33-469A-B283-0C8107ACBE31}" destId="{9519D257-9903-46AC-8966-0591521ADC81}" srcOrd="3" destOrd="0" presId="urn:microsoft.com/office/officeart/2005/8/layout/chevron2"/>
    <dgm:cxn modelId="{D9D5F219-FBFD-4DC4-9CEE-67C7C2889D62}" type="presParOf" srcId="{9121A5E0-BB33-469A-B283-0C8107ACBE31}" destId="{0F4F1C9E-B793-49C0-9F1C-770EF6D61669}" srcOrd="4" destOrd="0" presId="urn:microsoft.com/office/officeart/2005/8/layout/chevron2"/>
    <dgm:cxn modelId="{E5847CCA-DA0D-433A-A60D-AF99EC3B97CD}" type="presParOf" srcId="{0F4F1C9E-B793-49C0-9F1C-770EF6D61669}" destId="{88BFAC16-D3F8-4BC5-B2FF-FEA86F7E6D7C}" srcOrd="0" destOrd="0" presId="urn:microsoft.com/office/officeart/2005/8/layout/chevron2"/>
    <dgm:cxn modelId="{D0133569-EE0B-4A87-991F-F3BCB9FBD6C1}" type="presParOf" srcId="{0F4F1C9E-B793-49C0-9F1C-770EF6D61669}" destId="{BA088A43-64E8-47A1-A739-E5F6EB2816BE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7B0DBBE0-E12C-46FE-A137-6D1A4FF18172}" type="doc">
      <dgm:prSet loTypeId="urn:microsoft.com/office/officeart/2005/8/layout/chevron2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A5A5E465-364A-48E9-8E76-F6B8D2113BEE}">
      <dgm:prSet phldrT="[Текст]" custT="1"/>
      <dgm:spPr>
        <a:gradFill flip="none" rotWithShape="0">
          <a:gsLst>
            <a:gs pos="0">
              <a:srgbClr val="1D969C">
                <a:shade val="30000"/>
                <a:satMod val="115000"/>
              </a:srgbClr>
            </a:gs>
            <a:gs pos="50000">
              <a:srgbClr val="1D969C">
                <a:shade val="67500"/>
                <a:satMod val="115000"/>
              </a:srgbClr>
            </a:gs>
            <a:gs pos="100000">
              <a:srgbClr val="1D969C">
                <a:shade val="100000"/>
                <a:satMod val="115000"/>
              </a:srgbClr>
            </a:gs>
          </a:gsLst>
          <a:lin ang="13500000" scaled="1"/>
          <a:tileRect/>
        </a:gradFill>
        <a:ln w="28575">
          <a:solidFill>
            <a:srgbClr val="EBEBEB"/>
          </a:solidFill>
        </a:ln>
      </dgm:spPr>
      <dgm:t>
        <a:bodyPr/>
        <a:lstStyle/>
        <a:p>
          <a:r>
            <a:rPr lang="ru-RU" sz="1600" b="1" i="1" dirty="0" smtClean="0">
              <a:solidFill>
                <a:srgbClr val="E54397"/>
              </a:solidFill>
              <a:latin typeface="Arial Black" panose="020B0A04020102020204" pitchFamily="34" charset="0"/>
            </a:rPr>
            <a:t>Любимая</a:t>
          </a:r>
          <a:endParaRPr lang="ru-RU" sz="1600" dirty="0">
            <a:latin typeface="Arial Black" panose="020B0A04020102020204" pitchFamily="34" charset="0"/>
          </a:endParaRPr>
        </a:p>
      </dgm:t>
    </dgm:pt>
    <dgm:pt modelId="{B48DFA8E-CA28-4816-BC0C-E28BECDC1D2F}" type="parTrans" cxnId="{EA4A2D27-7073-4F71-8798-1249A88D2578}">
      <dgm:prSet/>
      <dgm:spPr/>
      <dgm:t>
        <a:bodyPr/>
        <a:lstStyle/>
        <a:p>
          <a:endParaRPr lang="ru-RU"/>
        </a:p>
      </dgm:t>
    </dgm:pt>
    <dgm:pt modelId="{7ED96099-F004-4403-94D5-8D291D5E0599}" type="sibTrans" cxnId="{EA4A2D27-7073-4F71-8798-1249A88D2578}">
      <dgm:prSet/>
      <dgm:spPr/>
      <dgm:t>
        <a:bodyPr/>
        <a:lstStyle/>
        <a:p>
          <a:endParaRPr lang="ru-RU"/>
        </a:p>
      </dgm:t>
    </dgm:pt>
    <dgm:pt modelId="{0B03B654-FC4A-4F34-8FF5-F851E97E0C0C}">
      <dgm:prSet phldrT="[Текст]"/>
      <dgm:spPr>
        <a:gradFill flip="none" rotWithShape="0">
          <a:gsLst>
            <a:gs pos="0">
              <a:srgbClr val="1D969C">
                <a:shade val="30000"/>
                <a:satMod val="115000"/>
              </a:srgbClr>
            </a:gs>
            <a:gs pos="50000">
              <a:srgbClr val="1D969C">
                <a:shade val="67500"/>
                <a:satMod val="115000"/>
              </a:srgbClr>
            </a:gs>
            <a:gs pos="100000">
              <a:srgbClr val="1D969C">
                <a:shade val="100000"/>
                <a:satMod val="115000"/>
              </a:srgbClr>
            </a:gs>
          </a:gsLst>
          <a:lin ang="13500000" scaled="1"/>
          <a:tileRect/>
        </a:gradFill>
        <a:ln w="28575">
          <a:solidFill>
            <a:srgbClr val="EBEBEB"/>
          </a:solidFill>
        </a:ln>
      </dgm:spPr>
      <dgm:t>
        <a:bodyPr/>
        <a:lstStyle/>
        <a:p>
          <a:endParaRPr lang="ru-RU" dirty="0"/>
        </a:p>
      </dgm:t>
    </dgm:pt>
    <dgm:pt modelId="{9536F566-A5FF-4703-8B7E-7163848F5512}" type="sibTrans" cxnId="{AA86021B-9881-4B4F-AA6C-E6561113F9C8}">
      <dgm:prSet/>
      <dgm:spPr/>
      <dgm:t>
        <a:bodyPr/>
        <a:lstStyle/>
        <a:p>
          <a:endParaRPr lang="ru-RU"/>
        </a:p>
      </dgm:t>
    </dgm:pt>
    <dgm:pt modelId="{DCB057D7-FC46-493A-8798-D51DCF84205D}" type="parTrans" cxnId="{AA86021B-9881-4B4F-AA6C-E6561113F9C8}">
      <dgm:prSet/>
      <dgm:spPr/>
      <dgm:t>
        <a:bodyPr/>
        <a:lstStyle/>
        <a:p>
          <a:endParaRPr lang="ru-RU"/>
        </a:p>
      </dgm:t>
    </dgm:pt>
    <dgm:pt modelId="{9121A5E0-BB33-469A-B283-0C8107ACBE31}" type="pres">
      <dgm:prSet presAssocID="{7B0DBBE0-E12C-46FE-A137-6D1A4FF18172}" presName="linearFlow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6A954C64-4C86-47C4-A353-189BD454BA24}" type="pres">
      <dgm:prSet presAssocID="{0B03B654-FC4A-4F34-8FF5-F851E97E0C0C}" presName="composite" presStyleCnt="0"/>
      <dgm:spPr/>
    </dgm:pt>
    <dgm:pt modelId="{56341923-7064-4344-8CC0-51EDC480640D}" type="pres">
      <dgm:prSet presAssocID="{0B03B654-FC4A-4F34-8FF5-F851E97E0C0C}" presName="parentText" presStyleLbl="alignNode1" presStyleIdx="0" presStyleCnt="1">
        <dgm:presLayoutVars>
          <dgm:chMax val="1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372E2EA6-9085-4392-8BCB-F3C426D3D6D2}" type="pres">
      <dgm:prSet presAssocID="{0B03B654-FC4A-4F34-8FF5-F851E97E0C0C}" presName="descendantText" presStyleLbl="alignAcc1" presStyleIdx="0" presStyleCnt="1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08163E5F-CE7B-45F1-AF0F-E288F33CBC6C}" type="presOf" srcId="{0B03B654-FC4A-4F34-8FF5-F851E97E0C0C}" destId="{56341923-7064-4344-8CC0-51EDC480640D}" srcOrd="0" destOrd="0" presId="urn:microsoft.com/office/officeart/2005/8/layout/chevron2"/>
    <dgm:cxn modelId="{93EE17FF-5CB1-4625-90AD-7DD9BB011205}" type="presOf" srcId="{7B0DBBE0-E12C-46FE-A137-6D1A4FF18172}" destId="{9121A5E0-BB33-469A-B283-0C8107ACBE31}" srcOrd="0" destOrd="0" presId="urn:microsoft.com/office/officeart/2005/8/layout/chevron2"/>
    <dgm:cxn modelId="{AA86021B-9881-4B4F-AA6C-E6561113F9C8}" srcId="{7B0DBBE0-E12C-46FE-A137-6D1A4FF18172}" destId="{0B03B654-FC4A-4F34-8FF5-F851E97E0C0C}" srcOrd="0" destOrd="0" parTransId="{DCB057D7-FC46-493A-8798-D51DCF84205D}" sibTransId="{9536F566-A5FF-4703-8B7E-7163848F5512}"/>
    <dgm:cxn modelId="{7B20A487-79F5-4E13-9A3E-CE7C9DA66177}" type="presOf" srcId="{A5A5E465-364A-48E9-8E76-F6B8D2113BEE}" destId="{372E2EA6-9085-4392-8BCB-F3C426D3D6D2}" srcOrd="0" destOrd="0" presId="urn:microsoft.com/office/officeart/2005/8/layout/chevron2"/>
    <dgm:cxn modelId="{EA4A2D27-7073-4F71-8798-1249A88D2578}" srcId="{0B03B654-FC4A-4F34-8FF5-F851E97E0C0C}" destId="{A5A5E465-364A-48E9-8E76-F6B8D2113BEE}" srcOrd="0" destOrd="0" parTransId="{B48DFA8E-CA28-4816-BC0C-E28BECDC1D2F}" sibTransId="{7ED96099-F004-4403-94D5-8D291D5E0599}"/>
    <dgm:cxn modelId="{8364D779-638D-4001-9BA3-D0D0F626340A}" type="presParOf" srcId="{9121A5E0-BB33-469A-B283-0C8107ACBE31}" destId="{6A954C64-4C86-47C4-A353-189BD454BA24}" srcOrd="0" destOrd="0" presId="urn:microsoft.com/office/officeart/2005/8/layout/chevron2"/>
    <dgm:cxn modelId="{8AE6567C-CA5C-47DE-9914-AB90BA4A3ADE}" type="presParOf" srcId="{6A954C64-4C86-47C4-A353-189BD454BA24}" destId="{56341923-7064-4344-8CC0-51EDC480640D}" srcOrd="0" destOrd="0" presId="urn:microsoft.com/office/officeart/2005/8/layout/chevron2"/>
    <dgm:cxn modelId="{8BFE88D3-A626-44EB-933E-DC16BF20D995}" type="presParOf" srcId="{6A954C64-4C86-47C4-A353-189BD454BA24}" destId="{372E2EA6-9085-4392-8BCB-F3C426D3D6D2}" srcOrd="1" destOrd="0" presId="urn:microsoft.com/office/officeart/2005/8/layout/chevron2"/>
  </dgm:cxnLst>
  <dgm:bg/>
  <dgm:whole>
    <a:ln>
      <a:noFill/>
    </a:ln>
  </dgm:whole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7B0DBBE0-E12C-46FE-A137-6D1A4FF18172}" type="doc">
      <dgm:prSet loTypeId="urn:microsoft.com/office/officeart/2005/8/layout/chevron2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A5A5E465-364A-48E9-8E76-F6B8D2113BEE}">
      <dgm:prSet phldrT="[Текст]" custT="1"/>
      <dgm:spPr>
        <a:solidFill>
          <a:srgbClr val="1D969C"/>
        </a:solidFill>
        <a:ln>
          <a:solidFill>
            <a:srgbClr val="B794CB"/>
          </a:solidFill>
        </a:ln>
      </dgm:spPr>
      <dgm:t>
        <a:bodyPr/>
        <a:lstStyle/>
        <a:p>
          <a:r>
            <a:rPr lang="ru-RU" sz="1500" b="0" i="1" dirty="0" smtClean="0">
              <a:solidFill>
                <a:srgbClr val="1B1E53"/>
              </a:solidFill>
              <a:latin typeface="Arial Black" panose="020B0A04020102020204" pitchFamily="34" charset="0"/>
            </a:rPr>
            <a:t>Наименее любимая:</a:t>
          </a:r>
          <a:endParaRPr lang="ru-RU" sz="1500" dirty="0">
            <a:solidFill>
              <a:srgbClr val="1B1E53"/>
            </a:solidFill>
            <a:latin typeface="Arial Black" panose="020B0A04020102020204" pitchFamily="34" charset="0"/>
          </a:endParaRPr>
        </a:p>
      </dgm:t>
    </dgm:pt>
    <dgm:pt modelId="{B48DFA8E-CA28-4816-BC0C-E28BECDC1D2F}" type="parTrans" cxnId="{EA4A2D27-7073-4F71-8798-1249A88D2578}">
      <dgm:prSet/>
      <dgm:spPr/>
      <dgm:t>
        <a:bodyPr/>
        <a:lstStyle/>
        <a:p>
          <a:endParaRPr lang="ru-RU"/>
        </a:p>
      </dgm:t>
    </dgm:pt>
    <dgm:pt modelId="{7ED96099-F004-4403-94D5-8D291D5E0599}" type="sibTrans" cxnId="{EA4A2D27-7073-4F71-8798-1249A88D2578}">
      <dgm:prSet/>
      <dgm:spPr/>
      <dgm:t>
        <a:bodyPr/>
        <a:lstStyle/>
        <a:p>
          <a:endParaRPr lang="ru-RU"/>
        </a:p>
      </dgm:t>
    </dgm:pt>
    <dgm:pt modelId="{0B03B654-FC4A-4F34-8FF5-F851E97E0C0C}">
      <dgm:prSet phldrT="[Текст]"/>
      <dgm:spPr>
        <a:solidFill>
          <a:srgbClr val="1D969C"/>
        </a:solidFill>
        <a:ln>
          <a:solidFill>
            <a:srgbClr val="D6ABEB"/>
          </a:solidFill>
        </a:ln>
      </dgm:spPr>
      <dgm:t>
        <a:bodyPr/>
        <a:lstStyle/>
        <a:p>
          <a:endParaRPr lang="ru-RU" dirty="0"/>
        </a:p>
      </dgm:t>
    </dgm:pt>
    <dgm:pt modelId="{9536F566-A5FF-4703-8B7E-7163848F5512}" type="sibTrans" cxnId="{AA86021B-9881-4B4F-AA6C-E6561113F9C8}">
      <dgm:prSet/>
      <dgm:spPr/>
      <dgm:t>
        <a:bodyPr/>
        <a:lstStyle/>
        <a:p>
          <a:endParaRPr lang="ru-RU"/>
        </a:p>
      </dgm:t>
    </dgm:pt>
    <dgm:pt modelId="{DCB057D7-FC46-493A-8798-D51DCF84205D}" type="parTrans" cxnId="{AA86021B-9881-4B4F-AA6C-E6561113F9C8}">
      <dgm:prSet/>
      <dgm:spPr/>
      <dgm:t>
        <a:bodyPr/>
        <a:lstStyle/>
        <a:p>
          <a:endParaRPr lang="ru-RU"/>
        </a:p>
      </dgm:t>
    </dgm:pt>
    <dgm:pt modelId="{9121A5E0-BB33-469A-B283-0C8107ACBE31}" type="pres">
      <dgm:prSet presAssocID="{7B0DBBE0-E12C-46FE-A137-6D1A4FF18172}" presName="linearFlow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6A954C64-4C86-47C4-A353-189BD454BA24}" type="pres">
      <dgm:prSet presAssocID="{0B03B654-FC4A-4F34-8FF5-F851E97E0C0C}" presName="composite" presStyleCnt="0"/>
      <dgm:spPr/>
    </dgm:pt>
    <dgm:pt modelId="{56341923-7064-4344-8CC0-51EDC480640D}" type="pres">
      <dgm:prSet presAssocID="{0B03B654-FC4A-4F34-8FF5-F851E97E0C0C}" presName="parentText" presStyleLbl="alignNode1" presStyleIdx="0" presStyleCnt="1">
        <dgm:presLayoutVars>
          <dgm:chMax val="1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372E2EA6-9085-4392-8BCB-F3C426D3D6D2}" type="pres">
      <dgm:prSet presAssocID="{0B03B654-FC4A-4F34-8FF5-F851E97E0C0C}" presName="descendantText" presStyleLbl="alignAcc1" presStyleIdx="0" presStyleCnt="1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08163E5F-CE7B-45F1-AF0F-E288F33CBC6C}" type="presOf" srcId="{0B03B654-FC4A-4F34-8FF5-F851E97E0C0C}" destId="{56341923-7064-4344-8CC0-51EDC480640D}" srcOrd="0" destOrd="0" presId="urn:microsoft.com/office/officeart/2005/8/layout/chevron2"/>
    <dgm:cxn modelId="{93EE17FF-5CB1-4625-90AD-7DD9BB011205}" type="presOf" srcId="{7B0DBBE0-E12C-46FE-A137-6D1A4FF18172}" destId="{9121A5E0-BB33-469A-B283-0C8107ACBE31}" srcOrd="0" destOrd="0" presId="urn:microsoft.com/office/officeart/2005/8/layout/chevron2"/>
    <dgm:cxn modelId="{AA86021B-9881-4B4F-AA6C-E6561113F9C8}" srcId="{7B0DBBE0-E12C-46FE-A137-6D1A4FF18172}" destId="{0B03B654-FC4A-4F34-8FF5-F851E97E0C0C}" srcOrd="0" destOrd="0" parTransId="{DCB057D7-FC46-493A-8798-D51DCF84205D}" sibTransId="{9536F566-A5FF-4703-8B7E-7163848F5512}"/>
    <dgm:cxn modelId="{7B20A487-79F5-4E13-9A3E-CE7C9DA66177}" type="presOf" srcId="{A5A5E465-364A-48E9-8E76-F6B8D2113BEE}" destId="{372E2EA6-9085-4392-8BCB-F3C426D3D6D2}" srcOrd="0" destOrd="0" presId="urn:microsoft.com/office/officeart/2005/8/layout/chevron2"/>
    <dgm:cxn modelId="{EA4A2D27-7073-4F71-8798-1249A88D2578}" srcId="{0B03B654-FC4A-4F34-8FF5-F851E97E0C0C}" destId="{A5A5E465-364A-48E9-8E76-F6B8D2113BEE}" srcOrd="0" destOrd="0" parTransId="{B48DFA8E-CA28-4816-BC0C-E28BECDC1D2F}" sibTransId="{7ED96099-F004-4403-94D5-8D291D5E0599}"/>
    <dgm:cxn modelId="{8364D779-638D-4001-9BA3-D0D0F626340A}" type="presParOf" srcId="{9121A5E0-BB33-469A-B283-0C8107ACBE31}" destId="{6A954C64-4C86-47C4-A353-189BD454BA24}" srcOrd="0" destOrd="0" presId="urn:microsoft.com/office/officeart/2005/8/layout/chevron2"/>
    <dgm:cxn modelId="{8AE6567C-CA5C-47DE-9914-AB90BA4A3ADE}" type="presParOf" srcId="{6A954C64-4C86-47C4-A353-189BD454BA24}" destId="{56341923-7064-4344-8CC0-51EDC480640D}" srcOrd="0" destOrd="0" presId="urn:microsoft.com/office/officeart/2005/8/layout/chevron2"/>
    <dgm:cxn modelId="{8BFE88D3-A626-44EB-933E-DC16BF20D995}" type="presParOf" srcId="{6A954C64-4C86-47C4-A353-189BD454BA24}" destId="{372E2EA6-9085-4392-8BCB-F3C426D3D6D2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14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7B0DBBE0-E12C-46FE-A137-6D1A4FF18172}" type="doc">
      <dgm:prSet loTypeId="urn:microsoft.com/office/officeart/2005/8/layout/chevron2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A5A5E465-364A-48E9-8E76-F6B8D2113BEE}">
      <dgm:prSet phldrT="[Текст]"/>
      <dgm:spPr>
        <a:solidFill>
          <a:srgbClr val="316D6F"/>
        </a:solidFill>
        <a:ln w="28575">
          <a:solidFill>
            <a:srgbClr val="EBEBEB"/>
          </a:solidFill>
        </a:ln>
      </dgm:spPr>
      <dgm:t>
        <a:bodyPr/>
        <a:lstStyle/>
        <a:p>
          <a:r>
            <a:rPr lang="ru-RU" b="0" i="1" dirty="0" smtClean="0">
              <a:solidFill>
                <a:schemeClr val="bg1"/>
              </a:solidFill>
            </a:rPr>
            <a:t>За три месяца я получила 27 задач — тестирование новых </a:t>
          </a:r>
          <a:r>
            <a:rPr lang="ru-RU" b="0" i="1" dirty="0" err="1" smtClean="0">
              <a:solidFill>
                <a:schemeClr val="bg1"/>
              </a:solidFill>
            </a:rPr>
            <a:t>фич</a:t>
          </a:r>
          <a:r>
            <a:rPr lang="ru-RU" b="0" i="1" dirty="0" smtClean="0">
              <a:solidFill>
                <a:schemeClr val="bg1"/>
              </a:solidFill>
            </a:rPr>
            <a:t>, регресс и написание документации. 25 из них успешно закрыты, две возвращались на доработку по обратной связи ментора.</a:t>
          </a:r>
          <a:r>
            <a:rPr lang="ru-RU" b="0" i="1" dirty="0" smtClean="0"/>
            <a:t> </a:t>
          </a:r>
          <a:endParaRPr lang="ru-RU" dirty="0"/>
        </a:p>
      </dgm:t>
    </dgm:pt>
    <dgm:pt modelId="{B48DFA8E-CA28-4816-BC0C-E28BECDC1D2F}" type="parTrans" cxnId="{EA4A2D27-7073-4F71-8798-1249A88D2578}">
      <dgm:prSet/>
      <dgm:spPr/>
      <dgm:t>
        <a:bodyPr/>
        <a:lstStyle/>
        <a:p>
          <a:endParaRPr lang="ru-RU"/>
        </a:p>
      </dgm:t>
    </dgm:pt>
    <dgm:pt modelId="{7ED96099-F004-4403-94D5-8D291D5E0599}" type="sibTrans" cxnId="{EA4A2D27-7073-4F71-8798-1249A88D2578}">
      <dgm:prSet/>
      <dgm:spPr/>
      <dgm:t>
        <a:bodyPr/>
        <a:lstStyle/>
        <a:p>
          <a:endParaRPr lang="ru-RU"/>
        </a:p>
      </dgm:t>
    </dgm:pt>
    <dgm:pt modelId="{B21DDAA4-1EF3-4C93-9F36-969AA283EBF7}">
      <dgm:prSet phldrT="[Текст]"/>
      <dgm:spPr>
        <a:solidFill>
          <a:srgbClr val="141822"/>
        </a:solidFill>
        <a:ln w="28575">
          <a:solidFill>
            <a:srgbClr val="EBEBEB"/>
          </a:solidFill>
        </a:ln>
      </dgm:spPr>
      <dgm:t>
        <a:bodyPr/>
        <a:lstStyle/>
        <a:p>
          <a:endParaRPr lang="ru-RU" dirty="0"/>
        </a:p>
      </dgm:t>
    </dgm:pt>
    <dgm:pt modelId="{8644D8CB-23B3-4EED-A7FB-C0155E7C0B69}" type="parTrans" cxnId="{26E53AD3-ED3E-48F6-A269-2105F5790F94}">
      <dgm:prSet/>
      <dgm:spPr/>
      <dgm:t>
        <a:bodyPr/>
        <a:lstStyle/>
        <a:p>
          <a:endParaRPr lang="ru-RU"/>
        </a:p>
      </dgm:t>
    </dgm:pt>
    <dgm:pt modelId="{4DBE15C1-E909-4E94-9989-FAB1B7944FF2}" type="sibTrans" cxnId="{26E53AD3-ED3E-48F6-A269-2105F5790F94}">
      <dgm:prSet/>
      <dgm:spPr/>
      <dgm:t>
        <a:bodyPr/>
        <a:lstStyle/>
        <a:p>
          <a:endParaRPr lang="ru-RU"/>
        </a:p>
      </dgm:t>
    </dgm:pt>
    <dgm:pt modelId="{4F23B0EE-7E9F-4E06-9C35-1027ED3CBEDE}">
      <dgm:prSet phldrT="[Текст]"/>
      <dgm:spPr>
        <a:solidFill>
          <a:srgbClr val="141822"/>
        </a:solidFill>
        <a:ln w="28575">
          <a:solidFill>
            <a:srgbClr val="EBEBEB"/>
          </a:solidFill>
        </a:ln>
      </dgm:spPr>
      <dgm:t>
        <a:bodyPr/>
        <a:lstStyle/>
        <a:p>
          <a:r>
            <a:rPr lang="ru-RU" b="0" i="1" dirty="0" smtClean="0">
              <a:solidFill>
                <a:schemeClr val="bg1"/>
              </a:solidFill>
            </a:rPr>
            <a:t> Среднее время на задачу — около шести с половиной часов. Всего я оформила 31 баг-репорт и написала 42 тест-кейса. </a:t>
          </a:r>
          <a:endParaRPr lang="ru-RU" dirty="0">
            <a:solidFill>
              <a:schemeClr val="bg1"/>
            </a:solidFill>
          </a:endParaRPr>
        </a:p>
      </dgm:t>
    </dgm:pt>
    <dgm:pt modelId="{0C249FEB-A5BE-40D6-ABA8-58CEBBF14857}" type="parTrans" cxnId="{8EA9DABE-F16C-432B-B918-ED4F7FD78725}">
      <dgm:prSet/>
      <dgm:spPr/>
      <dgm:t>
        <a:bodyPr/>
        <a:lstStyle/>
        <a:p>
          <a:endParaRPr lang="ru-RU"/>
        </a:p>
      </dgm:t>
    </dgm:pt>
    <dgm:pt modelId="{7A8AE540-361D-463C-BA24-CB3AB9DE1168}" type="sibTrans" cxnId="{8EA9DABE-F16C-432B-B918-ED4F7FD78725}">
      <dgm:prSet/>
      <dgm:spPr/>
      <dgm:t>
        <a:bodyPr/>
        <a:lstStyle/>
        <a:p>
          <a:endParaRPr lang="ru-RU"/>
        </a:p>
      </dgm:t>
    </dgm:pt>
    <dgm:pt modelId="{4D027F01-76BE-4A1A-803D-DA0D64BBC52F}">
      <dgm:prSet phldrT="[Текст]"/>
      <dgm:spPr>
        <a:solidFill>
          <a:srgbClr val="316D6F"/>
        </a:solidFill>
        <a:ln w="28575">
          <a:solidFill>
            <a:srgbClr val="EBEBEB"/>
          </a:solidFill>
        </a:ln>
      </dgm:spPr>
      <dgm:t>
        <a:bodyPr/>
        <a:lstStyle/>
        <a:p>
          <a:endParaRPr lang="ru-RU" dirty="0"/>
        </a:p>
      </dgm:t>
    </dgm:pt>
    <dgm:pt modelId="{DEC0C4AC-0C85-4403-B2BE-1BC68A90369F}" type="parTrans" cxnId="{603E207E-2854-4260-B58B-096524AC8C8E}">
      <dgm:prSet/>
      <dgm:spPr/>
      <dgm:t>
        <a:bodyPr/>
        <a:lstStyle/>
        <a:p>
          <a:endParaRPr lang="ru-RU"/>
        </a:p>
      </dgm:t>
    </dgm:pt>
    <dgm:pt modelId="{2F7AB706-4450-4C62-B716-F3588D4BE51A}" type="sibTrans" cxnId="{603E207E-2854-4260-B58B-096524AC8C8E}">
      <dgm:prSet/>
      <dgm:spPr/>
      <dgm:t>
        <a:bodyPr/>
        <a:lstStyle/>
        <a:p>
          <a:endParaRPr lang="ru-RU"/>
        </a:p>
      </dgm:t>
    </dgm:pt>
    <dgm:pt modelId="{E76B2BF1-F1E9-4727-B084-DE836F12D697}">
      <dgm:prSet phldrT="[Текст]"/>
      <dgm:spPr>
        <a:solidFill>
          <a:srgbClr val="316D6F"/>
        </a:solidFill>
        <a:ln w="28575">
          <a:solidFill>
            <a:srgbClr val="EBEBEB"/>
          </a:solidFill>
        </a:ln>
      </dgm:spPr>
      <dgm:t>
        <a:bodyPr/>
        <a:lstStyle/>
        <a:p>
          <a:r>
            <a:rPr lang="ru-RU" b="0" i="1" dirty="0" smtClean="0">
              <a:solidFill>
                <a:schemeClr val="bg1"/>
              </a:solidFill>
            </a:rPr>
            <a:t>При моей 20-часовой рабочей неделе это комфортный темп, который позволял не гнаться за количеством, а вдумчиво разбираться в каждой задаче.</a:t>
          </a:r>
          <a:endParaRPr lang="ru-RU" dirty="0">
            <a:solidFill>
              <a:schemeClr val="bg1"/>
            </a:solidFill>
          </a:endParaRPr>
        </a:p>
      </dgm:t>
    </dgm:pt>
    <dgm:pt modelId="{029524DF-6A7F-4DF9-9EC9-5EF5BEDC9A72}" type="parTrans" cxnId="{60DD2A9F-4336-4B0F-AAB1-473CB7C95625}">
      <dgm:prSet/>
      <dgm:spPr/>
      <dgm:t>
        <a:bodyPr/>
        <a:lstStyle/>
        <a:p>
          <a:endParaRPr lang="ru-RU"/>
        </a:p>
      </dgm:t>
    </dgm:pt>
    <dgm:pt modelId="{D8E5C993-4C47-4BE2-820F-BD7162AB273E}" type="sibTrans" cxnId="{60DD2A9F-4336-4B0F-AAB1-473CB7C95625}">
      <dgm:prSet/>
      <dgm:spPr/>
      <dgm:t>
        <a:bodyPr/>
        <a:lstStyle/>
        <a:p>
          <a:endParaRPr lang="ru-RU"/>
        </a:p>
      </dgm:t>
    </dgm:pt>
    <dgm:pt modelId="{0B03B654-FC4A-4F34-8FF5-F851E97E0C0C}">
      <dgm:prSet phldrT="[Текст]"/>
      <dgm:spPr>
        <a:solidFill>
          <a:srgbClr val="316D6F"/>
        </a:solidFill>
        <a:ln w="28575">
          <a:solidFill>
            <a:srgbClr val="EBEBEB"/>
          </a:solidFill>
        </a:ln>
      </dgm:spPr>
      <dgm:t>
        <a:bodyPr/>
        <a:lstStyle/>
        <a:p>
          <a:endParaRPr lang="ru-RU" dirty="0"/>
        </a:p>
      </dgm:t>
    </dgm:pt>
    <dgm:pt modelId="{9536F566-A5FF-4703-8B7E-7163848F5512}" type="sibTrans" cxnId="{AA86021B-9881-4B4F-AA6C-E6561113F9C8}">
      <dgm:prSet/>
      <dgm:spPr/>
      <dgm:t>
        <a:bodyPr/>
        <a:lstStyle/>
        <a:p>
          <a:endParaRPr lang="ru-RU"/>
        </a:p>
      </dgm:t>
    </dgm:pt>
    <dgm:pt modelId="{DCB057D7-FC46-493A-8798-D51DCF84205D}" type="parTrans" cxnId="{AA86021B-9881-4B4F-AA6C-E6561113F9C8}">
      <dgm:prSet/>
      <dgm:spPr/>
      <dgm:t>
        <a:bodyPr/>
        <a:lstStyle/>
        <a:p>
          <a:endParaRPr lang="ru-RU"/>
        </a:p>
      </dgm:t>
    </dgm:pt>
    <dgm:pt modelId="{9121A5E0-BB33-469A-B283-0C8107ACBE31}" type="pres">
      <dgm:prSet presAssocID="{7B0DBBE0-E12C-46FE-A137-6D1A4FF18172}" presName="linearFlow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6A954C64-4C86-47C4-A353-189BD454BA24}" type="pres">
      <dgm:prSet presAssocID="{0B03B654-FC4A-4F34-8FF5-F851E97E0C0C}" presName="composite" presStyleCnt="0"/>
      <dgm:spPr/>
    </dgm:pt>
    <dgm:pt modelId="{56341923-7064-4344-8CC0-51EDC480640D}" type="pres">
      <dgm:prSet presAssocID="{0B03B654-FC4A-4F34-8FF5-F851E97E0C0C}" presName="parentText" presStyleLbl="alignNode1" presStyleIdx="0" presStyleCnt="3">
        <dgm:presLayoutVars>
          <dgm:chMax val="1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372E2EA6-9085-4392-8BCB-F3C426D3D6D2}" type="pres">
      <dgm:prSet presAssocID="{0B03B654-FC4A-4F34-8FF5-F851E97E0C0C}" presName="descendantText" presStyleLbl="alignAcc1" presStyleIdx="0" presStyleCnt="3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EB38D830-B5A7-4AA5-9129-DAD0551DF637}" type="pres">
      <dgm:prSet presAssocID="{9536F566-A5FF-4703-8B7E-7163848F5512}" presName="sp" presStyleCnt="0"/>
      <dgm:spPr/>
    </dgm:pt>
    <dgm:pt modelId="{E35753E8-A559-4F13-99CB-137655CDE30C}" type="pres">
      <dgm:prSet presAssocID="{B21DDAA4-1EF3-4C93-9F36-969AA283EBF7}" presName="composite" presStyleCnt="0"/>
      <dgm:spPr/>
    </dgm:pt>
    <dgm:pt modelId="{3FAEE70D-4A4F-4C1A-A0C5-B19BC6A86E51}" type="pres">
      <dgm:prSet presAssocID="{B21DDAA4-1EF3-4C93-9F36-969AA283EBF7}" presName="parentText" presStyleLbl="alignNode1" presStyleIdx="1" presStyleCnt="3">
        <dgm:presLayoutVars>
          <dgm:chMax val="1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1363078D-84ED-45E1-8FC9-AD5BA3FF4F50}" type="pres">
      <dgm:prSet presAssocID="{B21DDAA4-1EF3-4C93-9F36-969AA283EBF7}" presName="descendantText" presStyleLbl="alignAcc1" presStyleIdx="1" presStyleCnt="3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9519D257-9903-46AC-8966-0591521ADC81}" type="pres">
      <dgm:prSet presAssocID="{4DBE15C1-E909-4E94-9989-FAB1B7944FF2}" presName="sp" presStyleCnt="0"/>
      <dgm:spPr/>
    </dgm:pt>
    <dgm:pt modelId="{0F4F1C9E-B793-49C0-9F1C-770EF6D61669}" type="pres">
      <dgm:prSet presAssocID="{4D027F01-76BE-4A1A-803D-DA0D64BBC52F}" presName="composite" presStyleCnt="0"/>
      <dgm:spPr/>
    </dgm:pt>
    <dgm:pt modelId="{88BFAC16-D3F8-4BC5-B2FF-FEA86F7E6D7C}" type="pres">
      <dgm:prSet presAssocID="{4D027F01-76BE-4A1A-803D-DA0D64BBC52F}" presName="parentText" presStyleLbl="alignNode1" presStyleIdx="2" presStyleCnt="3">
        <dgm:presLayoutVars>
          <dgm:chMax val="1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BA088A43-64E8-47A1-A739-E5F6EB2816BE}" type="pres">
      <dgm:prSet presAssocID="{4D027F01-76BE-4A1A-803D-DA0D64BBC52F}" presName="descendantText" presStyleLbl="alignAcc1" presStyleIdx="2" presStyleCnt="3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EA4A2D27-7073-4F71-8798-1249A88D2578}" srcId="{0B03B654-FC4A-4F34-8FF5-F851E97E0C0C}" destId="{A5A5E465-364A-48E9-8E76-F6B8D2113BEE}" srcOrd="0" destOrd="0" parTransId="{B48DFA8E-CA28-4816-BC0C-E28BECDC1D2F}" sibTransId="{7ED96099-F004-4403-94D5-8D291D5E0599}"/>
    <dgm:cxn modelId="{603E207E-2854-4260-B58B-096524AC8C8E}" srcId="{7B0DBBE0-E12C-46FE-A137-6D1A4FF18172}" destId="{4D027F01-76BE-4A1A-803D-DA0D64BBC52F}" srcOrd="2" destOrd="0" parTransId="{DEC0C4AC-0C85-4403-B2BE-1BC68A90369F}" sibTransId="{2F7AB706-4450-4C62-B716-F3588D4BE51A}"/>
    <dgm:cxn modelId="{AA86021B-9881-4B4F-AA6C-E6561113F9C8}" srcId="{7B0DBBE0-E12C-46FE-A137-6D1A4FF18172}" destId="{0B03B654-FC4A-4F34-8FF5-F851E97E0C0C}" srcOrd="0" destOrd="0" parTransId="{DCB057D7-FC46-493A-8798-D51DCF84205D}" sibTransId="{9536F566-A5FF-4703-8B7E-7163848F5512}"/>
    <dgm:cxn modelId="{26E53AD3-ED3E-48F6-A269-2105F5790F94}" srcId="{7B0DBBE0-E12C-46FE-A137-6D1A4FF18172}" destId="{B21DDAA4-1EF3-4C93-9F36-969AA283EBF7}" srcOrd="1" destOrd="0" parTransId="{8644D8CB-23B3-4EED-A7FB-C0155E7C0B69}" sibTransId="{4DBE15C1-E909-4E94-9989-FAB1B7944FF2}"/>
    <dgm:cxn modelId="{60DD2A9F-4336-4B0F-AAB1-473CB7C95625}" srcId="{4D027F01-76BE-4A1A-803D-DA0D64BBC52F}" destId="{E76B2BF1-F1E9-4727-B084-DE836F12D697}" srcOrd="0" destOrd="0" parTransId="{029524DF-6A7F-4DF9-9EC9-5EF5BEDC9A72}" sibTransId="{D8E5C993-4C47-4BE2-820F-BD7162AB273E}"/>
    <dgm:cxn modelId="{1689DB01-F3E5-45FD-BE55-6EAD2F47D6D9}" type="presOf" srcId="{B21DDAA4-1EF3-4C93-9F36-969AA283EBF7}" destId="{3FAEE70D-4A4F-4C1A-A0C5-B19BC6A86E51}" srcOrd="0" destOrd="0" presId="urn:microsoft.com/office/officeart/2005/8/layout/chevron2"/>
    <dgm:cxn modelId="{6857B508-AD5E-4655-8C06-121D27B51864}" type="presOf" srcId="{4D027F01-76BE-4A1A-803D-DA0D64BBC52F}" destId="{88BFAC16-D3F8-4BC5-B2FF-FEA86F7E6D7C}" srcOrd="0" destOrd="0" presId="urn:microsoft.com/office/officeart/2005/8/layout/chevron2"/>
    <dgm:cxn modelId="{8EA9DABE-F16C-432B-B918-ED4F7FD78725}" srcId="{B21DDAA4-1EF3-4C93-9F36-969AA283EBF7}" destId="{4F23B0EE-7E9F-4E06-9C35-1027ED3CBEDE}" srcOrd="0" destOrd="0" parTransId="{0C249FEB-A5BE-40D6-ABA8-58CEBBF14857}" sibTransId="{7A8AE540-361D-463C-BA24-CB3AB9DE1168}"/>
    <dgm:cxn modelId="{7B20A487-79F5-4E13-9A3E-CE7C9DA66177}" type="presOf" srcId="{A5A5E465-364A-48E9-8E76-F6B8D2113BEE}" destId="{372E2EA6-9085-4392-8BCB-F3C426D3D6D2}" srcOrd="0" destOrd="0" presId="urn:microsoft.com/office/officeart/2005/8/layout/chevron2"/>
    <dgm:cxn modelId="{93EE17FF-5CB1-4625-90AD-7DD9BB011205}" type="presOf" srcId="{7B0DBBE0-E12C-46FE-A137-6D1A4FF18172}" destId="{9121A5E0-BB33-469A-B283-0C8107ACBE31}" srcOrd="0" destOrd="0" presId="urn:microsoft.com/office/officeart/2005/8/layout/chevron2"/>
    <dgm:cxn modelId="{08163E5F-CE7B-45F1-AF0F-E288F33CBC6C}" type="presOf" srcId="{0B03B654-FC4A-4F34-8FF5-F851E97E0C0C}" destId="{56341923-7064-4344-8CC0-51EDC480640D}" srcOrd="0" destOrd="0" presId="urn:microsoft.com/office/officeart/2005/8/layout/chevron2"/>
    <dgm:cxn modelId="{7C438D37-3788-4D83-B250-7A165B03FF37}" type="presOf" srcId="{4F23B0EE-7E9F-4E06-9C35-1027ED3CBEDE}" destId="{1363078D-84ED-45E1-8FC9-AD5BA3FF4F50}" srcOrd="0" destOrd="0" presId="urn:microsoft.com/office/officeart/2005/8/layout/chevron2"/>
    <dgm:cxn modelId="{DEAFCD15-4FF3-4E43-97FC-FA9962ACDBCD}" type="presOf" srcId="{E76B2BF1-F1E9-4727-B084-DE836F12D697}" destId="{BA088A43-64E8-47A1-A739-E5F6EB2816BE}" srcOrd="0" destOrd="0" presId="urn:microsoft.com/office/officeart/2005/8/layout/chevron2"/>
    <dgm:cxn modelId="{8364D779-638D-4001-9BA3-D0D0F626340A}" type="presParOf" srcId="{9121A5E0-BB33-469A-B283-0C8107ACBE31}" destId="{6A954C64-4C86-47C4-A353-189BD454BA24}" srcOrd="0" destOrd="0" presId="urn:microsoft.com/office/officeart/2005/8/layout/chevron2"/>
    <dgm:cxn modelId="{8AE6567C-CA5C-47DE-9914-AB90BA4A3ADE}" type="presParOf" srcId="{6A954C64-4C86-47C4-A353-189BD454BA24}" destId="{56341923-7064-4344-8CC0-51EDC480640D}" srcOrd="0" destOrd="0" presId="urn:microsoft.com/office/officeart/2005/8/layout/chevron2"/>
    <dgm:cxn modelId="{8BFE88D3-A626-44EB-933E-DC16BF20D995}" type="presParOf" srcId="{6A954C64-4C86-47C4-A353-189BD454BA24}" destId="{372E2EA6-9085-4392-8BCB-F3C426D3D6D2}" srcOrd="1" destOrd="0" presId="urn:microsoft.com/office/officeart/2005/8/layout/chevron2"/>
    <dgm:cxn modelId="{88C5AAD4-926B-457B-9934-421E2D45C2F3}" type="presParOf" srcId="{9121A5E0-BB33-469A-B283-0C8107ACBE31}" destId="{EB38D830-B5A7-4AA5-9129-DAD0551DF637}" srcOrd="1" destOrd="0" presId="urn:microsoft.com/office/officeart/2005/8/layout/chevron2"/>
    <dgm:cxn modelId="{F212D7C2-143E-4683-B7E6-64CF48AA61D0}" type="presParOf" srcId="{9121A5E0-BB33-469A-B283-0C8107ACBE31}" destId="{E35753E8-A559-4F13-99CB-137655CDE30C}" srcOrd="2" destOrd="0" presId="urn:microsoft.com/office/officeart/2005/8/layout/chevron2"/>
    <dgm:cxn modelId="{557A21CE-4A35-48F0-97CF-AA668038D2F3}" type="presParOf" srcId="{E35753E8-A559-4F13-99CB-137655CDE30C}" destId="{3FAEE70D-4A4F-4C1A-A0C5-B19BC6A86E51}" srcOrd="0" destOrd="0" presId="urn:microsoft.com/office/officeart/2005/8/layout/chevron2"/>
    <dgm:cxn modelId="{7F950729-DDE3-43E3-A275-AC1FB5CB1E87}" type="presParOf" srcId="{E35753E8-A559-4F13-99CB-137655CDE30C}" destId="{1363078D-84ED-45E1-8FC9-AD5BA3FF4F50}" srcOrd="1" destOrd="0" presId="urn:microsoft.com/office/officeart/2005/8/layout/chevron2"/>
    <dgm:cxn modelId="{DD92EBA7-F99C-4DD5-AC75-FDAFB05CCC1C}" type="presParOf" srcId="{9121A5E0-BB33-469A-B283-0C8107ACBE31}" destId="{9519D257-9903-46AC-8966-0591521ADC81}" srcOrd="3" destOrd="0" presId="urn:microsoft.com/office/officeart/2005/8/layout/chevron2"/>
    <dgm:cxn modelId="{D9D5F219-FBFD-4DC4-9CEE-67C7C2889D62}" type="presParOf" srcId="{9121A5E0-BB33-469A-B283-0C8107ACBE31}" destId="{0F4F1C9E-B793-49C0-9F1C-770EF6D61669}" srcOrd="4" destOrd="0" presId="urn:microsoft.com/office/officeart/2005/8/layout/chevron2"/>
    <dgm:cxn modelId="{E5847CCA-DA0D-433A-A60D-AF99EC3B97CD}" type="presParOf" srcId="{0F4F1C9E-B793-49C0-9F1C-770EF6D61669}" destId="{88BFAC16-D3F8-4BC5-B2FF-FEA86F7E6D7C}" srcOrd="0" destOrd="0" presId="urn:microsoft.com/office/officeart/2005/8/layout/chevron2"/>
    <dgm:cxn modelId="{D0133569-EE0B-4A87-991F-F3BCB9FBD6C1}" type="presParOf" srcId="{0F4F1C9E-B793-49C0-9F1C-770EF6D61669}" destId="{BA088A43-64E8-47A1-A739-E5F6EB2816BE}" srcOrd="1" destOrd="0" presId="urn:microsoft.com/office/officeart/2005/8/layout/chevron2"/>
  </dgm:cxnLst>
  <dgm:bg>
    <a:noFill/>
  </dgm:bg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C43FA6A9-824C-495E-AB23-DFB855EC145C}" type="doc">
      <dgm:prSet loTypeId="urn:microsoft.com/office/officeart/2008/layout/AlternatingHexagons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CE2CA5A1-BAC0-498D-B199-EAD76B1DFD5E}">
      <dgm:prSet phldrT="[Текст]" custT="1"/>
      <dgm:spPr>
        <a:solidFill>
          <a:srgbClr val="7C7B7A"/>
        </a:solidFill>
        <a:ln w="28575">
          <a:solidFill>
            <a:srgbClr val="EBEBEB"/>
          </a:solidFill>
        </a:ln>
        <a:scene3d>
          <a:camera prst="orthographicFront"/>
          <a:lightRig rig="threePt" dir="t"/>
        </a:scene3d>
        <a:sp3d>
          <a:bevelT w="165100" prst="coolSlant"/>
        </a:sp3d>
      </dgm:spPr>
      <dgm:t>
        <a:bodyPr/>
        <a:lstStyle/>
        <a:p>
          <a:r>
            <a:rPr lang="ru-RU" sz="2200" b="1" i="0" dirty="0" smtClean="0">
              <a:solidFill>
                <a:srgbClr val="00B050"/>
              </a:solidFill>
              <a:latin typeface="+mj-lt"/>
            </a:rPr>
            <a:t>25</a:t>
          </a:r>
          <a:r>
            <a:rPr lang="ru-RU" sz="2200" b="0" i="0" dirty="0" smtClean="0">
              <a:latin typeface="+mj-lt"/>
            </a:rPr>
            <a:t> </a:t>
          </a:r>
          <a:r>
            <a:rPr lang="ru-RU" sz="1200" b="0" i="0" dirty="0" smtClean="0">
              <a:latin typeface="+mj-lt"/>
            </a:rPr>
            <a:t>Успешно</a:t>
          </a:r>
          <a:endParaRPr lang="ru-RU" sz="1200" b="0" dirty="0">
            <a:latin typeface="+mj-lt"/>
          </a:endParaRPr>
        </a:p>
      </dgm:t>
    </dgm:pt>
    <dgm:pt modelId="{2531A75D-C33B-48BA-8C54-024CDE9F1700}" type="parTrans" cxnId="{4AABF48A-FA98-4150-BC8B-25F91DCBD27C}">
      <dgm:prSet/>
      <dgm:spPr/>
      <dgm:t>
        <a:bodyPr/>
        <a:lstStyle/>
        <a:p>
          <a:endParaRPr lang="ru-RU"/>
        </a:p>
      </dgm:t>
    </dgm:pt>
    <dgm:pt modelId="{30DE23E2-1DA6-4241-8E59-FE127CCFA0AD}" type="sibTrans" cxnId="{4AABF48A-FA98-4150-BC8B-25F91DCBD27C}">
      <dgm:prSet/>
      <dgm:spPr>
        <a:solidFill>
          <a:srgbClr val="1D979D"/>
        </a:solidFill>
        <a:ln w="28575">
          <a:solidFill>
            <a:srgbClr val="EBEBEB"/>
          </a:solidFill>
        </a:ln>
        <a:scene3d>
          <a:camera prst="orthographicFront"/>
          <a:lightRig rig="threePt" dir="t"/>
        </a:scene3d>
        <a:sp3d>
          <a:bevelT w="165100" prst="coolSlant"/>
        </a:sp3d>
      </dgm:spPr>
      <dgm:t>
        <a:bodyPr/>
        <a:lstStyle/>
        <a:p>
          <a:r>
            <a:rPr lang="ru-RU" b="1" dirty="0" smtClean="0">
              <a:solidFill>
                <a:srgbClr val="C00000"/>
              </a:solidFill>
              <a:latin typeface="+mj-lt"/>
            </a:rPr>
            <a:t>27</a:t>
          </a:r>
          <a:r>
            <a:rPr lang="ru-RU" b="1" dirty="0" smtClean="0">
              <a:solidFill>
                <a:srgbClr val="C00000"/>
              </a:solidFill>
            </a:rPr>
            <a:t> </a:t>
          </a:r>
          <a:r>
            <a:rPr lang="ru-RU" dirty="0" smtClean="0">
              <a:latin typeface="+mj-lt"/>
            </a:rPr>
            <a:t>Всего задач</a:t>
          </a:r>
          <a:endParaRPr lang="ru-RU" dirty="0">
            <a:latin typeface="+mj-lt"/>
          </a:endParaRPr>
        </a:p>
      </dgm:t>
    </dgm:pt>
    <dgm:pt modelId="{368D77A3-9C6C-4FCA-8BB7-BE2F410DCD86}">
      <dgm:prSet phldrT="[Текст]" custT="1"/>
      <dgm:spPr>
        <a:solidFill>
          <a:srgbClr val="19626A"/>
        </a:solidFill>
        <a:ln w="28575">
          <a:solidFill>
            <a:srgbClr val="EBEBEB"/>
          </a:solidFill>
        </a:ln>
        <a:scene3d>
          <a:camera prst="orthographicFront"/>
          <a:lightRig rig="threePt" dir="t"/>
        </a:scene3d>
        <a:sp3d>
          <a:bevelT w="165100" prst="coolSlant"/>
        </a:sp3d>
      </dgm:spPr>
      <dgm:t>
        <a:bodyPr/>
        <a:lstStyle/>
        <a:p>
          <a:r>
            <a:rPr lang="ru-RU" sz="1900" b="1" i="0" dirty="0" smtClean="0">
              <a:solidFill>
                <a:srgbClr val="00B0F0"/>
              </a:solidFill>
              <a:latin typeface="Arial Black" panose="020B0A04020102020204" pitchFamily="34" charset="0"/>
            </a:rPr>
            <a:t>2</a:t>
          </a:r>
          <a:r>
            <a:rPr lang="ru-RU" sz="1200" b="1" i="0" dirty="0" smtClean="0">
              <a:solidFill>
                <a:srgbClr val="00B0F0"/>
              </a:solidFill>
            </a:rPr>
            <a:t> </a:t>
          </a:r>
          <a:r>
            <a:rPr lang="ru-RU" sz="1200" b="1" i="0" dirty="0" smtClean="0"/>
            <a:t>              </a:t>
          </a:r>
          <a:r>
            <a:rPr lang="ru-RU" sz="900" b="1" i="0" dirty="0" smtClean="0">
              <a:latin typeface="Arial Black" panose="020B0A04020102020204" pitchFamily="34" charset="0"/>
            </a:rPr>
            <a:t>На доработку</a:t>
          </a:r>
          <a:endParaRPr lang="ru-RU" sz="1200" dirty="0">
            <a:latin typeface="Arial Black" panose="020B0A04020102020204" pitchFamily="34" charset="0"/>
          </a:endParaRPr>
        </a:p>
      </dgm:t>
    </dgm:pt>
    <dgm:pt modelId="{41071C79-59C8-444D-9447-76F99F68D33B}" type="parTrans" cxnId="{EA4D948D-62D3-472F-9435-0AFD7FA3A15B}">
      <dgm:prSet/>
      <dgm:spPr/>
      <dgm:t>
        <a:bodyPr/>
        <a:lstStyle/>
        <a:p>
          <a:endParaRPr lang="ru-RU"/>
        </a:p>
      </dgm:t>
    </dgm:pt>
    <dgm:pt modelId="{12D57B85-17F0-4344-BA3D-0D1273DD80D2}" type="sibTrans" cxnId="{EA4D948D-62D3-472F-9435-0AFD7FA3A15B}">
      <dgm:prSet custT="1"/>
      <dgm:spPr>
        <a:solidFill>
          <a:srgbClr val="27768E"/>
        </a:solidFill>
        <a:ln w="28575">
          <a:solidFill>
            <a:srgbClr val="EBEBEB"/>
          </a:solidFill>
        </a:ln>
        <a:scene3d>
          <a:camera prst="orthographicFront"/>
          <a:lightRig rig="threePt" dir="t"/>
        </a:scene3d>
        <a:sp3d>
          <a:bevelT w="165100" prst="coolSlant"/>
        </a:sp3d>
      </dgm:spPr>
      <dgm:t>
        <a:bodyPr/>
        <a:lstStyle/>
        <a:p>
          <a:pPr>
            <a:spcAft>
              <a:spcPts val="424"/>
            </a:spcAft>
          </a:pPr>
          <a:r>
            <a:rPr lang="ru-RU" sz="2000" dirty="0" smtClean="0">
              <a:solidFill>
                <a:srgbClr val="FF0000"/>
              </a:solidFill>
              <a:latin typeface="Arial Black" panose="020B0A04020102020204" pitchFamily="34" charset="0"/>
            </a:rPr>
            <a:t>31</a:t>
          </a:r>
          <a:endParaRPr lang="en-US" sz="2000" dirty="0" smtClean="0">
            <a:solidFill>
              <a:srgbClr val="FF0000"/>
            </a:solidFill>
            <a:latin typeface="Arial Black" panose="020B0A04020102020204" pitchFamily="34" charset="0"/>
          </a:endParaRPr>
        </a:p>
        <a:p>
          <a:pPr>
            <a:spcAft>
              <a:spcPts val="424"/>
            </a:spcAft>
          </a:pPr>
          <a:r>
            <a:rPr lang="ru-RU" sz="2000" dirty="0" smtClean="0"/>
            <a:t> </a:t>
          </a:r>
          <a:r>
            <a:rPr lang="ru-RU" sz="2000" dirty="0" smtClean="0">
              <a:latin typeface="+mj-lt"/>
            </a:rPr>
            <a:t>Баг-репорт</a:t>
          </a:r>
          <a:endParaRPr lang="ru-RU" sz="2000" dirty="0">
            <a:latin typeface="+mj-lt"/>
          </a:endParaRPr>
        </a:p>
      </dgm:t>
    </dgm:pt>
    <dgm:pt modelId="{A3D92228-EEE1-4354-B4F2-D958C08D9562}">
      <dgm:prSet phldrT="[Текст]" custT="1"/>
      <dgm:spPr>
        <a:solidFill>
          <a:srgbClr val="93A998"/>
        </a:solidFill>
        <a:ln w="28575">
          <a:solidFill>
            <a:srgbClr val="EBEBEB"/>
          </a:solidFill>
        </a:ln>
        <a:scene3d>
          <a:camera prst="orthographicFront"/>
          <a:lightRig rig="threePt" dir="t"/>
        </a:scene3d>
        <a:sp3d>
          <a:bevelT w="165100" prst="coolSlant"/>
        </a:sp3d>
      </dgm:spPr>
      <dgm:t>
        <a:bodyPr/>
        <a:lstStyle/>
        <a:p>
          <a:r>
            <a:rPr lang="ru-RU" sz="2200" b="1" i="0" dirty="0" smtClean="0">
              <a:solidFill>
                <a:srgbClr val="7030A0"/>
              </a:solidFill>
              <a:latin typeface="Arial Black" panose="020B0A04020102020204" pitchFamily="34" charset="0"/>
            </a:rPr>
            <a:t>42</a:t>
          </a:r>
        </a:p>
        <a:p>
          <a:r>
            <a:rPr lang="ru-RU" sz="1400" b="1" i="0" dirty="0" smtClean="0">
              <a:latin typeface="+mj-lt"/>
            </a:rPr>
            <a:t>Тест-кейса</a:t>
          </a:r>
        </a:p>
        <a:p>
          <a:endParaRPr lang="ru-RU" sz="1200" dirty="0"/>
        </a:p>
      </dgm:t>
    </dgm:pt>
    <dgm:pt modelId="{6C98D286-D7AF-4ABA-811C-2B750B1CCED8}" type="sibTrans" cxnId="{09FA54BA-BC5D-4E1F-9654-4EE9AEABAFA7}">
      <dgm:prSet phldrT="[Текст]" custT="1"/>
      <dgm:spPr>
        <a:ln w="28575">
          <a:solidFill>
            <a:srgbClr val="EBEBEB"/>
          </a:solidFill>
        </a:ln>
        <a:scene3d>
          <a:camera prst="orthographicFront"/>
          <a:lightRig rig="threePt" dir="t"/>
        </a:scene3d>
        <a:sp3d>
          <a:bevelT w="165100" prst="coolSlant"/>
        </a:sp3d>
      </dgm:spPr>
      <dgm:t>
        <a:bodyPr/>
        <a:lstStyle/>
        <a:p>
          <a:pPr>
            <a:spcAft>
              <a:spcPts val="440"/>
            </a:spcAft>
          </a:pPr>
          <a:r>
            <a:rPr lang="ru-RU" sz="2000" b="1" i="0" dirty="0" smtClean="0">
              <a:solidFill>
                <a:srgbClr val="FFFF00"/>
              </a:solidFill>
              <a:latin typeface="+mj-lt"/>
            </a:rPr>
            <a:t>~6,5 ч</a:t>
          </a:r>
          <a:endParaRPr lang="ru-RU" sz="2000" dirty="0" smtClean="0">
            <a:solidFill>
              <a:srgbClr val="FFFF00"/>
            </a:solidFill>
            <a:latin typeface="+mj-lt"/>
          </a:endParaRPr>
        </a:p>
        <a:p>
          <a:pPr>
            <a:spcAft>
              <a:spcPts val="440"/>
            </a:spcAft>
          </a:pPr>
          <a:r>
            <a:rPr lang="ru-RU" sz="1700" b="1" i="0" dirty="0" smtClean="0">
              <a:latin typeface="+mj-lt"/>
            </a:rPr>
            <a:t>Среднее время</a:t>
          </a:r>
          <a:endParaRPr lang="ru-RU" sz="1700" dirty="0">
            <a:latin typeface="+mj-lt"/>
          </a:endParaRPr>
        </a:p>
      </dgm:t>
    </dgm:pt>
    <dgm:pt modelId="{FC2656A9-9D95-4338-9679-488DAE0B97D1}" type="parTrans" cxnId="{09FA54BA-BC5D-4E1F-9654-4EE9AEABAFA7}">
      <dgm:prSet/>
      <dgm:spPr/>
      <dgm:t>
        <a:bodyPr/>
        <a:lstStyle/>
        <a:p>
          <a:endParaRPr lang="ru-RU"/>
        </a:p>
      </dgm:t>
    </dgm:pt>
    <dgm:pt modelId="{6A7D03C4-6595-45C0-9E88-1834D1B2DB59}" type="pres">
      <dgm:prSet presAssocID="{C43FA6A9-824C-495E-AB23-DFB855EC145C}" presName="Name0" presStyleCnt="0">
        <dgm:presLayoutVars>
          <dgm:chMax/>
          <dgm:chPref/>
          <dgm:dir/>
          <dgm:animLvl val="lvl"/>
        </dgm:presLayoutVars>
      </dgm:prSet>
      <dgm:spPr/>
      <dgm:t>
        <a:bodyPr/>
        <a:lstStyle/>
        <a:p>
          <a:endParaRPr lang="ru-RU"/>
        </a:p>
      </dgm:t>
    </dgm:pt>
    <dgm:pt modelId="{33D595CF-809C-4A3F-AAC7-990AEA9A4C0C}" type="pres">
      <dgm:prSet presAssocID="{CE2CA5A1-BAC0-498D-B199-EAD76B1DFD5E}" presName="composite" presStyleCnt="0"/>
      <dgm:spPr>
        <a:scene3d>
          <a:camera prst="orthographicFront"/>
          <a:lightRig rig="threePt" dir="t"/>
        </a:scene3d>
        <a:sp3d>
          <a:bevelT w="165100" prst="coolSlant"/>
        </a:sp3d>
      </dgm:spPr>
      <dgm:t>
        <a:bodyPr/>
        <a:lstStyle/>
        <a:p>
          <a:endParaRPr lang="ru-RU"/>
        </a:p>
      </dgm:t>
    </dgm:pt>
    <dgm:pt modelId="{29186C69-6636-401A-9563-A5540A41F369}" type="pres">
      <dgm:prSet presAssocID="{CE2CA5A1-BAC0-498D-B199-EAD76B1DFD5E}" presName="Parent1" presStyleLbl="node1" presStyleIdx="0" presStyleCnt="6" custLinFactNeighborX="-47341" custLinFactNeighborY="2820">
        <dgm:presLayoutVars>
          <dgm:chMax val="1"/>
          <dgm:chPref val="1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C48C0C6A-55C5-46F6-8737-B7E8B12CAC63}" type="pres">
      <dgm:prSet presAssocID="{CE2CA5A1-BAC0-498D-B199-EAD76B1DFD5E}" presName="Childtext1" presStyleLbl="revTx" presStyleIdx="0" presStyleCnt="3">
        <dgm:presLayoutVars>
          <dgm:chMax val="0"/>
          <dgm:chPref val="0"/>
          <dgm:bulletEnabled val="1"/>
        </dgm:presLayoutVars>
      </dgm:prSet>
      <dgm:spPr>
        <a:scene3d>
          <a:camera prst="orthographicFront"/>
          <a:lightRig rig="threePt" dir="t"/>
        </a:scene3d>
        <a:sp3d>
          <a:bevelT w="165100" prst="coolSlant"/>
        </a:sp3d>
      </dgm:spPr>
      <dgm:t>
        <a:bodyPr/>
        <a:lstStyle/>
        <a:p>
          <a:endParaRPr lang="ru-RU"/>
        </a:p>
      </dgm:t>
    </dgm:pt>
    <dgm:pt modelId="{3BEF1D92-143B-4D45-8A03-E9C7D6440FC2}" type="pres">
      <dgm:prSet presAssocID="{CE2CA5A1-BAC0-498D-B199-EAD76B1DFD5E}" presName="BalanceSpacing" presStyleCnt="0"/>
      <dgm:spPr>
        <a:scene3d>
          <a:camera prst="orthographicFront"/>
          <a:lightRig rig="threePt" dir="t"/>
        </a:scene3d>
        <a:sp3d>
          <a:bevelT w="165100" prst="coolSlant"/>
        </a:sp3d>
      </dgm:spPr>
      <dgm:t>
        <a:bodyPr/>
        <a:lstStyle/>
        <a:p>
          <a:endParaRPr lang="ru-RU"/>
        </a:p>
      </dgm:t>
    </dgm:pt>
    <dgm:pt modelId="{A073B9D4-74A3-4DF2-BB2A-CD41C8824FFF}" type="pres">
      <dgm:prSet presAssocID="{CE2CA5A1-BAC0-498D-B199-EAD76B1DFD5E}" presName="BalanceSpacing1" presStyleCnt="0"/>
      <dgm:spPr>
        <a:scene3d>
          <a:camera prst="orthographicFront"/>
          <a:lightRig rig="threePt" dir="t"/>
        </a:scene3d>
        <a:sp3d>
          <a:bevelT w="165100" prst="coolSlant"/>
        </a:sp3d>
      </dgm:spPr>
      <dgm:t>
        <a:bodyPr/>
        <a:lstStyle/>
        <a:p>
          <a:endParaRPr lang="ru-RU"/>
        </a:p>
      </dgm:t>
    </dgm:pt>
    <dgm:pt modelId="{497F267E-27E5-4B37-B157-79D909955215}" type="pres">
      <dgm:prSet presAssocID="{30DE23E2-1DA6-4241-8E59-FE127CCFA0AD}" presName="Accent1Text" presStyleLbl="node1" presStyleIdx="1" presStyleCnt="6" custLinFactNeighborX="-46809" custLinFactNeighborY="2820"/>
      <dgm:spPr/>
      <dgm:t>
        <a:bodyPr/>
        <a:lstStyle/>
        <a:p>
          <a:endParaRPr lang="ru-RU"/>
        </a:p>
      </dgm:t>
    </dgm:pt>
    <dgm:pt modelId="{3AD20B8D-4C2B-4395-84D6-BC0E84A69BFA}" type="pres">
      <dgm:prSet presAssocID="{30DE23E2-1DA6-4241-8E59-FE127CCFA0AD}" presName="spaceBetweenRectangles" presStyleCnt="0"/>
      <dgm:spPr>
        <a:scene3d>
          <a:camera prst="orthographicFront"/>
          <a:lightRig rig="threePt" dir="t"/>
        </a:scene3d>
        <a:sp3d>
          <a:bevelT w="165100" prst="coolSlant"/>
        </a:sp3d>
      </dgm:spPr>
      <dgm:t>
        <a:bodyPr/>
        <a:lstStyle/>
        <a:p>
          <a:endParaRPr lang="ru-RU"/>
        </a:p>
      </dgm:t>
    </dgm:pt>
    <dgm:pt modelId="{85B2A97D-6337-4094-8E46-1691C9C68DF8}" type="pres">
      <dgm:prSet presAssocID="{A3D92228-EEE1-4354-B4F2-D958C08D9562}" presName="composite" presStyleCnt="0"/>
      <dgm:spPr>
        <a:scene3d>
          <a:camera prst="orthographicFront"/>
          <a:lightRig rig="threePt" dir="t"/>
        </a:scene3d>
        <a:sp3d>
          <a:bevelT w="165100" prst="coolSlant"/>
        </a:sp3d>
      </dgm:spPr>
      <dgm:t>
        <a:bodyPr/>
        <a:lstStyle/>
        <a:p>
          <a:endParaRPr lang="ru-RU"/>
        </a:p>
      </dgm:t>
    </dgm:pt>
    <dgm:pt modelId="{C206A153-8571-47D2-8414-85E98CE81B48}" type="pres">
      <dgm:prSet presAssocID="{A3D92228-EEE1-4354-B4F2-D958C08D9562}" presName="Parent1" presStyleLbl="node1" presStyleIdx="2" presStyleCnt="6" custLinFactX="61986" custLinFactNeighborX="100000" custLinFactNeighborY="4314">
        <dgm:presLayoutVars>
          <dgm:chMax val="1"/>
          <dgm:chPref val="1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A242E729-D2D7-43A6-9EAE-D84FEF9993C2}" type="pres">
      <dgm:prSet presAssocID="{A3D92228-EEE1-4354-B4F2-D958C08D9562}" presName="Childtext1" presStyleLbl="revTx" presStyleIdx="1" presStyleCnt="3">
        <dgm:presLayoutVars>
          <dgm:chMax val="0"/>
          <dgm:chPref val="0"/>
          <dgm:bulletEnabled val="1"/>
        </dgm:presLayoutVars>
      </dgm:prSet>
      <dgm:spPr>
        <a:scene3d>
          <a:camera prst="orthographicFront"/>
          <a:lightRig rig="threePt" dir="t"/>
        </a:scene3d>
        <a:sp3d>
          <a:bevelT w="165100" prst="coolSlant"/>
        </a:sp3d>
      </dgm:spPr>
      <dgm:t>
        <a:bodyPr/>
        <a:lstStyle/>
        <a:p>
          <a:endParaRPr lang="ru-RU"/>
        </a:p>
      </dgm:t>
    </dgm:pt>
    <dgm:pt modelId="{337E05AD-22F7-485A-9DE7-9BBD02B21395}" type="pres">
      <dgm:prSet presAssocID="{A3D92228-EEE1-4354-B4F2-D958C08D9562}" presName="BalanceSpacing" presStyleCnt="0"/>
      <dgm:spPr>
        <a:scene3d>
          <a:camera prst="orthographicFront"/>
          <a:lightRig rig="threePt" dir="t"/>
        </a:scene3d>
        <a:sp3d>
          <a:bevelT w="165100" prst="coolSlant"/>
        </a:sp3d>
      </dgm:spPr>
      <dgm:t>
        <a:bodyPr/>
        <a:lstStyle/>
        <a:p>
          <a:endParaRPr lang="ru-RU"/>
        </a:p>
      </dgm:t>
    </dgm:pt>
    <dgm:pt modelId="{2EBBEAD9-AC49-4472-9B09-3A7BFBB38EDA}" type="pres">
      <dgm:prSet presAssocID="{A3D92228-EEE1-4354-B4F2-D958C08D9562}" presName="BalanceSpacing1" presStyleCnt="0"/>
      <dgm:spPr>
        <a:scene3d>
          <a:camera prst="orthographicFront"/>
          <a:lightRig rig="threePt" dir="t"/>
        </a:scene3d>
        <a:sp3d>
          <a:bevelT w="165100" prst="coolSlant"/>
        </a:sp3d>
      </dgm:spPr>
      <dgm:t>
        <a:bodyPr/>
        <a:lstStyle/>
        <a:p>
          <a:endParaRPr lang="ru-RU"/>
        </a:p>
      </dgm:t>
    </dgm:pt>
    <dgm:pt modelId="{A8ECFC34-1E9E-4368-896B-CB599E50CF58}" type="pres">
      <dgm:prSet presAssocID="{6C98D286-D7AF-4ABA-811C-2B750B1CCED8}" presName="Accent1Text" presStyleLbl="node1" presStyleIdx="3" presStyleCnt="6" custLinFactX="-53571" custLinFactNeighborX="-100000" custLinFactNeighborY="4314"/>
      <dgm:spPr/>
      <dgm:t>
        <a:bodyPr/>
        <a:lstStyle/>
        <a:p>
          <a:endParaRPr lang="ru-RU"/>
        </a:p>
      </dgm:t>
    </dgm:pt>
    <dgm:pt modelId="{232A7230-ECEC-456A-920C-E10CA955AE8B}" type="pres">
      <dgm:prSet presAssocID="{6C98D286-D7AF-4ABA-811C-2B750B1CCED8}" presName="spaceBetweenRectangles" presStyleCnt="0"/>
      <dgm:spPr>
        <a:scene3d>
          <a:camera prst="orthographicFront"/>
          <a:lightRig rig="threePt" dir="t"/>
        </a:scene3d>
        <a:sp3d>
          <a:bevelT w="165100" prst="coolSlant"/>
        </a:sp3d>
      </dgm:spPr>
      <dgm:t>
        <a:bodyPr/>
        <a:lstStyle/>
        <a:p>
          <a:endParaRPr lang="ru-RU"/>
        </a:p>
      </dgm:t>
    </dgm:pt>
    <dgm:pt modelId="{12EC2B0D-BBA1-4997-8F3B-2FE5F197E4C0}" type="pres">
      <dgm:prSet presAssocID="{368D77A3-9C6C-4FCA-8BB7-BE2F410DCD86}" presName="composite" presStyleCnt="0"/>
      <dgm:spPr>
        <a:scene3d>
          <a:camera prst="orthographicFront"/>
          <a:lightRig rig="threePt" dir="t"/>
        </a:scene3d>
        <a:sp3d>
          <a:bevelT w="165100" prst="coolSlant"/>
        </a:sp3d>
      </dgm:spPr>
      <dgm:t>
        <a:bodyPr/>
        <a:lstStyle/>
        <a:p>
          <a:endParaRPr lang="ru-RU"/>
        </a:p>
      </dgm:t>
    </dgm:pt>
    <dgm:pt modelId="{4C3382F2-178B-46EF-91C1-50D3700AF551}" type="pres">
      <dgm:prSet presAssocID="{368D77A3-9C6C-4FCA-8BB7-BE2F410DCD86}" presName="Parent1" presStyleLbl="node1" presStyleIdx="4" presStyleCnt="6" custLinFactY="-68602" custLinFactNeighborX="58982" custLinFactNeighborY="-100000">
        <dgm:presLayoutVars>
          <dgm:chMax val="1"/>
          <dgm:chPref val="1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D660E6F7-6513-4976-96E2-0D583297B350}" type="pres">
      <dgm:prSet presAssocID="{368D77A3-9C6C-4FCA-8BB7-BE2F410DCD86}" presName="Childtext1" presStyleLbl="revTx" presStyleIdx="2" presStyleCnt="3">
        <dgm:presLayoutVars>
          <dgm:chMax val="0"/>
          <dgm:chPref val="0"/>
          <dgm:bulletEnabled val="1"/>
        </dgm:presLayoutVars>
      </dgm:prSet>
      <dgm:spPr>
        <a:scene3d>
          <a:camera prst="orthographicFront"/>
          <a:lightRig rig="threePt" dir="t"/>
        </a:scene3d>
        <a:sp3d>
          <a:bevelT w="165100" prst="coolSlant"/>
        </a:sp3d>
      </dgm:spPr>
      <dgm:t>
        <a:bodyPr/>
        <a:lstStyle/>
        <a:p>
          <a:endParaRPr lang="ru-RU"/>
        </a:p>
      </dgm:t>
    </dgm:pt>
    <dgm:pt modelId="{0C0D7D3E-16B8-489E-9264-F2062379B0FE}" type="pres">
      <dgm:prSet presAssocID="{368D77A3-9C6C-4FCA-8BB7-BE2F410DCD86}" presName="BalanceSpacing" presStyleCnt="0"/>
      <dgm:spPr>
        <a:scene3d>
          <a:camera prst="orthographicFront"/>
          <a:lightRig rig="threePt" dir="t"/>
        </a:scene3d>
        <a:sp3d>
          <a:bevelT w="165100" prst="coolSlant"/>
        </a:sp3d>
      </dgm:spPr>
      <dgm:t>
        <a:bodyPr/>
        <a:lstStyle/>
        <a:p>
          <a:endParaRPr lang="ru-RU"/>
        </a:p>
      </dgm:t>
    </dgm:pt>
    <dgm:pt modelId="{669C088B-83C9-432A-A6DA-01DA827CD49A}" type="pres">
      <dgm:prSet presAssocID="{368D77A3-9C6C-4FCA-8BB7-BE2F410DCD86}" presName="BalanceSpacing1" presStyleCnt="0"/>
      <dgm:spPr>
        <a:scene3d>
          <a:camera prst="orthographicFront"/>
          <a:lightRig rig="threePt" dir="t"/>
        </a:scene3d>
        <a:sp3d>
          <a:bevelT w="165100" prst="coolSlant"/>
        </a:sp3d>
      </dgm:spPr>
      <dgm:t>
        <a:bodyPr/>
        <a:lstStyle/>
        <a:p>
          <a:endParaRPr lang="ru-RU"/>
        </a:p>
      </dgm:t>
    </dgm:pt>
    <dgm:pt modelId="{B2545920-B526-40AD-8E23-ECD08D67C17F}" type="pres">
      <dgm:prSet presAssocID="{12D57B85-17F0-4344-BA3D-0D1273DD80D2}" presName="Accent1Text" presStyleLbl="node1" presStyleIdx="5" presStyleCnt="6" custLinFactX="12719" custLinFactNeighborX="100000" custLinFactNeighborY="-80566"/>
      <dgm:spPr/>
      <dgm:t>
        <a:bodyPr/>
        <a:lstStyle/>
        <a:p>
          <a:endParaRPr lang="ru-RU"/>
        </a:p>
      </dgm:t>
    </dgm:pt>
  </dgm:ptLst>
  <dgm:cxnLst>
    <dgm:cxn modelId="{4AABF48A-FA98-4150-BC8B-25F91DCBD27C}" srcId="{C43FA6A9-824C-495E-AB23-DFB855EC145C}" destId="{CE2CA5A1-BAC0-498D-B199-EAD76B1DFD5E}" srcOrd="0" destOrd="0" parTransId="{2531A75D-C33B-48BA-8C54-024CDE9F1700}" sibTransId="{30DE23E2-1DA6-4241-8E59-FE127CCFA0AD}"/>
    <dgm:cxn modelId="{09FA54BA-BC5D-4E1F-9654-4EE9AEABAFA7}" srcId="{C43FA6A9-824C-495E-AB23-DFB855EC145C}" destId="{A3D92228-EEE1-4354-B4F2-D958C08D9562}" srcOrd="1" destOrd="0" parTransId="{FC2656A9-9D95-4338-9679-488DAE0B97D1}" sibTransId="{6C98D286-D7AF-4ABA-811C-2B750B1CCED8}"/>
    <dgm:cxn modelId="{EA4D948D-62D3-472F-9435-0AFD7FA3A15B}" srcId="{C43FA6A9-824C-495E-AB23-DFB855EC145C}" destId="{368D77A3-9C6C-4FCA-8BB7-BE2F410DCD86}" srcOrd="2" destOrd="0" parTransId="{41071C79-59C8-444D-9447-76F99F68D33B}" sibTransId="{12D57B85-17F0-4344-BA3D-0D1273DD80D2}"/>
    <dgm:cxn modelId="{BB8F2DF5-D63D-459F-A22B-B91FE3BE658F}" type="presOf" srcId="{CE2CA5A1-BAC0-498D-B199-EAD76B1DFD5E}" destId="{29186C69-6636-401A-9563-A5540A41F369}" srcOrd="0" destOrd="0" presId="urn:microsoft.com/office/officeart/2008/layout/AlternatingHexagons"/>
    <dgm:cxn modelId="{0078A476-7788-4452-A574-CC30326C2501}" type="presOf" srcId="{368D77A3-9C6C-4FCA-8BB7-BE2F410DCD86}" destId="{4C3382F2-178B-46EF-91C1-50D3700AF551}" srcOrd="0" destOrd="0" presId="urn:microsoft.com/office/officeart/2008/layout/AlternatingHexagons"/>
    <dgm:cxn modelId="{8D26B494-6A51-4E7A-B676-4701DC1B3BE4}" type="presOf" srcId="{A3D92228-EEE1-4354-B4F2-D958C08D9562}" destId="{C206A153-8571-47D2-8414-85E98CE81B48}" srcOrd="0" destOrd="0" presId="urn:microsoft.com/office/officeart/2008/layout/AlternatingHexagons"/>
    <dgm:cxn modelId="{7D7CE682-0927-4C2C-9D13-5F7AC04C016D}" type="presOf" srcId="{12D57B85-17F0-4344-BA3D-0D1273DD80D2}" destId="{B2545920-B526-40AD-8E23-ECD08D67C17F}" srcOrd="0" destOrd="0" presId="urn:microsoft.com/office/officeart/2008/layout/AlternatingHexagons"/>
    <dgm:cxn modelId="{ABF8451C-11F6-47D6-BD3B-AF205B2B3E41}" type="presOf" srcId="{C43FA6A9-824C-495E-AB23-DFB855EC145C}" destId="{6A7D03C4-6595-45C0-9E88-1834D1B2DB59}" srcOrd="0" destOrd="0" presId="urn:microsoft.com/office/officeart/2008/layout/AlternatingHexagons"/>
    <dgm:cxn modelId="{0C8CEED8-918E-4A51-A957-8B33A758CBAA}" type="presOf" srcId="{30DE23E2-1DA6-4241-8E59-FE127CCFA0AD}" destId="{497F267E-27E5-4B37-B157-79D909955215}" srcOrd="0" destOrd="0" presId="urn:microsoft.com/office/officeart/2008/layout/AlternatingHexagons"/>
    <dgm:cxn modelId="{C47A4C6A-62EA-45F1-B823-0817EAEDB815}" type="presOf" srcId="{6C98D286-D7AF-4ABA-811C-2B750B1CCED8}" destId="{A8ECFC34-1E9E-4368-896B-CB599E50CF58}" srcOrd="0" destOrd="0" presId="urn:microsoft.com/office/officeart/2008/layout/AlternatingHexagons"/>
    <dgm:cxn modelId="{ACEF6EF9-A604-4A50-AB18-9FB59F67AA57}" type="presParOf" srcId="{6A7D03C4-6595-45C0-9E88-1834D1B2DB59}" destId="{33D595CF-809C-4A3F-AAC7-990AEA9A4C0C}" srcOrd="0" destOrd="0" presId="urn:microsoft.com/office/officeart/2008/layout/AlternatingHexagons"/>
    <dgm:cxn modelId="{911C97A9-99CB-46B9-ADCF-DF84C949C860}" type="presParOf" srcId="{33D595CF-809C-4A3F-AAC7-990AEA9A4C0C}" destId="{29186C69-6636-401A-9563-A5540A41F369}" srcOrd="0" destOrd="0" presId="urn:microsoft.com/office/officeart/2008/layout/AlternatingHexagons"/>
    <dgm:cxn modelId="{87188245-ED07-4ACF-BD94-9B3EBDAE79F5}" type="presParOf" srcId="{33D595CF-809C-4A3F-AAC7-990AEA9A4C0C}" destId="{C48C0C6A-55C5-46F6-8737-B7E8B12CAC63}" srcOrd="1" destOrd="0" presId="urn:microsoft.com/office/officeart/2008/layout/AlternatingHexagons"/>
    <dgm:cxn modelId="{C166E618-5837-4DB5-80B4-A6E6BD29941D}" type="presParOf" srcId="{33D595CF-809C-4A3F-AAC7-990AEA9A4C0C}" destId="{3BEF1D92-143B-4D45-8A03-E9C7D6440FC2}" srcOrd="2" destOrd="0" presId="urn:microsoft.com/office/officeart/2008/layout/AlternatingHexagons"/>
    <dgm:cxn modelId="{C9CCDD3B-C25A-43DF-92DD-04FD15174F24}" type="presParOf" srcId="{33D595CF-809C-4A3F-AAC7-990AEA9A4C0C}" destId="{A073B9D4-74A3-4DF2-BB2A-CD41C8824FFF}" srcOrd="3" destOrd="0" presId="urn:microsoft.com/office/officeart/2008/layout/AlternatingHexagons"/>
    <dgm:cxn modelId="{877AB662-8A2F-4C7A-A1FA-460AC644E98B}" type="presParOf" srcId="{33D595CF-809C-4A3F-AAC7-990AEA9A4C0C}" destId="{497F267E-27E5-4B37-B157-79D909955215}" srcOrd="4" destOrd="0" presId="urn:microsoft.com/office/officeart/2008/layout/AlternatingHexagons"/>
    <dgm:cxn modelId="{40772049-FCB6-4D5E-8F18-A4DACCAF3742}" type="presParOf" srcId="{6A7D03C4-6595-45C0-9E88-1834D1B2DB59}" destId="{3AD20B8D-4C2B-4395-84D6-BC0E84A69BFA}" srcOrd="1" destOrd="0" presId="urn:microsoft.com/office/officeart/2008/layout/AlternatingHexagons"/>
    <dgm:cxn modelId="{B7E2D5D6-8ACC-4592-B052-878FEC756084}" type="presParOf" srcId="{6A7D03C4-6595-45C0-9E88-1834D1B2DB59}" destId="{85B2A97D-6337-4094-8E46-1691C9C68DF8}" srcOrd="2" destOrd="0" presId="urn:microsoft.com/office/officeart/2008/layout/AlternatingHexagons"/>
    <dgm:cxn modelId="{96631E5A-633B-48B0-9A4F-E31B08D57576}" type="presParOf" srcId="{85B2A97D-6337-4094-8E46-1691C9C68DF8}" destId="{C206A153-8571-47D2-8414-85E98CE81B48}" srcOrd="0" destOrd="0" presId="urn:microsoft.com/office/officeart/2008/layout/AlternatingHexagons"/>
    <dgm:cxn modelId="{F7ED0A3E-338E-45F0-8863-38D10A4407D2}" type="presParOf" srcId="{85B2A97D-6337-4094-8E46-1691C9C68DF8}" destId="{A242E729-D2D7-43A6-9EAE-D84FEF9993C2}" srcOrd="1" destOrd="0" presId="urn:microsoft.com/office/officeart/2008/layout/AlternatingHexagons"/>
    <dgm:cxn modelId="{286DA04F-3BBA-4EA2-96B2-DB48814EE171}" type="presParOf" srcId="{85B2A97D-6337-4094-8E46-1691C9C68DF8}" destId="{337E05AD-22F7-485A-9DE7-9BBD02B21395}" srcOrd="2" destOrd="0" presId="urn:microsoft.com/office/officeart/2008/layout/AlternatingHexagons"/>
    <dgm:cxn modelId="{6BC1849D-D4AF-4749-8600-E71834DD93A3}" type="presParOf" srcId="{85B2A97D-6337-4094-8E46-1691C9C68DF8}" destId="{2EBBEAD9-AC49-4472-9B09-3A7BFBB38EDA}" srcOrd="3" destOrd="0" presId="urn:microsoft.com/office/officeart/2008/layout/AlternatingHexagons"/>
    <dgm:cxn modelId="{5C456AC6-5B0B-486C-BED8-AA88A04F874E}" type="presParOf" srcId="{85B2A97D-6337-4094-8E46-1691C9C68DF8}" destId="{A8ECFC34-1E9E-4368-896B-CB599E50CF58}" srcOrd="4" destOrd="0" presId="urn:microsoft.com/office/officeart/2008/layout/AlternatingHexagons"/>
    <dgm:cxn modelId="{42FF2202-A2B4-499C-A505-2476118D6001}" type="presParOf" srcId="{6A7D03C4-6595-45C0-9E88-1834D1B2DB59}" destId="{232A7230-ECEC-456A-920C-E10CA955AE8B}" srcOrd="3" destOrd="0" presId="urn:microsoft.com/office/officeart/2008/layout/AlternatingHexagons"/>
    <dgm:cxn modelId="{B90E1634-51B7-4E86-B1F9-83241860CEA3}" type="presParOf" srcId="{6A7D03C4-6595-45C0-9E88-1834D1B2DB59}" destId="{12EC2B0D-BBA1-4997-8F3B-2FE5F197E4C0}" srcOrd="4" destOrd="0" presId="urn:microsoft.com/office/officeart/2008/layout/AlternatingHexagons"/>
    <dgm:cxn modelId="{E299FD7C-BC4B-4931-8BDF-2AFD032E2B3D}" type="presParOf" srcId="{12EC2B0D-BBA1-4997-8F3B-2FE5F197E4C0}" destId="{4C3382F2-178B-46EF-91C1-50D3700AF551}" srcOrd="0" destOrd="0" presId="urn:microsoft.com/office/officeart/2008/layout/AlternatingHexagons"/>
    <dgm:cxn modelId="{898CC23F-3FDB-437C-8750-CC7A41C1E04E}" type="presParOf" srcId="{12EC2B0D-BBA1-4997-8F3B-2FE5F197E4C0}" destId="{D660E6F7-6513-4976-96E2-0D583297B350}" srcOrd="1" destOrd="0" presId="urn:microsoft.com/office/officeart/2008/layout/AlternatingHexagons"/>
    <dgm:cxn modelId="{AFC57FE1-662C-4D27-B811-0F3CE883C1D4}" type="presParOf" srcId="{12EC2B0D-BBA1-4997-8F3B-2FE5F197E4C0}" destId="{0C0D7D3E-16B8-489E-9264-F2062379B0FE}" srcOrd="2" destOrd="0" presId="urn:microsoft.com/office/officeart/2008/layout/AlternatingHexagons"/>
    <dgm:cxn modelId="{C18AB8BC-6B4A-4417-9C8D-C32181602E47}" type="presParOf" srcId="{12EC2B0D-BBA1-4997-8F3B-2FE5F197E4C0}" destId="{669C088B-83C9-432A-A6DA-01DA827CD49A}" srcOrd="3" destOrd="0" presId="urn:microsoft.com/office/officeart/2008/layout/AlternatingHexagons"/>
    <dgm:cxn modelId="{D65E5124-8A61-48AD-ABEC-B97E2541D736}" type="presParOf" srcId="{12EC2B0D-BBA1-4997-8F3B-2FE5F197E4C0}" destId="{B2545920-B526-40AD-8E23-ECD08D67C17F}" srcOrd="4" destOrd="0" presId="urn:microsoft.com/office/officeart/2008/layout/AlternatingHexagons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06D58C22-9543-42EF-A6F0-5D9ECC238A6E}" type="doc">
      <dgm:prSet loTypeId="urn:microsoft.com/office/officeart/2008/layout/AlternatingHexagons" loCatId="list" qsTypeId="urn:microsoft.com/office/officeart/2005/8/quickstyle/3d9" qsCatId="3D" csTypeId="urn:microsoft.com/office/officeart/2005/8/colors/colorful3" csCatId="colorful" phldr="1"/>
      <dgm:spPr/>
      <dgm:t>
        <a:bodyPr/>
        <a:lstStyle/>
        <a:p>
          <a:endParaRPr lang="ru-RU"/>
        </a:p>
      </dgm:t>
    </dgm:pt>
    <dgm:pt modelId="{90E17EF6-EC37-4A46-A650-E937073F24BB}">
      <dgm:prSet phldrT="[Текст]"/>
      <dgm:spPr/>
      <dgm:t>
        <a:bodyPr/>
        <a:lstStyle/>
        <a:p>
          <a:r>
            <a:rPr lang="en-US" b="1" dirty="0" smtClean="0"/>
            <a:t>42</a:t>
          </a:r>
          <a:endParaRPr lang="ru-RU" b="1" dirty="0"/>
        </a:p>
      </dgm:t>
    </dgm:pt>
    <dgm:pt modelId="{DD99EB8E-3EE0-4FCA-B14B-2A95F9E44CC3}" type="parTrans" cxnId="{B25B68A6-B5B5-48A1-B740-016064176944}">
      <dgm:prSet/>
      <dgm:spPr/>
      <dgm:t>
        <a:bodyPr/>
        <a:lstStyle/>
        <a:p>
          <a:endParaRPr lang="ru-RU"/>
        </a:p>
      </dgm:t>
    </dgm:pt>
    <dgm:pt modelId="{2C08664D-1BEF-43E1-9445-B4AEE1F8E39D}" type="sibTrans" cxnId="{B25B68A6-B5B5-48A1-B740-016064176944}">
      <dgm:prSet/>
      <dgm:spPr/>
      <dgm:t>
        <a:bodyPr/>
        <a:lstStyle/>
        <a:p>
          <a:endParaRPr lang="ru-RU" dirty="0"/>
        </a:p>
      </dgm:t>
    </dgm:pt>
    <dgm:pt modelId="{58748310-AB94-43D8-A2DB-1F742C58EE91}">
      <dgm:prSet phldrT="[Текст]"/>
      <dgm:spPr/>
      <dgm:t>
        <a:bodyPr/>
        <a:lstStyle/>
        <a:p>
          <a:r>
            <a:rPr lang="ru-RU" b="1" dirty="0" smtClean="0">
              <a:solidFill>
                <a:srgbClr val="FFFF05"/>
              </a:solidFill>
              <a:latin typeface="+mj-lt"/>
            </a:rPr>
            <a:t>Тест-кейса</a:t>
          </a:r>
          <a:endParaRPr lang="ru-RU" b="1" dirty="0">
            <a:solidFill>
              <a:srgbClr val="FFFF05"/>
            </a:solidFill>
            <a:latin typeface="+mj-lt"/>
          </a:endParaRPr>
        </a:p>
      </dgm:t>
    </dgm:pt>
    <dgm:pt modelId="{E94DE97D-2882-4CA7-84CE-EA8B6BD6E9D1}" type="parTrans" cxnId="{9F6C7E03-E103-4E07-9FE7-065135F9F769}">
      <dgm:prSet/>
      <dgm:spPr/>
      <dgm:t>
        <a:bodyPr/>
        <a:lstStyle/>
        <a:p>
          <a:endParaRPr lang="ru-RU"/>
        </a:p>
      </dgm:t>
    </dgm:pt>
    <dgm:pt modelId="{A981FBA5-FDA1-430C-8E7D-7FA786B6F29D}" type="sibTrans" cxnId="{9F6C7E03-E103-4E07-9FE7-065135F9F769}">
      <dgm:prSet/>
      <dgm:spPr/>
      <dgm:t>
        <a:bodyPr/>
        <a:lstStyle/>
        <a:p>
          <a:endParaRPr lang="ru-RU"/>
        </a:p>
      </dgm:t>
    </dgm:pt>
    <dgm:pt modelId="{693AE01A-7889-4BDB-9D33-8228E25A1A20}">
      <dgm:prSet phldrT="[Текст]"/>
      <dgm:spPr/>
      <dgm:t>
        <a:bodyPr/>
        <a:lstStyle/>
        <a:p>
          <a:r>
            <a:rPr lang="ru-RU" b="1" dirty="0" smtClean="0"/>
            <a:t>31</a:t>
          </a:r>
          <a:endParaRPr lang="ru-RU" b="1" dirty="0"/>
        </a:p>
      </dgm:t>
    </dgm:pt>
    <dgm:pt modelId="{9CC98966-45A7-4242-AF26-C1044CA833C2}" type="parTrans" cxnId="{FADBB3C1-2DD6-4C29-ACEE-C917053BDFF6}">
      <dgm:prSet/>
      <dgm:spPr/>
      <dgm:t>
        <a:bodyPr/>
        <a:lstStyle/>
        <a:p>
          <a:endParaRPr lang="ru-RU"/>
        </a:p>
      </dgm:t>
    </dgm:pt>
    <dgm:pt modelId="{5C1EC048-C851-4D0D-A737-B05B7C151FDD}" type="sibTrans" cxnId="{FADBB3C1-2DD6-4C29-ACEE-C917053BDFF6}">
      <dgm:prSet/>
      <dgm:spPr/>
      <dgm:t>
        <a:bodyPr/>
        <a:lstStyle/>
        <a:p>
          <a:endParaRPr lang="ru-RU"/>
        </a:p>
      </dgm:t>
    </dgm:pt>
    <dgm:pt modelId="{A154808A-D53C-4A1D-BC69-2A88B3E621BD}">
      <dgm:prSet phldrT="[Текст]"/>
      <dgm:spPr/>
      <dgm:t>
        <a:bodyPr/>
        <a:lstStyle/>
        <a:p>
          <a:r>
            <a:rPr lang="ru-RU" b="1" dirty="0" smtClean="0">
              <a:solidFill>
                <a:srgbClr val="22B9F2"/>
              </a:solidFill>
            </a:rPr>
            <a:t>Баг-репорт</a:t>
          </a:r>
          <a:endParaRPr lang="ru-RU" b="1" dirty="0">
            <a:solidFill>
              <a:srgbClr val="22B9F2"/>
            </a:solidFill>
          </a:endParaRPr>
        </a:p>
      </dgm:t>
    </dgm:pt>
    <dgm:pt modelId="{90722C67-6D6C-41E0-BA6E-A1D3C01660AC}" type="parTrans" cxnId="{6781046A-615D-4A83-B2A6-BDE687A438FE}">
      <dgm:prSet/>
      <dgm:spPr/>
      <dgm:t>
        <a:bodyPr/>
        <a:lstStyle/>
        <a:p>
          <a:endParaRPr lang="ru-RU"/>
        </a:p>
      </dgm:t>
    </dgm:pt>
    <dgm:pt modelId="{0AB1025E-1182-48F2-9280-8F2049E6C0AC}" type="sibTrans" cxnId="{6781046A-615D-4A83-B2A6-BDE687A438FE}">
      <dgm:prSet/>
      <dgm:spPr/>
      <dgm:t>
        <a:bodyPr/>
        <a:lstStyle/>
        <a:p>
          <a:endParaRPr lang="ru-RU"/>
        </a:p>
      </dgm:t>
    </dgm:pt>
    <dgm:pt modelId="{4E947E02-9DB5-468E-BDEC-003470243E3C}">
      <dgm:prSet phldrT="[Текст]"/>
      <dgm:spPr/>
      <dgm:t>
        <a:bodyPr/>
        <a:lstStyle/>
        <a:p>
          <a:r>
            <a:rPr lang="ru-RU" dirty="0" smtClean="0"/>
            <a:t>2</a:t>
          </a:r>
          <a:endParaRPr lang="ru-RU" dirty="0"/>
        </a:p>
      </dgm:t>
    </dgm:pt>
    <dgm:pt modelId="{E2C7ACE6-7C78-4624-8F67-30FD276A30FC}" type="parTrans" cxnId="{F6D97BC4-2718-4D6C-B56A-6168C824A923}">
      <dgm:prSet/>
      <dgm:spPr/>
      <dgm:t>
        <a:bodyPr/>
        <a:lstStyle/>
        <a:p>
          <a:endParaRPr lang="ru-RU"/>
        </a:p>
      </dgm:t>
    </dgm:pt>
    <dgm:pt modelId="{A9E2ECBD-225D-47F1-AEAE-B1C86DFE8C2C}" type="sibTrans" cxnId="{F6D97BC4-2718-4D6C-B56A-6168C824A923}">
      <dgm:prSet/>
      <dgm:spPr/>
      <dgm:t>
        <a:bodyPr/>
        <a:lstStyle/>
        <a:p>
          <a:endParaRPr lang="ru-RU"/>
        </a:p>
      </dgm:t>
    </dgm:pt>
    <dgm:pt modelId="{3D29AFA2-8948-416E-BB0E-FE96947E5992}">
      <dgm:prSet phldrT="[Текст]"/>
      <dgm:spPr/>
      <dgm:t>
        <a:bodyPr/>
        <a:lstStyle/>
        <a:p>
          <a:r>
            <a:rPr lang="ru-RU" dirty="0" smtClean="0">
              <a:solidFill>
                <a:srgbClr val="48B9B3"/>
              </a:solidFill>
              <a:latin typeface="+mj-lt"/>
            </a:rPr>
            <a:t>Релиза</a:t>
          </a:r>
          <a:endParaRPr lang="ru-RU" dirty="0">
            <a:solidFill>
              <a:srgbClr val="48B9B3"/>
            </a:solidFill>
            <a:latin typeface="+mj-lt"/>
          </a:endParaRPr>
        </a:p>
      </dgm:t>
    </dgm:pt>
    <dgm:pt modelId="{6B3156BC-C012-472F-A6BB-013C58088808}" type="parTrans" cxnId="{5D8377C2-C416-4B4D-B2F5-A430B772F044}">
      <dgm:prSet/>
      <dgm:spPr/>
      <dgm:t>
        <a:bodyPr/>
        <a:lstStyle/>
        <a:p>
          <a:endParaRPr lang="ru-RU"/>
        </a:p>
      </dgm:t>
    </dgm:pt>
    <dgm:pt modelId="{88524A88-6A12-443D-94C6-19C3F84141DC}" type="sibTrans" cxnId="{5D8377C2-C416-4B4D-B2F5-A430B772F044}">
      <dgm:prSet/>
      <dgm:spPr/>
      <dgm:t>
        <a:bodyPr/>
        <a:lstStyle/>
        <a:p>
          <a:endParaRPr lang="ru-RU"/>
        </a:p>
      </dgm:t>
    </dgm:pt>
    <dgm:pt modelId="{F2AD0F78-45A6-43D8-92AD-C9295A05FA7B}" type="pres">
      <dgm:prSet presAssocID="{06D58C22-9543-42EF-A6F0-5D9ECC238A6E}" presName="Name0" presStyleCnt="0">
        <dgm:presLayoutVars>
          <dgm:chMax/>
          <dgm:chPref/>
          <dgm:dir/>
          <dgm:animLvl val="lvl"/>
        </dgm:presLayoutVars>
      </dgm:prSet>
      <dgm:spPr/>
    </dgm:pt>
    <dgm:pt modelId="{462127F6-A68D-4FBF-8B01-D0EBFC691978}" type="pres">
      <dgm:prSet presAssocID="{90E17EF6-EC37-4A46-A650-E937073F24BB}" presName="composite" presStyleCnt="0"/>
      <dgm:spPr/>
    </dgm:pt>
    <dgm:pt modelId="{12E2B456-82E9-4478-B1CD-8DFD715C3ACF}" type="pres">
      <dgm:prSet presAssocID="{90E17EF6-EC37-4A46-A650-E937073F24BB}" presName="Parent1" presStyleLbl="node1" presStyleIdx="0" presStyleCnt="6">
        <dgm:presLayoutVars>
          <dgm:chMax val="1"/>
          <dgm:chPref val="1"/>
          <dgm:bulletEnabled val="1"/>
        </dgm:presLayoutVars>
      </dgm:prSet>
      <dgm:spPr/>
    </dgm:pt>
    <dgm:pt modelId="{9D4656B0-0352-4D1B-A844-1F7E1286F4CD}" type="pres">
      <dgm:prSet presAssocID="{90E17EF6-EC37-4A46-A650-E937073F24BB}" presName="Childtext1" presStyleLbl="revTx" presStyleIdx="0" presStyleCnt="3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111BF918-730B-4725-892C-4312A8159D40}" type="pres">
      <dgm:prSet presAssocID="{90E17EF6-EC37-4A46-A650-E937073F24BB}" presName="BalanceSpacing" presStyleCnt="0"/>
      <dgm:spPr/>
    </dgm:pt>
    <dgm:pt modelId="{D74D218C-50EA-4863-830B-B30443CCF0A4}" type="pres">
      <dgm:prSet presAssocID="{90E17EF6-EC37-4A46-A650-E937073F24BB}" presName="BalanceSpacing1" presStyleCnt="0"/>
      <dgm:spPr/>
    </dgm:pt>
    <dgm:pt modelId="{1A2CA39E-1A25-4973-9594-BA4E7B74895D}" type="pres">
      <dgm:prSet presAssocID="{2C08664D-1BEF-43E1-9445-B4AEE1F8E39D}" presName="Accent1Text" presStyleLbl="node1" presStyleIdx="1" presStyleCnt="6"/>
      <dgm:spPr/>
    </dgm:pt>
    <dgm:pt modelId="{165EC4E7-556E-42D4-9248-93AC0B87D979}" type="pres">
      <dgm:prSet presAssocID="{2C08664D-1BEF-43E1-9445-B4AEE1F8E39D}" presName="spaceBetweenRectangles" presStyleCnt="0"/>
      <dgm:spPr/>
    </dgm:pt>
    <dgm:pt modelId="{0CEED0B0-6630-4B76-8ED1-89BFD589E0A4}" type="pres">
      <dgm:prSet presAssocID="{693AE01A-7889-4BDB-9D33-8228E25A1A20}" presName="composite" presStyleCnt="0"/>
      <dgm:spPr/>
    </dgm:pt>
    <dgm:pt modelId="{EEF993AD-2091-4F56-91C9-D05E6E0FC9F0}" type="pres">
      <dgm:prSet presAssocID="{693AE01A-7889-4BDB-9D33-8228E25A1A20}" presName="Parent1" presStyleLbl="node1" presStyleIdx="2" presStyleCnt="6">
        <dgm:presLayoutVars>
          <dgm:chMax val="1"/>
          <dgm:chPref val="1"/>
          <dgm:bulletEnabled val="1"/>
        </dgm:presLayoutVars>
      </dgm:prSet>
      <dgm:spPr/>
    </dgm:pt>
    <dgm:pt modelId="{BA1DAFC3-053D-4E0B-B53F-C2506233DC77}" type="pres">
      <dgm:prSet presAssocID="{693AE01A-7889-4BDB-9D33-8228E25A1A20}" presName="Childtext1" presStyleLbl="revTx" presStyleIdx="1" presStyleCnt="3">
        <dgm:presLayoutVars>
          <dgm:chMax val="0"/>
          <dgm:chPref val="0"/>
          <dgm:bulletEnabled val="1"/>
        </dgm:presLayoutVars>
      </dgm:prSet>
      <dgm:spPr/>
    </dgm:pt>
    <dgm:pt modelId="{048A2CC8-8E68-4600-A455-E492BBB1CD97}" type="pres">
      <dgm:prSet presAssocID="{693AE01A-7889-4BDB-9D33-8228E25A1A20}" presName="BalanceSpacing" presStyleCnt="0"/>
      <dgm:spPr/>
    </dgm:pt>
    <dgm:pt modelId="{B56F9630-00EC-46E9-BCD2-0A169E8E61FE}" type="pres">
      <dgm:prSet presAssocID="{693AE01A-7889-4BDB-9D33-8228E25A1A20}" presName="BalanceSpacing1" presStyleCnt="0"/>
      <dgm:spPr/>
    </dgm:pt>
    <dgm:pt modelId="{6D646362-7C38-4270-83F9-0692D0FFEAEB}" type="pres">
      <dgm:prSet presAssocID="{5C1EC048-C851-4D0D-A737-B05B7C151FDD}" presName="Accent1Text" presStyleLbl="node1" presStyleIdx="3" presStyleCnt="6" custLinFactNeighborX="440" custLinFactNeighborY="-862"/>
      <dgm:spPr/>
    </dgm:pt>
    <dgm:pt modelId="{1320B87B-CA42-498B-9EA0-5EE2DD591762}" type="pres">
      <dgm:prSet presAssocID="{5C1EC048-C851-4D0D-A737-B05B7C151FDD}" presName="spaceBetweenRectangles" presStyleCnt="0"/>
      <dgm:spPr/>
    </dgm:pt>
    <dgm:pt modelId="{5966E1A6-17C4-4724-AFFB-515C42844729}" type="pres">
      <dgm:prSet presAssocID="{4E947E02-9DB5-468E-BDEC-003470243E3C}" presName="composite" presStyleCnt="0"/>
      <dgm:spPr/>
    </dgm:pt>
    <dgm:pt modelId="{1B03DA56-E047-4807-A89E-5DA0EBBABE34}" type="pres">
      <dgm:prSet presAssocID="{4E947E02-9DB5-468E-BDEC-003470243E3C}" presName="Parent1" presStyleLbl="node1" presStyleIdx="4" presStyleCnt="6">
        <dgm:presLayoutVars>
          <dgm:chMax val="1"/>
          <dgm:chPref val="1"/>
          <dgm:bulletEnabled val="1"/>
        </dgm:presLayoutVars>
      </dgm:prSet>
      <dgm:spPr/>
    </dgm:pt>
    <dgm:pt modelId="{1ABDCA00-35C3-4C38-B24B-6A4247FF5A7E}" type="pres">
      <dgm:prSet presAssocID="{4E947E02-9DB5-468E-BDEC-003470243E3C}" presName="Childtext1" presStyleLbl="revTx" presStyleIdx="2" presStyleCnt="3">
        <dgm:presLayoutVars>
          <dgm:chMax val="0"/>
          <dgm:chPref val="0"/>
          <dgm:bulletEnabled val="1"/>
        </dgm:presLayoutVars>
      </dgm:prSet>
      <dgm:spPr/>
    </dgm:pt>
    <dgm:pt modelId="{A79B078F-85CF-49CA-A716-B56C8280F941}" type="pres">
      <dgm:prSet presAssocID="{4E947E02-9DB5-468E-BDEC-003470243E3C}" presName="BalanceSpacing" presStyleCnt="0"/>
      <dgm:spPr/>
    </dgm:pt>
    <dgm:pt modelId="{4D232516-07A4-45AE-B54F-143FDF6FC4AF}" type="pres">
      <dgm:prSet presAssocID="{4E947E02-9DB5-468E-BDEC-003470243E3C}" presName="BalanceSpacing1" presStyleCnt="0"/>
      <dgm:spPr/>
    </dgm:pt>
    <dgm:pt modelId="{AB4DEEC2-028C-416E-B969-1FB0579CC29D}" type="pres">
      <dgm:prSet presAssocID="{A9E2ECBD-225D-47F1-AEAE-B1C86DFE8C2C}" presName="Accent1Text" presStyleLbl="node1" presStyleIdx="5" presStyleCnt="6"/>
      <dgm:spPr/>
    </dgm:pt>
  </dgm:ptLst>
  <dgm:cxnLst>
    <dgm:cxn modelId="{F6D97BC4-2718-4D6C-B56A-6168C824A923}" srcId="{06D58C22-9543-42EF-A6F0-5D9ECC238A6E}" destId="{4E947E02-9DB5-468E-BDEC-003470243E3C}" srcOrd="2" destOrd="0" parTransId="{E2C7ACE6-7C78-4624-8F67-30FD276A30FC}" sibTransId="{A9E2ECBD-225D-47F1-AEAE-B1C86DFE8C2C}"/>
    <dgm:cxn modelId="{1184425A-397A-40F7-A94D-8C09351CC41F}" type="presOf" srcId="{A9E2ECBD-225D-47F1-AEAE-B1C86DFE8C2C}" destId="{AB4DEEC2-028C-416E-B969-1FB0579CC29D}" srcOrd="0" destOrd="0" presId="urn:microsoft.com/office/officeart/2008/layout/AlternatingHexagons"/>
    <dgm:cxn modelId="{5D8377C2-C416-4B4D-B2F5-A430B772F044}" srcId="{4E947E02-9DB5-468E-BDEC-003470243E3C}" destId="{3D29AFA2-8948-416E-BB0E-FE96947E5992}" srcOrd="0" destOrd="0" parTransId="{6B3156BC-C012-472F-A6BB-013C58088808}" sibTransId="{88524A88-6A12-443D-94C6-19C3F84141DC}"/>
    <dgm:cxn modelId="{D2C68F14-DA96-48A8-B1D7-C43E979A1321}" type="presOf" srcId="{2C08664D-1BEF-43E1-9445-B4AEE1F8E39D}" destId="{1A2CA39E-1A25-4973-9594-BA4E7B74895D}" srcOrd="0" destOrd="0" presId="urn:microsoft.com/office/officeart/2008/layout/AlternatingHexagons"/>
    <dgm:cxn modelId="{5218B668-93D6-4171-AD85-683DB728F154}" type="presOf" srcId="{4E947E02-9DB5-468E-BDEC-003470243E3C}" destId="{1B03DA56-E047-4807-A89E-5DA0EBBABE34}" srcOrd="0" destOrd="0" presId="urn:microsoft.com/office/officeart/2008/layout/AlternatingHexagons"/>
    <dgm:cxn modelId="{8E289CFE-062E-4C73-85F8-825DA1E7B2F9}" type="presOf" srcId="{90E17EF6-EC37-4A46-A650-E937073F24BB}" destId="{12E2B456-82E9-4478-B1CD-8DFD715C3ACF}" srcOrd="0" destOrd="0" presId="urn:microsoft.com/office/officeart/2008/layout/AlternatingHexagons"/>
    <dgm:cxn modelId="{B25B68A6-B5B5-48A1-B740-016064176944}" srcId="{06D58C22-9543-42EF-A6F0-5D9ECC238A6E}" destId="{90E17EF6-EC37-4A46-A650-E937073F24BB}" srcOrd="0" destOrd="0" parTransId="{DD99EB8E-3EE0-4FCA-B14B-2A95F9E44CC3}" sibTransId="{2C08664D-1BEF-43E1-9445-B4AEE1F8E39D}"/>
    <dgm:cxn modelId="{DEEF998F-DDD6-4141-A49E-DD530B14109F}" type="presOf" srcId="{06D58C22-9543-42EF-A6F0-5D9ECC238A6E}" destId="{F2AD0F78-45A6-43D8-92AD-C9295A05FA7B}" srcOrd="0" destOrd="0" presId="urn:microsoft.com/office/officeart/2008/layout/AlternatingHexagons"/>
    <dgm:cxn modelId="{6781046A-615D-4A83-B2A6-BDE687A438FE}" srcId="{693AE01A-7889-4BDB-9D33-8228E25A1A20}" destId="{A154808A-D53C-4A1D-BC69-2A88B3E621BD}" srcOrd="0" destOrd="0" parTransId="{90722C67-6D6C-41E0-BA6E-A1D3C01660AC}" sibTransId="{0AB1025E-1182-48F2-9280-8F2049E6C0AC}"/>
    <dgm:cxn modelId="{2E5EBF68-9624-4686-B2D8-6F8B71C339F3}" type="presOf" srcId="{5C1EC048-C851-4D0D-A737-B05B7C151FDD}" destId="{6D646362-7C38-4270-83F9-0692D0FFEAEB}" srcOrd="0" destOrd="0" presId="urn:microsoft.com/office/officeart/2008/layout/AlternatingHexagons"/>
    <dgm:cxn modelId="{9F6C7E03-E103-4E07-9FE7-065135F9F769}" srcId="{90E17EF6-EC37-4A46-A650-E937073F24BB}" destId="{58748310-AB94-43D8-A2DB-1F742C58EE91}" srcOrd="0" destOrd="0" parTransId="{E94DE97D-2882-4CA7-84CE-EA8B6BD6E9D1}" sibTransId="{A981FBA5-FDA1-430C-8E7D-7FA786B6F29D}"/>
    <dgm:cxn modelId="{232E5A06-A61C-40C8-850A-90CE54AED2B1}" type="presOf" srcId="{3D29AFA2-8948-416E-BB0E-FE96947E5992}" destId="{1ABDCA00-35C3-4C38-B24B-6A4247FF5A7E}" srcOrd="0" destOrd="0" presId="urn:microsoft.com/office/officeart/2008/layout/AlternatingHexagons"/>
    <dgm:cxn modelId="{3DB8D21B-4ED4-4432-9C5E-9434AC5BBB59}" type="presOf" srcId="{58748310-AB94-43D8-A2DB-1F742C58EE91}" destId="{9D4656B0-0352-4D1B-A844-1F7E1286F4CD}" srcOrd="0" destOrd="0" presId="urn:microsoft.com/office/officeart/2008/layout/AlternatingHexagons"/>
    <dgm:cxn modelId="{FADBB3C1-2DD6-4C29-ACEE-C917053BDFF6}" srcId="{06D58C22-9543-42EF-A6F0-5D9ECC238A6E}" destId="{693AE01A-7889-4BDB-9D33-8228E25A1A20}" srcOrd="1" destOrd="0" parTransId="{9CC98966-45A7-4242-AF26-C1044CA833C2}" sibTransId="{5C1EC048-C851-4D0D-A737-B05B7C151FDD}"/>
    <dgm:cxn modelId="{5A120485-1CEE-4C04-BF38-8515CF145C8D}" type="presOf" srcId="{693AE01A-7889-4BDB-9D33-8228E25A1A20}" destId="{EEF993AD-2091-4F56-91C9-D05E6E0FC9F0}" srcOrd="0" destOrd="0" presId="urn:microsoft.com/office/officeart/2008/layout/AlternatingHexagons"/>
    <dgm:cxn modelId="{293A6144-DB08-4192-8EF2-DE7B039F380D}" type="presOf" srcId="{A154808A-D53C-4A1D-BC69-2A88B3E621BD}" destId="{BA1DAFC3-053D-4E0B-B53F-C2506233DC77}" srcOrd="0" destOrd="0" presId="urn:microsoft.com/office/officeart/2008/layout/AlternatingHexagons"/>
    <dgm:cxn modelId="{861D4849-A30B-4E8C-A2CC-E6E9D0330CDE}" type="presParOf" srcId="{F2AD0F78-45A6-43D8-92AD-C9295A05FA7B}" destId="{462127F6-A68D-4FBF-8B01-D0EBFC691978}" srcOrd="0" destOrd="0" presId="urn:microsoft.com/office/officeart/2008/layout/AlternatingHexagons"/>
    <dgm:cxn modelId="{E06C5525-89AF-4746-8E22-EF35D48B38F3}" type="presParOf" srcId="{462127F6-A68D-4FBF-8B01-D0EBFC691978}" destId="{12E2B456-82E9-4478-B1CD-8DFD715C3ACF}" srcOrd="0" destOrd="0" presId="urn:microsoft.com/office/officeart/2008/layout/AlternatingHexagons"/>
    <dgm:cxn modelId="{A72316A6-407B-4A3E-9F09-008A81AA62DE}" type="presParOf" srcId="{462127F6-A68D-4FBF-8B01-D0EBFC691978}" destId="{9D4656B0-0352-4D1B-A844-1F7E1286F4CD}" srcOrd="1" destOrd="0" presId="urn:microsoft.com/office/officeart/2008/layout/AlternatingHexagons"/>
    <dgm:cxn modelId="{F63D2B2E-155D-47F0-A642-6CD9F4B23E32}" type="presParOf" srcId="{462127F6-A68D-4FBF-8B01-D0EBFC691978}" destId="{111BF918-730B-4725-892C-4312A8159D40}" srcOrd="2" destOrd="0" presId="urn:microsoft.com/office/officeart/2008/layout/AlternatingHexagons"/>
    <dgm:cxn modelId="{520DD8E2-71BE-4A9F-A967-F712D4ECA9F7}" type="presParOf" srcId="{462127F6-A68D-4FBF-8B01-D0EBFC691978}" destId="{D74D218C-50EA-4863-830B-B30443CCF0A4}" srcOrd="3" destOrd="0" presId="urn:microsoft.com/office/officeart/2008/layout/AlternatingHexagons"/>
    <dgm:cxn modelId="{76140F2E-FDA7-42BF-8402-93425A296AA6}" type="presParOf" srcId="{462127F6-A68D-4FBF-8B01-D0EBFC691978}" destId="{1A2CA39E-1A25-4973-9594-BA4E7B74895D}" srcOrd="4" destOrd="0" presId="urn:microsoft.com/office/officeart/2008/layout/AlternatingHexagons"/>
    <dgm:cxn modelId="{6CAC13B8-0899-401C-B2E9-73E4C860B406}" type="presParOf" srcId="{F2AD0F78-45A6-43D8-92AD-C9295A05FA7B}" destId="{165EC4E7-556E-42D4-9248-93AC0B87D979}" srcOrd="1" destOrd="0" presId="urn:microsoft.com/office/officeart/2008/layout/AlternatingHexagons"/>
    <dgm:cxn modelId="{F7267D7E-5A76-4B3F-8D25-6AFAEE308FF3}" type="presParOf" srcId="{F2AD0F78-45A6-43D8-92AD-C9295A05FA7B}" destId="{0CEED0B0-6630-4B76-8ED1-89BFD589E0A4}" srcOrd="2" destOrd="0" presId="urn:microsoft.com/office/officeart/2008/layout/AlternatingHexagons"/>
    <dgm:cxn modelId="{4649D5E7-3064-4CC5-834C-9DDFC6858C75}" type="presParOf" srcId="{0CEED0B0-6630-4B76-8ED1-89BFD589E0A4}" destId="{EEF993AD-2091-4F56-91C9-D05E6E0FC9F0}" srcOrd="0" destOrd="0" presId="urn:microsoft.com/office/officeart/2008/layout/AlternatingHexagons"/>
    <dgm:cxn modelId="{79C1004C-DC10-4FFE-91A9-E56D3CC12B12}" type="presParOf" srcId="{0CEED0B0-6630-4B76-8ED1-89BFD589E0A4}" destId="{BA1DAFC3-053D-4E0B-B53F-C2506233DC77}" srcOrd="1" destOrd="0" presId="urn:microsoft.com/office/officeart/2008/layout/AlternatingHexagons"/>
    <dgm:cxn modelId="{6457BF55-73EE-4759-9C23-36FAAB6F3879}" type="presParOf" srcId="{0CEED0B0-6630-4B76-8ED1-89BFD589E0A4}" destId="{048A2CC8-8E68-4600-A455-E492BBB1CD97}" srcOrd="2" destOrd="0" presId="urn:microsoft.com/office/officeart/2008/layout/AlternatingHexagons"/>
    <dgm:cxn modelId="{62D34A3F-AA85-4424-B38D-2F95810E9CA5}" type="presParOf" srcId="{0CEED0B0-6630-4B76-8ED1-89BFD589E0A4}" destId="{B56F9630-00EC-46E9-BCD2-0A169E8E61FE}" srcOrd="3" destOrd="0" presId="urn:microsoft.com/office/officeart/2008/layout/AlternatingHexagons"/>
    <dgm:cxn modelId="{0ED67D0F-0DFC-4AFB-9D68-AB6C145F2DAA}" type="presParOf" srcId="{0CEED0B0-6630-4B76-8ED1-89BFD589E0A4}" destId="{6D646362-7C38-4270-83F9-0692D0FFEAEB}" srcOrd="4" destOrd="0" presId="urn:microsoft.com/office/officeart/2008/layout/AlternatingHexagons"/>
    <dgm:cxn modelId="{802C2F19-A8CE-4CDD-B3D6-BCDE02685009}" type="presParOf" srcId="{F2AD0F78-45A6-43D8-92AD-C9295A05FA7B}" destId="{1320B87B-CA42-498B-9EA0-5EE2DD591762}" srcOrd="3" destOrd="0" presId="urn:microsoft.com/office/officeart/2008/layout/AlternatingHexagons"/>
    <dgm:cxn modelId="{0193EB0B-BEF5-4FFB-A205-8C1C82BA9C71}" type="presParOf" srcId="{F2AD0F78-45A6-43D8-92AD-C9295A05FA7B}" destId="{5966E1A6-17C4-4724-AFFB-515C42844729}" srcOrd="4" destOrd="0" presId="urn:microsoft.com/office/officeart/2008/layout/AlternatingHexagons"/>
    <dgm:cxn modelId="{6BA63DBC-FF10-42DB-9510-3A0E89549585}" type="presParOf" srcId="{5966E1A6-17C4-4724-AFFB-515C42844729}" destId="{1B03DA56-E047-4807-A89E-5DA0EBBABE34}" srcOrd="0" destOrd="0" presId="urn:microsoft.com/office/officeart/2008/layout/AlternatingHexagons"/>
    <dgm:cxn modelId="{A3419725-C0DC-4E40-A088-6B89B34C0D1A}" type="presParOf" srcId="{5966E1A6-17C4-4724-AFFB-515C42844729}" destId="{1ABDCA00-35C3-4C38-B24B-6A4247FF5A7E}" srcOrd="1" destOrd="0" presId="urn:microsoft.com/office/officeart/2008/layout/AlternatingHexagons"/>
    <dgm:cxn modelId="{9BAA942B-C6A2-42E2-9FE5-CF790D9098B8}" type="presParOf" srcId="{5966E1A6-17C4-4724-AFFB-515C42844729}" destId="{A79B078F-85CF-49CA-A716-B56C8280F941}" srcOrd="2" destOrd="0" presId="urn:microsoft.com/office/officeart/2008/layout/AlternatingHexagons"/>
    <dgm:cxn modelId="{801415C2-E16D-4364-B5F4-57E9164F665D}" type="presParOf" srcId="{5966E1A6-17C4-4724-AFFB-515C42844729}" destId="{4D232516-07A4-45AE-B54F-143FDF6FC4AF}" srcOrd="3" destOrd="0" presId="urn:microsoft.com/office/officeart/2008/layout/AlternatingHexagons"/>
    <dgm:cxn modelId="{849C6ED1-FF3E-4115-A0D5-D4FA43E2E4B8}" type="presParOf" srcId="{5966E1A6-17C4-4724-AFFB-515C42844729}" destId="{AB4DEEC2-028C-416E-B969-1FB0579CC29D}" srcOrd="4" destOrd="0" presId="urn:microsoft.com/office/officeart/2008/layout/AlternatingHexagons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6341923-7064-4344-8CC0-51EDC480640D}">
      <dsp:nvSpPr>
        <dsp:cNvPr id="0" name=""/>
        <dsp:cNvSpPr/>
      </dsp:nvSpPr>
      <dsp:spPr>
        <a:xfrm rot="5400000">
          <a:off x="-140834" y="142288"/>
          <a:ext cx="938897" cy="657228"/>
        </a:xfrm>
        <a:prstGeom prst="chevron">
          <a:avLst/>
        </a:prstGeom>
        <a:solidFill>
          <a:srgbClr val="00957B"/>
        </a:solidFill>
        <a:ln w="28575" cap="flat" cmpd="sng" algn="ctr">
          <a:solidFill>
            <a:srgbClr val="EBEBEB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ru-RU" sz="1800" kern="1200" dirty="0"/>
        </a:p>
      </dsp:txBody>
      <dsp:txXfrm rot="-5400000">
        <a:off x="1" y="330067"/>
        <a:ext cx="657228" cy="281669"/>
      </dsp:txXfrm>
    </dsp:sp>
    <dsp:sp modelId="{372E2EA6-9085-4392-8BCB-F3C426D3D6D2}">
      <dsp:nvSpPr>
        <dsp:cNvPr id="0" name=""/>
        <dsp:cNvSpPr/>
      </dsp:nvSpPr>
      <dsp:spPr>
        <a:xfrm rot="5400000">
          <a:off x="5888813" y="-5230131"/>
          <a:ext cx="610283" cy="11073453"/>
        </a:xfrm>
        <a:prstGeom prst="round2SameRect">
          <a:avLst/>
        </a:prstGeom>
        <a:gradFill flip="none" rotWithShape="0">
          <a:gsLst>
            <a:gs pos="0">
              <a:srgbClr val="00957B">
                <a:shade val="30000"/>
                <a:satMod val="115000"/>
              </a:srgbClr>
            </a:gs>
            <a:gs pos="50000">
              <a:srgbClr val="00957B">
                <a:shade val="67500"/>
                <a:satMod val="115000"/>
              </a:srgbClr>
            </a:gs>
            <a:gs pos="100000">
              <a:srgbClr val="00957B">
                <a:shade val="100000"/>
                <a:satMod val="115000"/>
              </a:srgbClr>
            </a:gs>
          </a:gsLst>
          <a:lin ang="13500000" scaled="1"/>
          <a:tileRect/>
        </a:gradFill>
        <a:ln w="28575" cap="flat" cmpd="sng" algn="ctr">
          <a:solidFill>
            <a:srgbClr val="EBEBEB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1430" rIns="11430" bIns="11430" numCol="1" spcCol="1270" anchor="ctr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ru-RU" sz="1800" b="0" i="1" kern="1200" dirty="0" smtClean="0">
              <a:solidFill>
                <a:schemeClr val="bg1"/>
              </a:solidFill>
            </a:rPr>
            <a:t>Skillspace — это российская платформа для создания и управления онлайн-школами, основанная в 2018 году.</a:t>
          </a:r>
          <a:endParaRPr lang="ru-RU" sz="1800" kern="1200" dirty="0"/>
        </a:p>
      </dsp:txBody>
      <dsp:txXfrm rot="-5400000">
        <a:off x="657228" y="31246"/>
        <a:ext cx="11043661" cy="550699"/>
      </dsp:txXfrm>
    </dsp:sp>
    <dsp:sp modelId="{3FAEE70D-4A4F-4C1A-A0C5-B19BC6A86E51}">
      <dsp:nvSpPr>
        <dsp:cNvPr id="0" name=""/>
        <dsp:cNvSpPr/>
      </dsp:nvSpPr>
      <dsp:spPr>
        <a:xfrm rot="5400000">
          <a:off x="-140834" y="871673"/>
          <a:ext cx="938897" cy="657228"/>
        </a:xfrm>
        <a:prstGeom prst="chevron">
          <a:avLst/>
        </a:prstGeom>
        <a:solidFill>
          <a:srgbClr val="29384C"/>
        </a:solidFill>
        <a:ln w="28575" cap="flat" cmpd="sng" algn="ctr">
          <a:solidFill>
            <a:srgbClr val="EBEBEB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ru-RU" sz="1800" kern="1200" dirty="0"/>
        </a:p>
      </dsp:txBody>
      <dsp:txXfrm rot="-5400000">
        <a:off x="1" y="1059452"/>
        <a:ext cx="657228" cy="281669"/>
      </dsp:txXfrm>
    </dsp:sp>
    <dsp:sp modelId="{1363078D-84ED-45E1-8FC9-AD5BA3FF4F50}">
      <dsp:nvSpPr>
        <dsp:cNvPr id="0" name=""/>
        <dsp:cNvSpPr/>
      </dsp:nvSpPr>
      <dsp:spPr>
        <a:xfrm rot="5400000">
          <a:off x="5888813" y="-4500745"/>
          <a:ext cx="610283" cy="11073453"/>
        </a:xfrm>
        <a:prstGeom prst="round2SameRect">
          <a:avLst/>
        </a:prstGeom>
        <a:solidFill>
          <a:srgbClr val="29384C"/>
        </a:solidFill>
        <a:ln w="28575" cap="flat" cmpd="sng" algn="ctr">
          <a:solidFill>
            <a:srgbClr val="EBEBEB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1430" rIns="11430" bIns="11430" numCol="1" spcCol="1270" anchor="ctr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ru-RU" sz="1800" b="0" i="1" kern="1200" dirty="0" smtClean="0">
              <a:solidFill>
                <a:schemeClr val="bg1"/>
              </a:solidFill>
            </a:rPr>
            <a:t>Она позволяет запустить образовательный проект без программистов и дизайнеров.</a:t>
          </a:r>
          <a:endParaRPr lang="ru-RU" sz="1800" kern="1200" dirty="0">
            <a:solidFill>
              <a:schemeClr val="bg1"/>
            </a:solidFill>
          </a:endParaRPr>
        </a:p>
      </dsp:txBody>
      <dsp:txXfrm rot="-5400000">
        <a:off x="657228" y="760632"/>
        <a:ext cx="11043661" cy="550699"/>
      </dsp:txXfrm>
    </dsp:sp>
    <dsp:sp modelId="{88BFAC16-D3F8-4BC5-B2FF-FEA86F7E6D7C}">
      <dsp:nvSpPr>
        <dsp:cNvPr id="0" name=""/>
        <dsp:cNvSpPr/>
      </dsp:nvSpPr>
      <dsp:spPr>
        <a:xfrm rot="5400000">
          <a:off x="-140834" y="1601059"/>
          <a:ext cx="938897" cy="657228"/>
        </a:xfrm>
        <a:prstGeom prst="chevron">
          <a:avLst/>
        </a:prstGeom>
        <a:solidFill>
          <a:srgbClr val="00957B"/>
        </a:solidFill>
        <a:ln w="28575" cap="flat" cmpd="sng" algn="ctr">
          <a:solidFill>
            <a:srgbClr val="EBEBEB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ru-RU" sz="1800" kern="1200" dirty="0"/>
        </a:p>
      </dsp:txBody>
      <dsp:txXfrm rot="-5400000">
        <a:off x="1" y="1788838"/>
        <a:ext cx="657228" cy="281669"/>
      </dsp:txXfrm>
    </dsp:sp>
    <dsp:sp modelId="{BA088A43-64E8-47A1-A739-E5F6EB2816BE}">
      <dsp:nvSpPr>
        <dsp:cNvPr id="0" name=""/>
        <dsp:cNvSpPr/>
      </dsp:nvSpPr>
      <dsp:spPr>
        <a:xfrm rot="5400000">
          <a:off x="5888813" y="-3771360"/>
          <a:ext cx="610283" cy="11073453"/>
        </a:xfrm>
        <a:prstGeom prst="round2SameRect">
          <a:avLst/>
        </a:prstGeom>
        <a:gradFill flip="none" rotWithShape="0">
          <a:gsLst>
            <a:gs pos="0">
              <a:srgbClr val="00957B">
                <a:shade val="30000"/>
                <a:satMod val="115000"/>
              </a:srgbClr>
            </a:gs>
            <a:gs pos="50000">
              <a:srgbClr val="00957B">
                <a:shade val="67500"/>
                <a:satMod val="115000"/>
              </a:srgbClr>
            </a:gs>
            <a:gs pos="100000">
              <a:srgbClr val="00957B">
                <a:shade val="100000"/>
                <a:satMod val="115000"/>
              </a:srgbClr>
            </a:gs>
          </a:gsLst>
          <a:lin ang="13500000" scaled="1"/>
          <a:tileRect/>
        </a:gradFill>
        <a:ln w="28575" cap="flat" cmpd="sng" algn="ctr">
          <a:solidFill>
            <a:srgbClr val="EBEBEB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1430" rIns="11430" bIns="11430" numCol="1" spcCol="1270" anchor="ctr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ru-RU" sz="1800" b="0" i="1" kern="1200" dirty="0" smtClean="0">
              <a:solidFill>
                <a:schemeClr val="bg1"/>
              </a:solidFill>
            </a:rPr>
            <a:t>За это время платформа зарекомендовала себя, как удобное решение для экспертов, </a:t>
          </a:r>
          <a:r>
            <a:rPr lang="ru-RU" sz="1800" b="0" i="1" kern="1200" dirty="0" err="1" smtClean="0">
              <a:solidFill>
                <a:schemeClr val="bg1"/>
              </a:solidFill>
            </a:rPr>
            <a:t>коучей</a:t>
          </a:r>
          <a:r>
            <a:rPr lang="ru-RU" sz="1800" b="0" i="1" kern="1200" dirty="0" smtClean="0">
              <a:solidFill>
                <a:schemeClr val="bg1"/>
              </a:solidFill>
            </a:rPr>
            <a:t> и крупных образовательных компаний — от начинающих авторов до онлайн-школ с тысячами учеников.</a:t>
          </a:r>
          <a:endParaRPr lang="ru-RU" sz="1800" kern="1200" dirty="0">
            <a:solidFill>
              <a:schemeClr val="bg1"/>
            </a:solidFill>
          </a:endParaRPr>
        </a:p>
      </dsp:txBody>
      <dsp:txXfrm rot="-5400000">
        <a:off x="657228" y="1490017"/>
        <a:ext cx="11043661" cy="55069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6341923-7064-4344-8CC0-51EDC480640D}">
      <dsp:nvSpPr>
        <dsp:cNvPr id="0" name=""/>
        <dsp:cNvSpPr/>
      </dsp:nvSpPr>
      <dsp:spPr>
        <a:xfrm rot="5400000">
          <a:off x="-134437" y="139206"/>
          <a:ext cx="896251" cy="627375"/>
        </a:xfrm>
        <a:prstGeom prst="chevron">
          <a:avLst/>
        </a:prstGeom>
        <a:solidFill>
          <a:srgbClr val="1F2534"/>
        </a:solidFill>
        <a:ln w="28575" cap="flat" cmpd="sng" algn="ctr">
          <a:solidFill>
            <a:srgbClr val="EBEBEB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lvl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ru-RU" sz="1700" kern="1200" dirty="0"/>
        </a:p>
      </dsp:txBody>
      <dsp:txXfrm rot="-5400000">
        <a:off x="2" y="318456"/>
        <a:ext cx="627375" cy="268876"/>
      </dsp:txXfrm>
    </dsp:sp>
    <dsp:sp modelId="{372E2EA6-9085-4392-8BCB-F3C426D3D6D2}">
      <dsp:nvSpPr>
        <dsp:cNvPr id="0" name=""/>
        <dsp:cNvSpPr/>
      </dsp:nvSpPr>
      <dsp:spPr>
        <a:xfrm rot="5400000">
          <a:off x="5883826" y="-5255602"/>
          <a:ext cx="590404" cy="11103306"/>
        </a:xfrm>
        <a:prstGeom prst="round2SameRect">
          <a:avLst/>
        </a:prstGeom>
        <a:solidFill>
          <a:srgbClr val="1F2534"/>
        </a:solidFill>
        <a:ln w="28575" cap="flat" cmpd="sng" algn="ctr">
          <a:solidFill>
            <a:srgbClr val="EBEBEB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1430" rIns="11430" bIns="11430" numCol="1" spcCol="1270" anchor="ctr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ru-RU" sz="1800" b="0" i="1" kern="1200" dirty="0" smtClean="0">
              <a:solidFill>
                <a:schemeClr val="bg1"/>
              </a:solidFill>
            </a:rPr>
            <a:t>За время стажировки я убедилась: то, что компания создаёт для других, она в первую очередь применяет внутри себя.</a:t>
          </a:r>
          <a:endParaRPr lang="ru-RU" sz="1800" kern="1200" dirty="0"/>
        </a:p>
      </dsp:txBody>
      <dsp:txXfrm rot="-5400000">
        <a:off x="627376" y="29669"/>
        <a:ext cx="11074485" cy="532762"/>
      </dsp:txXfrm>
    </dsp:sp>
    <dsp:sp modelId="{3FAEE70D-4A4F-4C1A-A0C5-B19BC6A86E51}">
      <dsp:nvSpPr>
        <dsp:cNvPr id="0" name=""/>
        <dsp:cNvSpPr/>
      </dsp:nvSpPr>
      <dsp:spPr>
        <a:xfrm rot="5400000">
          <a:off x="-134437" y="824115"/>
          <a:ext cx="896251" cy="627375"/>
        </a:xfrm>
        <a:prstGeom prst="chevron">
          <a:avLst/>
        </a:prstGeom>
        <a:solidFill>
          <a:srgbClr val="1C8BF5"/>
        </a:solidFill>
        <a:ln w="28575" cap="flat" cmpd="sng" algn="ctr">
          <a:solidFill>
            <a:srgbClr val="EBEBEB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lvl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ru-RU" sz="1700" kern="1200" dirty="0"/>
        </a:p>
      </dsp:txBody>
      <dsp:txXfrm rot="-5400000">
        <a:off x="2" y="1003365"/>
        <a:ext cx="627375" cy="268876"/>
      </dsp:txXfrm>
    </dsp:sp>
    <dsp:sp modelId="{1363078D-84ED-45E1-8FC9-AD5BA3FF4F50}">
      <dsp:nvSpPr>
        <dsp:cNvPr id="0" name=""/>
        <dsp:cNvSpPr/>
      </dsp:nvSpPr>
      <dsp:spPr>
        <a:xfrm rot="5400000">
          <a:off x="5887747" y="-4570693"/>
          <a:ext cx="582563" cy="11103306"/>
        </a:xfrm>
        <a:prstGeom prst="round2SameRect">
          <a:avLst/>
        </a:prstGeom>
        <a:solidFill>
          <a:srgbClr val="1C8BF5"/>
        </a:solidFill>
        <a:ln w="28575" cap="flat" cmpd="sng" algn="ctr">
          <a:solidFill>
            <a:srgbClr val="EBEBEB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1430" rIns="11430" bIns="11430" numCol="1" spcCol="1270" anchor="ctr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ru-RU" sz="1800" b="0" i="1" kern="1200" dirty="0" smtClean="0">
              <a:solidFill>
                <a:schemeClr val="bg1"/>
              </a:solidFill>
            </a:rPr>
            <a:t>SkillSpace — это живой пример современной образовательной среды.  </a:t>
          </a:r>
          <a:endParaRPr lang="ru-RU" sz="1800" kern="1200" dirty="0">
            <a:solidFill>
              <a:schemeClr val="bg1"/>
            </a:solidFill>
          </a:endParaRPr>
        </a:p>
      </dsp:txBody>
      <dsp:txXfrm rot="-5400000">
        <a:off x="627376" y="718116"/>
        <a:ext cx="11074868" cy="525687"/>
      </dsp:txXfrm>
    </dsp:sp>
    <dsp:sp modelId="{88BFAC16-D3F8-4BC5-B2FF-FEA86F7E6D7C}">
      <dsp:nvSpPr>
        <dsp:cNvPr id="0" name=""/>
        <dsp:cNvSpPr/>
      </dsp:nvSpPr>
      <dsp:spPr>
        <a:xfrm rot="5400000">
          <a:off x="-134437" y="1509024"/>
          <a:ext cx="896251" cy="627375"/>
        </a:xfrm>
        <a:prstGeom prst="chevron">
          <a:avLst/>
        </a:prstGeom>
        <a:solidFill>
          <a:srgbClr val="1F2534"/>
        </a:solidFill>
        <a:ln w="28575" cap="flat" cmpd="sng" algn="ctr">
          <a:solidFill>
            <a:srgbClr val="EBEBEB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lvl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ru-RU" sz="1700" kern="1200" dirty="0"/>
        </a:p>
      </dsp:txBody>
      <dsp:txXfrm rot="-5400000">
        <a:off x="2" y="1688274"/>
        <a:ext cx="627375" cy="268876"/>
      </dsp:txXfrm>
    </dsp:sp>
    <dsp:sp modelId="{BA088A43-64E8-47A1-A739-E5F6EB2816BE}">
      <dsp:nvSpPr>
        <dsp:cNvPr id="0" name=""/>
        <dsp:cNvSpPr/>
      </dsp:nvSpPr>
      <dsp:spPr>
        <a:xfrm rot="5400000">
          <a:off x="5887747" y="-3885785"/>
          <a:ext cx="582563" cy="11103306"/>
        </a:xfrm>
        <a:prstGeom prst="round2SameRect">
          <a:avLst/>
        </a:prstGeom>
        <a:solidFill>
          <a:srgbClr val="1F2534"/>
        </a:solidFill>
        <a:ln w="28575" cap="flat" cmpd="sng" algn="ctr">
          <a:solidFill>
            <a:srgbClr val="EBEBEB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1430" rIns="11430" bIns="11430" numCol="1" spcCol="1270" anchor="ctr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ru-RU" sz="1800" b="0" i="1" kern="1200" dirty="0" smtClean="0">
              <a:solidFill>
                <a:schemeClr val="bg1"/>
              </a:solidFill>
            </a:rPr>
            <a:t>Открытая, гибкая, нацеленная на развитие — мне повезло пройти стажировку именно здесь.</a:t>
          </a:r>
          <a:endParaRPr lang="ru-RU" sz="1800" kern="1200" dirty="0">
            <a:solidFill>
              <a:schemeClr val="bg1"/>
            </a:solidFill>
          </a:endParaRPr>
        </a:p>
      </dsp:txBody>
      <dsp:txXfrm rot="-5400000">
        <a:off x="627376" y="1403024"/>
        <a:ext cx="11074868" cy="525687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6341923-7064-4344-8CC0-51EDC480640D}">
      <dsp:nvSpPr>
        <dsp:cNvPr id="0" name=""/>
        <dsp:cNvSpPr/>
      </dsp:nvSpPr>
      <dsp:spPr>
        <a:xfrm rot="5400000">
          <a:off x="-135458" y="136684"/>
          <a:ext cx="903054" cy="632138"/>
        </a:xfrm>
        <a:prstGeom prst="chevron">
          <a:avLst/>
        </a:prstGeom>
        <a:solidFill>
          <a:srgbClr val="1F2534"/>
        </a:solidFill>
        <a:ln w="28575" cap="flat" cmpd="sng" algn="ctr">
          <a:solidFill>
            <a:srgbClr val="EBEBEB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lvl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ru-RU" sz="1700" kern="1200" dirty="0"/>
        </a:p>
      </dsp:txBody>
      <dsp:txXfrm rot="-5400000">
        <a:off x="0" y="317295"/>
        <a:ext cx="632138" cy="270916"/>
      </dsp:txXfrm>
    </dsp:sp>
    <dsp:sp modelId="{372E2EA6-9085-4392-8BCB-F3C426D3D6D2}">
      <dsp:nvSpPr>
        <dsp:cNvPr id="0" name=""/>
        <dsp:cNvSpPr/>
      </dsp:nvSpPr>
      <dsp:spPr>
        <a:xfrm rot="5400000">
          <a:off x="5887917" y="-5254553"/>
          <a:ext cx="586985" cy="11098543"/>
        </a:xfrm>
        <a:prstGeom prst="round2SameRect">
          <a:avLst/>
        </a:prstGeom>
        <a:solidFill>
          <a:srgbClr val="1F2534"/>
        </a:solidFill>
        <a:ln w="28575" cap="flat" cmpd="sng" algn="ctr">
          <a:solidFill>
            <a:srgbClr val="EBEBEB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1430" rIns="11430" bIns="11430" numCol="1" spcCol="1270" anchor="ctr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ru-RU" sz="1800" b="0" i="1" kern="1200" dirty="0" smtClean="0">
              <a:solidFill>
                <a:schemeClr val="bg1"/>
              </a:solidFill>
            </a:rPr>
            <a:t>Мы выпустили обновлённое </a:t>
          </a:r>
          <a:r>
            <a:rPr lang="ru-RU" sz="1800" b="0" i="1" kern="1200" dirty="0" err="1" smtClean="0">
              <a:solidFill>
                <a:schemeClr val="bg1"/>
              </a:solidFill>
            </a:rPr>
            <a:t>iOS</a:t>
          </a:r>
          <a:r>
            <a:rPr lang="ru-RU" sz="1800" b="0" i="1" kern="1200" dirty="0" smtClean="0">
              <a:solidFill>
                <a:schemeClr val="bg1"/>
              </a:solidFill>
            </a:rPr>
            <a:t>-приложение, улучшили раздел "Проверка заданий" и обновили интерфейс кабинета ученика.</a:t>
          </a:r>
          <a:r>
            <a:rPr lang="ru-RU" sz="1800" b="0" i="1" kern="1200" dirty="0" smtClean="0"/>
            <a:t> </a:t>
          </a:r>
          <a:endParaRPr lang="ru-RU" sz="1800" kern="1200" dirty="0"/>
        </a:p>
      </dsp:txBody>
      <dsp:txXfrm rot="-5400000">
        <a:off x="632138" y="29880"/>
        <a:ext cx="11069889" cy="529677"/>
      </dsp:txXfrm>
    </dsp:sp>
    <dsp:sp modelId="{3FAEE70D-4A4F-4C1A-A0C5-B19BC6A86E51}">
      <dsp:nvSpPr>
        <dsp:cNvPr id="0" name=""/>
        <dsp:cNvSpPr/>
      </dsp:nvSpPr>
      <dsp:spPr>
        <a:xfrm rot="5400000">
          <a:off x="-135458" y="828396"/>
          <a:ext cx="903054" cy="632138"/>
        </a:xfrm>
        <a:prstGeom prst="chevron">
          <a:avLst/>
        </a:prstGeom>
        <a:solidFill>
          <a:srgbClr val="1C8BF5"/>
        </a:solidFill>
        <a:ln w="28575" cap="flat" cmpd="sng" algn="ctr">
          <a:solidFill>
            <a:srgbClr val="EBEBEB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lvl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ru-RU" sz="1700" kern="1200" dirty="0"/>
        </a:p>
      </dsp:txBody>
      <dsp:txXfrm rot="-5400000">
        <a:off x="0" y="1009007"/>
        <a:ext cx="632138" cy="270916"/>
      </dsp:txXfrm>
    </dsp:sp>
    <dsp:sp modelId="{1363078D-84ED-45E1-8FC9-AD5BA3FF4F50}">
      <dsp:nvSpPr>
        <dsp:cNvPr id="0" name=""/>
        <dsp:cNvSpPr/>
      </dsp:nvSpPr>
      <dsp:spPr>
        <a:xfrm rot="5400000">
          <a:off x="5887917" y="-4562840"/>
          <a:ext cx="586985" cy="11098543"/>
        </a:xfrm>
        <a:prstGeom prst="round2SameRect">
          <a:avLst/>
        </a:prstGeom>
        <a:solidFill>
          <a:srgbClr val="1C8BF5"/>
        </a:solidFill>
        <a:ln w="28575" cap="flat" cmpd="sng" algn="ctr">
          <a:solidFill>
            <a:srgbClr val="EBEBEB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1430" rIns="11430" bIns="11430" numCol="1" spcCol="1270" anchor="ctr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ru-RU" sz="1800" b="0" i="1" kern="1200" dirty="0" smtClean="0">
              <a:solidFill>
                <a:schemeClr val="bg1"/>
              </a:solidFill>
            </a:rPr>
            <a:t>В "Проверке заданий" появились: статус "Принято" по умолчанию, </a:t>
          </a:r>
          <a:r>
            <a:rPr lang="ru-RU" sz="1800" b="0" i="1" kern="1200" dirty="0" err="1" smtClean="0">
              <a:solidFill>
                <a:schemeClr val="bg1"/>
              </a:solidFill>
            </a:rPr>
            <a:t>автоподстановка</a:t>
          </a:r>
          <a:r>
            <a:rPr lang="ru-RU" sz="1800" b="0" i="1" kern="1200" dirty="0" smtClean="0">
              <a:solidFill>
                <a:schemeClr val="bg1"/>
              </a:solidFill>
            </a:rPr>
            <a:t> баллов, отображение последнего ответа ученика и полноэкранный режим.</a:t>
          </a:r>
          <a:endParaRPr lang="ru-RU" sz="1800" kern="1200" dirty="0">
            <a:solidFill>
              <a:schemeClr val="bg1"/>
            </a:solidFill>
          </a:endParaRPr>
        </a:p>
      </dsp:txBody>
      <dsp:txXfrm rot="-5400000">
        <a:off x="632138" y="721593"/>
        <a:ext cx="11069889" cy="529677"/>
      </dsp:txXfrm>
    </dsp:sp>
    <dsp:sp modelId="{88BFAC16-D3F8-4BC5-B2FF-FEA86F7E6D7C}">
      <dsp:nvSpPr>
        <dsp:cNvPr id="0" name=""/>
        <dsp:cNvSpPr/>
      </dsp:nvSpPr>
      <dsp:spPr>
        <a:xfrm rot="5400000">
          <a:off x="-135458" y="1520108"/>
          <a:ext cx="903054" cy="632138"/>
        </a:xfrm>
        <a:prstGeom prst="chevron">
          <a:avLst/>
        </a:prstGeom>
        <a:solidFill>
          <a:srgbClr val="1F2534"/>
        </a:solidFill>
        <a:ln w="28575" cap="flat" cmpd="sng" algn="ctr">
          <a:solidFill>
            <a:srgbClr val="EBEBEB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lvl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ru-RU" sz="1700" kern="1200" dirty="0"/>
        </a:p>
      </dsp:txBody>
      <dsp:txXfrm rot="-5400000">
        <a:off x="0" y="1700719"/>
        <a:ext cx="632138" cy="270916"/>
      </dsp:txXfrm>
    </dsp:sp>
    <dsp:sp modelId="{BA088A43-64E8-47A1-A739-E5F6EB2816BE}">
      <dsp:nvSpPr>
        <dsp:cNvPr id="0" name=""/>
        <dsp:cNvSpPr/>
      </dsp:nvSpPr>
      <dsp:spPr>
        <a:xfrm rot="5400000">
          <a:off x="5887917" y="-3871128"/>
          <a:ext cx="586985" cy="11098543"/>
        </a:xfrm>
        <a:prstGeom prst="round2SameRect">
          <a:avLst/>
        </a:prstGeom>
        <a:solidFill>
          <a:srgbClr val="1F2534"/>
        </a:solidFill>
        <a:ln w="28575" cap="flat" cmpd="sng" algn="ctr">
          <a:solidFill>
            <a:srgbClr val="EBEBEB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1430" rIns="11430" bIns="11430" numCol="1" spcCol="1270" anchor="ctr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ru-RU" sz="1800" b="0" i="1" kern="1200" dirty="0" smtClean="0">
              <a:solidFill>
                <a:schemeClr val="bg1"/>
              </a:solidFill>
            </a:rPr>
            <a:t>Все эти изменения требовали тщательного ручного тестирования, и я принимала в этом непосредственное участие.</a:t>
          </a:r>
          <a:endParaRPr lang="ru-RU" sz="1800" kern="1200" dirty="0">
            <a:solidFill>
              <a:schemeClr val="bg1"/>
            </a:solidFill>
          </a:endParaRPr>
        </a:p>
      </dsp:txBody>
      <dsp:txXfrm rot="-5400000">
        <a:off x="632138" y="1413305"/>
        <a:ext cx="11069889" cy="529677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6341923-7064-4344-8CC0-51EDC480640D}">
      <dsp:nvSpPr>
        <dsp:cNvPr id="0" name=""/>
        <dsp:cNvSpPr/>
      </dsp:nvSpPr>
      <dsp:spPr>
        <a:xfrm rot="5400000">
          <a:off x="-133269" y="135399"/>
          <a:ext cx="888461" cy="621923"/>
        </a:xfrm>
        <a:prstGeom prst="chevron">
          <a:avLst/>
        </a:prstGeom>
        <a:solidFill>
          <a:srgbClr val="1F2534"/>
        </a:solidFill>
        <a:ln w="28575" cap="flat" cmpd="sng" algn="ctr">
          <a:solidFill>
            <a:srgbClr val="EBEBEB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lvl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ru-RU" sz="1700" kern="1200" dirty="0"/>
        </a:p>
      </dsp:txBody>
      <dsp:txXfrm rot="-5400000">
        <a:off x="1" y="313092"/>
        <a:ext cx="621923" cy="266538"/>
      </dsp:txXfrm>
    </dsp:sp>
    <dsp:sp modelId="{372E2EA6-9085-4392-8BCB-F3C426D3D6D2}">
      <dsp:nvSpPr>
        <dsp:cNvPr id="0" name=""/>
        <dsp:cNvSpPr/>
      </dsp:nvSpPr>
      <dsp:spPr>
        <a:xfrm rot="5400000">
          <a:off x="5887552" y="-5263499"/>
          <a:ext cx="577500" cy="11108758"/>
        </a:xfrm>
        <a:prstGeom prst="round2SameRect">
          <a:avLst/>
        </a:prstGeom>
        <a:solidFill>
          <a:srgbClr val="1F2534"/>
        </a:solidFill>
        <a:ln w="28575" cap="flat" cmpd="sng" algn="ctr">
          <a:solidFill>
            <a:srgbClr val="EBEBEB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1430" rIns="11430" bIns="11430" numCol="1" spcCol="1270" anchor="ctr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ru-RU" sz="1800" b="0" i="1" kern="1200" dirty="0" smtClean="0">
              <a:solidFill>
                <a:schemeClr val="bg1"/>
              </a:solidFill>
            </a:rPr>
            <a:t>Я работала в отделе тестирования — это небольшая, но очень эффективная QA-команда из двух опытных </a:t>
          </a:r>
          <a:r>
            <a:rPr lang="ru-RU" sz="1800" b="0" i="1" kern="1200" dirty="0" err="1" smtClean="0">
              <a:solidFill>
                <a:schemeClr val="bg1"/>
              </a:solidFill>
            </a:rPr>
            <a:t>тестировщиков</a:t>
          </a:r>
          <a:r>
            <a:rPr lang="ru-RU" sz="1800" b="0" i="1" kern="1200" dirty="0" smtClean="0">
              <a:solidFill>
                <a:schemeClr val="bg1"/>
              </a:solidFill>
            </a:rPr>
            <a:t> и меня, стажёра.</a:t>
          </a:r>
          <a:endParaRPr lang="ru-RU" sz="1800" kern="1200" dirty="0"/>
        </a:p>
      </dsp:txBody>
      <dsp:txXfrm rot="-5400000">
        <a:off x="621924" y="30320"/>
        <a:ext cx="11080567" cy="521118"/>
      </dsp:txXfrm>
    </dsp:sp>
    <dsp:sp modelId="{3FAEE70D-4A4F-4C1A-A0C5-B19BC6A86E51}">
      <dsp:nvSpPr>
        <dsp:cNvPr id="0" name=""/>
        <dsp:cNvSpPr/>
      </dsp:nvSpPr>
      <dsp:spPr>
        <a:xfrm rot="5400000">
          <a:off x="-133269" y="811941"/>
          <a:ext cx="888461" cy="621923"/>
        </a:xfrm>
        <a:prstGeom prst="chevron">
          <a:avLst/>
        </a:prstGeom>
        <a:solidFill>
          <a:srgbClr val="2BD4B6"/>
        </a:solidFill>
        <a:ln w="28575" cap="flat" cmpd="sng" algn="ctr">
          <a:solidFill>
            <a:srgbClr val="EBEBEB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lvl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ru-RU" sz="1700" kern="1200" dirty="0"/>
        </a:p>
      </dsp:txBody>
      <dsp:txXfrm rot="-5400000">
        <a:off x="1" y="989634"/>
        <a:ext cx="621923" cy="266538"/>
      </dsp:txXfrm>
    </dsp:sp>
    <dsp:sp modelId="{1363078D-84ED-45E1-8FC9-AD5BA3FF4F50}">
      <dsp:nvSpPr>
        <dsp:cNvPr id="0" name=""/>
        <dsp:cNvSpPr/>
      </dsp:nvSpPr>
      <dsp:spPr>
        <a:xfrm rot="5400000">
          <a:off x="5887552" y="-4586957"/>
          <a:ext cx="577500" cy="11108758"/>
        </a:xfrm>
        <a:prstGeom prst="round2SameRect">
          <a:avLst/>
        </a:prstGeom>
        <a:solidFill>
          <a:srgbClr val="2BD4B6"/>
        </a:solidFill>
        <a:ln w="28575" cap="flat" cmpd="sng" algn="ctr">
          <a:solidFill>
            <a:srgbClr val="EBEBEB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1430" rIns="11430" bIns="11430" numCol="1" spcCol="1270" anchor="ctr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ru-RU" sz="1800" b="0" i="1" kern="1200" dirty="0" smtClean="0">
              <a:solidFill>
                <a:schemeClr val="bg1"/>
              </a:solidFill>
            </a:rPr>
            <a:t>Мои обязанности были напрямую связаны с теми крупными обновлениями, которые компания активно разрабатывала в период моей стажировки.</a:t>
          </a:r>
          <a:endParaRPr lang="ru-RU" sz="1800" kern="1200" dirty="0">
            <a:solidFill>
              <a:schemeClr val="bg1"/>
            </a:solidFill>
          </a:endParaRPr>
        </a:p>
      </dsp:txBody>
      <dsp:txXfrm rot="-5400000">
        <a:off x="621924" y="706862"/>
        <a:ext cx="11080567" cy="521118"/>
      </dsp:txXfrm>
    </dsp:sp>
    <dsp:sp modelId="{88BFAC16-D3F8-4BC5-B2FF-FEA86F7E6D7C}">
      <dsp:nvSpPr>
        <dsp:cNvPr id="0" name=""/>
        <dsp:cNvSpPr/>
      </dsp:nvSpPr>
      <dsp:spPr>
        <a:xfrm rot="5400000">
          <a:off x="-133269" y="1488483"/>
          <a:ext cx="888461" cy="621923"/>
        </a:xfrm>
        <a:prstGeom prst="chevron">
          <a:avLst/>
        </a:prstGeom>
        <a:solidFill>
          <a:srgbClr val="1F2534"/>
        </a:solidFill>
        <a:ln w="28575" cap="flat" cmpd="sng" algn="ctr">
          <a:solidFill>
            <a:srgbClr val="EBEBEB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lvl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ru-RU" sz="1700" kern="1200" dirty="0"/>
        </a:p>
      </dsp:txBody>
      <dsp:txXfrm rot="-5400000">
        <a:off x="1" y="1666176"/>
        <a:ext cx="621923" cy="266538"/>
      </dsp:txXfrm>
    </dsp:sp>
    <dsp:sp modelId="{BA088A43-64E8-47A1-A739-E5F6EB2816BE}">
      <dsp:nvSpPr>
        <dsp:cNvPr id="0" name=""/>
        <dsp:cNvSpPr/>
      </dsp:nvSpPr>
      <dsp:spPr>
        <a:xfrm rot="5400000">
          <a:off x="5887552" y="-3910415"/>
          <a:ext cx="577500" cy="11108758"/>
        </a:xfrm>
        <a:prstGeom prst="round2SameRect">
          <a:avLst/>
        </a:prstGeom>
        <a:solidFill>
          <a:srgbClr val="1F2534"/>
        </a:solidFill>
        <a:ln w="28575" cap="flat" cmpd="sng" algn="ctr">
          <a:solidFill>
            <a:srgbClr val="EBEBEB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1430" rIns="11430" bIns="11430" numCol="1" spcCol="1270" anchor="ctr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ru-RU" sz="1800" b="0" i="1" kern="1200" dirty="0" smtClean="0">
              <a:solidFill>
                <a:schemeClr val="bg1"/>
              </a:solidFill>
            </a:rPr>
            <a:t>Это позволило мне не просто учиться, а сразу вносить реальный вклад в качество продукта</a:t>
          </a:r>
          <a:r>
            <a:rPr lang="ru-RU" sz="1900" b="0" i="1" kern="1200" dirty="0" smtClean="0">
              <a:solidFill>
                <a:schemeClr val="bg1"/>
              </a:solidFill>
            </a:rPr>
            <a:t>.</a:t>
          </a:r>
          <a:endParaRPr lang="ru-RU" sz="1900" kern="1200" dirty="0">
            <a:solidFill>
              <a:schemeClr val="bg1"/>
            </a:solidFill>
          </a:endParaRPr>
        </a:p>
      </dsp:txBody>
      <dsp:txXfrm rot="-5400000">
        <a:off x="621924" y="1383404"/>
        <a:ext cx="11080567" cy="521118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6341923-7064-4344-8CC0-51EDC480640D}">
      <dsp:nvSpPr>
        <dsp:cNvPr id="0" name=""/>
        <dsp:cNvSpPr/>
      </dsp:nvSpPr>
      <dsp:spPr>
        <a:xfrm rot="5400000">
          <a:off x="-140834" y="142288"/>
          <a:ext cx="938897" cy="657228"/>
        </a:xfrm>
        <a:prstGeom prst="chevron">
          <a:avLst/>
        </a:prstGeom>
        <a:solidFill>
          <a:srgbClr val="1B1E53"/>
        </a:solidFill>
        <a:ln w="28575" cap="flat" cmpd="sng" algn="ctr">
          <a:solidFill>
            <a:srgbClr val="EBEBEB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ru-RU" sz="1800" kern="1200" dirty="0"/>
        </a:p>
      </dsp:txBody>
      <dsp:txXfrm rot="-5400000">
        <a:off x="1" y="330067"/>
        <a:ext cx="657228" cy="281669"/>
      </dsp:txXfrm>
    </dsp:sp>
    <dsp:sp modelId="{372E2EA6-9085-4392-8BCB-F3C426D3D6D2}">
      <dsp:nvSpPr>
        <dsp:cNvPr id="0" name=""/>
        <dsp:cNvSpPr/>
      </dsp:nvSpPr>
      <dsp:spPr>
        <a:xfrm rot="5400000">
          <a:off x="5888813" y="-5230131"/>
          <a:ext cx="610283" cy="11073453"/>
        </a:xfrm>
        <a:prstGeom prst="round2SameRect">
          <a:avLst/>
        </a:prstGeom>
        <a:solidFill>
          <a:srgbClr val="1B1E53"/>
        </a:solidFill>
        <a:ln w="28575" cap="flat" cmpd="sng" algn="ctr">
          <a:solidFill>
            <a:srgbClr val="EBEBEB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792" tIns="10160" rIns="10160" bIns="10160" numCol="1" spcCol="1270" anchor="ctr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ru-RU" sz="1600" b="0" i="1" kern="1200" dirty="0" smtClean="0">
              <a:solidFill>
                <a:schemeClr val="bg1"/>
              </a:solidFill>
            </a:rPr>
            <a:t>Команда работала по методологии </a:t>
          </a:r>
          <a:r>
            <a:rPr lang="ru-RU" sz="1600" b="0" i="1" kern="1200" dirty="0" err="1" smtClean="0">
              <a:solidFill>
                <a:schemeClr val="bg1"/>
              </a:solidFill>
            </a:rPr>
            <a:t>Scrum</a:t>
          </a:r>
          <a:r>
            <a:rPr lang="ru-RU" sz="1600" b="0" i="1" kern="1200" dirty="0" smtClean="0">
              <a:solidFill>
                <a:schemeClr val="bg1"/>
              </a:solidFill>
            </a:rPr>
            <a:t> короткими двухнедельными спринтами. Процессы (тесты, баги, релизы) привязаны к этим спринтам.</a:t>
          </a:r>
          <a:r>
            <a:rPr lang="ru-RU" sz="1600" b="0" i="1" kern="1200" dirty="0" smtClean="0"/>
            <a:t> </a:t>
          </a:r>
          <a:endParaRPr lang="ru-RU" sz="1600" kern="1200" dirty="0"/>
        </a:p>
      </dsp:txBody>
      <dsp:txXfrm rot="-5400000">
        <a:off x="657228" y="31246"/>
        <a:ext cx="11043661" cy="550699"/>
      </dsp:txXfrm>
    </dsp:sp>
    <dsp:sp modelId="{3FAEE70D-4A4F-4C1A-A0C5-B19BC6A86E51}">
      <dsp:nvSpPr>
        <dsp:cNvPr id="0" name=""/>
        <dsp:cNvSpPr/>
      </dsp:nvSpPr>
      <dsp:spPr>
        <a:xfrm rot="5400000">
          <a:off x="-140834" y="871673"/>
          <a:ext cx="938897" cy="657228"/>
        </a:xfrm>
        <a:prstGeom prst="chevron">
          <a:avLst/>
        </a:prstGeom>
        <a:solidFill>
          <a:srgbClr val="141822"/>
        </a:solidFill>
        <a:ln w="28575" cap="flat" cmpd="sng" algn="ctr">
          <a:solidFill>
            <a:srgbClr val="EBEBEB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ru-RU" sz="1800" kern="1200" dirty="0"/>
        </a:p>
      </dsp:txBody>
      <dsp:txXfrm rot="-5400000">
        <a:off x="1" y="1059452"/>
        <a:ext cx="657228" cy="281669"/>
      </dsp:txXfrm>
    </dsp:sp>
    <dsp:sp modelId="{1363078D-84ED-45E1-8FC9-AD5BA3FF4F50}">
      <dsp:nvSpPr>
        <dsp:cNvPr id="0" name=""/>
        <dsp:cNvSpPr/>
      </dsp:nvSpPr>
      <dsp:spPr>
        <a:xfrm rot="5400000">
          <a:off x="5888813" y="-4500745"/>
          <a:ext cx="610283" cy="11073453"/>
        </a:xfrm>
        <a:prstGeom prst="round2SameRect">
          <a:avLst/>
        </a:prstGeom>
        <a:solidFill>
          <a:srgbClr val="141822"/>
        </a:solidFill>
        <a:ln w="28575" cap="flat" cmpd="sng" algn="ctr">
          <a:solidFill>
            <a:srgbClr val="EBEBEB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792" tIns="10160" rIns="10160" bIns="10160" numCol="1" spcCol="1270" anchor="ctr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ru-RU" sz="1600" b="0" i="1" kern="1200" dirty="0" smtClean="0">
              <a:solidFill>
                <a:schemeClr val="bg1"/>
              </a:solidFill>
            </a:rPr>
            <a:t> В начале каждого спринта мы планировали задачи, а в конце — демонстрировали готовый функционал. Такой подход позволял быстро получать обратную связь и оперативно вносить правки.</a:t>
          </a:r>
          <a:endParaRPr lang="ru-RU" sz="1600" kern="1200" dirty="0">
            <a:solidFill>
              <a:schemeClr val="bg1"/>
            </a:solidFill>
          </a:endParaRPr>
        </a:p>
      </dsp:txBody>
      <dsp:txXfrm rot="-5400000">
        <a:off x="657228" y="760632"/>
        <a:ext cx="11043661" cy="550699"/>
      </dsp:txXfrm>
    </dsp:sp>
    <dsp:sp modelId="{88BFAC16-D3F8-4BC5-B2FF-FEA86F7E6D7C}">
      <dsp:nvSpPr>
        <dsp:cNvPr id="0" name=""/>
        <dsp:cNvSpPr/>
      </dsp:nvSpPr>
      <dsp:spPr>
        <a:xfrm rot="5400000">
          <a:off x="-140834" y="1601059"/>
          <a:ext cx="938897" cy="657228"/>
        </a:xfrm>
        <a:prstGeom prst="chevron">
          <a:avLst/>
        </a:prstGeom>
        <a:solidFill>
          <a:srgbClr val="1B1E53"/>
        </a:solidFill>
        <a:ln w="28575" cap="flat" cmpd="sng" algn="ctr">
          <a:solidFill>
            <a:srgbClr val="EBEBEB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ru-RU" sz="1800" kern="1200" dirty="0"/>
        </a:p>
      </dsp:txBody>
      <dsp:txXfrm rot="-5400000">
        <a:off x="1" y="1788838"/>
        <a:ext cx="657228" cy="281669"/>
      </dsp:txXfrm>
    </dsp:sp>
    <dsp:sp modelId="{BA088A43-64E8-47A1-A739-E5F6EB2816BE}">
      <dsp:nvSpPr>
        <dsp:cNvPr id="0" name=""/>
        <dsp:cNvSpPr/>
      </dsp:nvSpPr>
      <dsp:spPr>
        <a:xfrm rot="5400000">
          <a:off x="5888813" y="-3771360"/>
          <a:ext cx="610283" cy="11073453"/>
        </a:xfrm>
        <a:prstGeom prst="round2SameRect">
          <a:avLst/>
        </a:prstGeom>
        <a:solidFill>
          <a:srgbClr val="1B1E53"/>
        </a:solidFill>
        <a:ln w="28575" cap="flat" cmpd="sng" algn="ctr">
          <a:solidFill>
            <a:srgbClr val="EBEBEB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792" tIns="10160" rIns="10160" bIns="10160" numCol="1" spcCol="1270" anchor="ctr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ru-RU" sz="1600" b="0" i="1" kern="1200" dirty="0" smtClean="0">
              <a:solidFill>
                <a:schemeClr val="bg1"/>
              </a:solidFill>
            </a:rPr>
            <a:t>Работа в </a:t>
          </a:r>
          <a:r>
            <a:rPr lang="ru-RU" sz="1600" b="0" i="1" kern="1200" dirty="0" err="1" smtClean="0">
              <a:solidFill>
                <a:schemeClr val="bg1"/>
              </a:solidFill>
            </a:rPr>
            <a:t>Scrum</a:t>
          </a:r>
          <a:r>
            <a:rPr lang="ru-RU" sz="1600" b="0" i="1" kern="1200" dirty="0" smtClean="0">
              <a:solidFill>
                <a:schemeClr val="bg1"/>
              </a:solidFill>
            </a:rPr>
            <a:t> и использование современных инструментов позволили мне быстро влиться в команду и эффективно тестировать даже сложные функции, такие как новые мобильные версии разделов и обновления интерфейсов.</a:t>
          </a:r>
          <a:endParaRPr lang="ru-RU" sz="1600" kern="1200" dirty="0">
            <a:solidFill>
              <a:schemeClr val="bg1"/>
            </a:solidFill>
          </a:endParaRPr>
        </a:p>
      </dsp:txBody>
      <dsp:txXfrm rot="-5400000">
        <a:off x="657228" y="1490017"/>
        <a:ext cx="11043661" cy="550699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6341923-7064-4344-8CC0-51EDC480640D}">
      <dsp:nvSpPr>
        <dsp:cNvPr id="0" name=""/>
        <dsp:cNvSpPr/>
      </dsp:nvSpPr>
      <dsp:spPr>
        <a:xfrm rot="5400000">
          <a:off x="-128316" y="128316"/>
          <a:ext cx="855443" cy="598810"/>
        </a:xfrm>
        <a:prstGeom prst="chevron">
          <a:avLst/>
        </a:prstGeom>
        <a:gradFill flip="none" rotWithShape="0">
          <a:gsLst>
            <a:gs pos="0">
              <a:srgbClr val="1D969C">
                <a:shade val="30000"/>
                <a:satMod val="115000"/>
              </a:srgbClr>
            </a:gs>
            <a:gs pos="50000">
              <a:srgbClr val="1D969C">
                <a:shade val="67500"/>
                <a:satMod val="115000"/>
              </a:srgbClr>
            </a:gs>
            <a:gs pos="100000">
              <a:srgbClr val="1D969C">
                <a:shade val="100000"/>
                <a:satMod val="115000"/>
              </a:srgbClr>
            </a:gs>
          </a:gsLst>
          <a:lin ang="13500000" scaled="1"/>
          <a:tileRect/>
        </a:gradFill>
        <a:ln w="28575" cap="flat" cmpd="sng" algn="ctr">
          <a:solidFill>
            <a:srgbClr val="EBEBEB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ru-RU" sz="1600" kern="1200" dirty="0"/>
        </a:p>
      </dsp:txBody>
      <dsp:txXfrm rot="-5400000">
        <a:off x="1" y="299404"/>
        <a:ext cx="598810" cy="256633"/>
      </dsp:txXfrm>
    </dsp:sp>
    <dsp:sp modelId="{372E2EA6-9085-4392-8BCB-F3C426D3D6D2}">
      <dsp:nvSpPr>
        <dsp:cNvPr id="0" name=""/>
        <dsp:cNvSpPr/>
      </dsp:nvSpPr>
      <dsp:spPr>
        <a:xfrm rot="5400000">
          <a:off x="1636770" y="-1037960"/>
          <a:ext cx="556037" cy="2631958"/>
        </a:xfrm>
        <a:prstGeom prst="round2SameRect">
          <a:avLst/>
        </a:prstGeom>
        <a:gradFill flip="none" rotWithShape="0">
          <a:gsLst>
            <a:gs pos="0">
              <a:srgbClr val="1D969C">
                <a:shade val="30000"/>
                <a:satMod val="115000"/>
              </a:srgbClr>
            </a:gs>
            <a:gs pos="50000">
              <a:srgbClr val="1D969C">
                <a:shade val="67500"/>
                <a:satMod val="115000"/>
              </a:srgbClr>
            </a:gs>
            <a:gs pos="100000">
              <a:srgbClr val="1D969C">
                <a:shade val="100000"/>
                <a:satMod val="115000"/>
              </a:srgbClr>
            </a:gs>
          </a:gsLst>
          <a:lin ang="13500000" scaled="1"/>
          <a:tileRect/>
        </a:gradFill>
        <a:ln w="28575" cap="flat" cmpd="sng" algn="ctr">
          <a:solidFill>
            <a:srgbClr val="EBEBEB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792" tIns="10160" rIns="10160" bIns="10160" numCol="1" spcCol="1270" anchor="ctr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ru-RU" sz="1600" b="1" i="1" kern="1200" dirty="0" smtClean="0">
              <a:solidFill>
                <a:srgbClr val="E54397"/>
              </a:solidFill>
              <a:latin typeface="Arial Black" panose="020B0A04020102020204" pitchFamily="34" charset="0"/>
            </a:rPr>
            <a:t>Любимая</a:t>
          </a:r>
          <a:endParaRPr lang="ru-RU" sz="1600" kern="1200" dirty="0">
            <a:latin typeface="Arial Black" panose="020B0A04020102020204" pitchFamily="34" charset="0"/>
          </a:endParaRPr>
        </a:p>
      </dsp:txBody>
      <dsp:txXfrm rot="-5400000">
        <a:off x="598810" y="27143"/>
        <a:ext cx="2604815" cy="501751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6341923-7064-4344-8CC0-51EDC480640D}">
      <dsp:nvSpPr>
        <dsp:cNvPr id="0" name=""/>
        <dsp:cNvSpPr/>
      </dsp:nvSpPr>
      <dsp:spPr>
        <a:xfrm rot="5400000">
          <a:off x="-131334" y="131334"/>
          <a:ext cx="875565" cy="612895"/>
        </a:xfrm>
        <a:prstGeom prst="chevron">
          <a:avLst/>
        </a:prstGeom>
        <a:solidFill>
          <a:srgbClr val="1D969C"/>
        </a:solidFill>
        <a:ln w="15875" cap="flat" cmpd="sng" algn="ctr">
          <a:solidFill>
            <a:srgbClr val="D6ABEB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lvl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ru-RU" sz="1700" kern="1200" dirty="0"/>
        </a:p>
      </dsp:txBody>
      <dsp:txXfrm rot="-5400000">
        <a:off x="2" y="306447"/>
        <a:ext cx="612895" cy="262670"/>
      </dsp:txXfrm>
    </dsp:sp>
    <dsp:sp modelId="{372E2EA6-9085-4392-8BCB-F3C426D3D6D2}">
      <dsp:nvSpPr>
        <dsp:cNvPr id="0" name=""/>
        <dsp:cNvSpPr/>
      </dsp:nvSpPr>
      <dsp:spPr>
        <a:xfrm rot="5400000">
          <a:off x="1637273" y="-1024378"/>
          <a:ext cx="569117" cy="2617873"/>
        </a:xfrm>
        <a:prstGeom prst="round2SameRect">
          <a:avLst/>
        </a:prstGeom>
        <a:solidFill>
          <a:srgbClr val="1D969C"/>
        </a:solidFill>
        <a:ln w="15875" cap="flat" cmpd="sng" algn="ctr">
          <a:solidFill>
            <a:srgbClr val="B794CB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9525" rIns="9525" bIns="9525" numCol="1" spcCol="1270" anchor="ctr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ru-RU" sz="1500" b="0" i="1" kern="1200" dirty="0" smtClean="0">
              <a:solidFill>
                <a:srgbClr val="1B1E53"/>
              </a:solidFill>
              <a:latin typeface="Arial Black" panose="020B0A04020102020204" pitchFamily="34" charset="0"/>
            </a:rPr>
            <a:t>Наименее любимая:</a:t>
          </a:r>
          <a:endParaRPr lang="ru-RU" sz="1500" kern="1200" dirty="0">
            <a:solidFill>
              <a:srgbClr val="1B1E53"/>
            </a:solidFill>
            <a:latin typeface="Arial Black" panose="020B0A04020102020204" pitchFamily="34" charset="0"/>
          </a:endParaRPr>
        </a:p>
      </dsp:txBody>
      <dsp:txXfrm rot="-5400000">
        <a:off x="612895" y="27782"/>
        <a:ext cx="2590091" cy="513553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6341923-7064-4344-8CC0-51EDC480640D}">
      <dsp:nvSpPr>
        <dsp:cNvPr id="0" name=""/>
        <dsp:cNvSpPr/>
      </dsp:nvSpPr>
      <dsp:spPr>
        <a:xfrm rot="5400000">
          <a:off x="-140834" y="142288"/>
          <a:ext cx="938897" cy="657228"/>
        </a:xfrm>
        <a:prstGeom prst="chevron">
          <a:avLst/>
        </a:prstGeom>
        <a:solidFill>
          <a:srgbClr val="316D6F"/>
        </a:solidFill>
        <a:ln w="28575" cap="flat" cmpd="sng" algn="ctr">
          <a:solidFill>
            <a:srgbClr val="EBEBEB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ru-RU" sz="1800" kern="1200" dirty="0"/>
        </a:p>
      </dsp:txBody>
      <dsp:txXfrm rot="-5400000">
        <a:off x="1" y="330067"/>
        <a:ext cx="657228" cy="281669"/>
      </dsp:txXfrm>
    </dsp:sp>
    <dsp:sp modelId="{372E2EA6-9085-4392-8BCB-F3C426D3D6D2}">
      <dsp:nvSpPr>
        <dsp:cNvPr id="0" name=""/>
        <dsp:cNvSpPr/>
      </dsp:nvSpPr>
      <dsp:spPr>
        <a:xfrm rot="5400000">
          <a:off x="5888813" y="-5230131"/>
          <a:ext cx="610283" cy="11073453"/>
        </a:xfrm>
        <a:prstGeom prst="round2SameRect">
          <a:avLst/>
        </a:prstGeom>
        <a:solidFill>
          <a:srgbClr val="316D6F"/>
        </a:solidFill>
        <a:ln w="28575" cap="flat" cmpd="sng" algn="ctr">
          <a:solidFill>
            <a:srgbClr val="EBEBEB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1430" rIns="11430" bIns="11430" numCol="1" spcCol="1270" anchor="ctr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ru-RU" sz="1800" b="0" i="1" kern="1200" dirty="0" smtClean="0">
              <a:solidFill>
                <a:schemeClr val="bg1"/>
              </a:solidFill>
            </a:rPr>
            <a:t>За три месяца я получила 27 задач — тестирование новых </a:t>
          </a:r>
          <a:r>
            <a:rPr lang="ru-RU" sz="1800" b="0" i="1" kern="1200" dirty="0" err="1" smtClean="0">
              <a:solidFill>
                <a:schemeClr val="bg1"/>
              </a:solidFill>
            </a:rPr>
            <a:t>фич</a:t>
          </a:r>
          <a:r>
            <a:rPr lang="ru-RU" sz="1800" b="0" i="1" kern="1200" dirty="0" smtClean="0">
              <a:solidFill>
                <a:schemeClr val="bg1"/>
              </a:solidFill>
            </a:rPr>
            <a:t>, регресс и написание документации. 25 из них успешно закрыты, две возвращались на доработку по обратной связи ментора.</a:t>
          </a:r>
          <a:r>
            <a:rPr lang="ru-RU" sz="1800" b="0" i="1" kern="1200" dirty="0" smtClean="0"/>
            <a:t> </a:t>
          </a:r>
          <a:endParaRPr lang="ru-RU" sz="1800" kern="1200" dirty="0"/>
        </a:p>
      </dsp:txBody>
      <dsp:txXfrm rot="-5400000">
        <a:off x="657228" y="31246"/>
        <a:ext cx="11043661" cy="550699"/>
      </dsp:txXfrm>
    </dsp:sp>
    <dsp:sp modelId="{3FAEE70D-4A4F-4C1A-A0C5-B19BC6A86E51}">
      <dsp:nvSpPr>
        <dsp:cNvPr id="0" name=""/>
        <dsp:cNvSpPr/>
      </dsp:nvSpPr>
      <dsp:spPr>
        <a:xfrm rot="5400000">
          <a:off x="-140834" y="871673"/>
          <a:ext cx="938897" cy="657228"/>
        </a:xfrm>
        <a:prstGeom prst="chevron">
          <a:avLst/>
        </a:prstGeom>
        <a:solidFill>
          <a:srgbClr val="141822"/>
        </a:solidFill>
        <a:ln w="28575" cap="flat" cmpd="sng" algn="ctr">
          <a:solidFill>
            <a:srgbClr val="EBEBEB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ru-RU" sz="1800" kern="1200" dirty="0"/>
        </a:p>
      </dsp:txBody>
      <dsp:txXfrm rot="-5400000">
        <a:off x="1" y="1059452"/>
        <a:ext cx="657228" cy="281669"/>
      </dsp:txXfrm>
    </dsp:sp>
    <dsp:sp modelId="{1363078D-84ED-45E1-8FC9-AD5BA3FF4F50}">
      <dsp:nvSpPr>
        <dsp:cNvPr id="0" name=""/>
        <dsp:cNvSpPr/>
      </dsp:nvSpPr>
      <dsp:spPr>
        <a:xfrm rot="5400000">
          <a:off x="5888813" y="-4500745"/>
          <a:ext cx="610283" cy="11073453"/>
        </a:xfrm>
        <a:prstGeom prst="round2SameRect">
          <a:avLst/>
        </a:prstGeom>
        <a:solidFill>
          <a:srgbClr val="141822"/>
        </a:solidFill>
        <a:ln w="28575" cap="flat" cmpd="sng" algn="ctr">
          <a:solidFill>
            <a:srgbClr val="EBEBEB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1430" rIns="11430" bIns="11430" numCol="1" spcCol="1270" anchor="ctr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ru-RU" sz="1800" b="0" i="1" kern="1200" dirty="0" smtClean="0">
              <a:solidFill>
                <a:schemeClr val="bg1"/>
              </a:solidFill>
            </a:rPr>
            <a:t> Среднее время на задачу — около шести с половиной часов. Всего я оформила 31 баг-репорт и написала 42 тест-кейса. </a:t>
          </a:r>
          <a:endParaRPr lang="ru-RU" sz="1800" kern="1200" dirty="0">
            <a:solidFill>
              <a:schemeClr val="bg1"/>
            </a:solidFill>
          </a:endParaRPr>
        </a:p>
      </dsp:txBody>
      <dsp:txXfrm rot="-5400000">
        <a:off x="657228" y="760632"/>
        <a:ext cx="11043661" cy="550699"/>
      </dsp:txXfrm>
    </dsp:sp>
    <dsp:sp modelId="{88BFAC16-D3F8-4BC5-B2FF-FEA86F7E6D7C}">
      <dsp:nvSpPr>
        <dsp:cNvPr id="0" name=""/>
        <dsp:cNvSpPr/>
      </dsp:nvSpPr>
      <dsp:spPr>
        <a:xfrm rot="5400000">
          <a:off x="-140834" y="1601059"/>
          <a:ext cx="938897" cy="657228"/>
        </a:xfrm>
        <a:prstGeom prst="chevron">
          <a:avLst/>
        </a:prstGeom>
        <a:solidFill>
          <a:srgbClr val="316D6F"/>
        </a:solidFill>
        <a:ln w="28575" cap="flat" cmpd="sng" algn="ctr">
          <a:solidFill>
            <a:srgbClr val="EBEBEB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ru-RU" sz="1800" kern="1200" dirty="0"/>
        </a:p>
      </dsp:txBody>
      <dsp:txXfrm rot="-5400000">
        <a:off x="1" y="1788838"/>
        <a:ext cx="657228" cy="281669"/>
      </dsp:txXfrm>
    </dsp:sp>
    <dsp:sp modelId="{BA088A43-64E8-47A1-A739-E5F6EB2816BE}">
      <dsp:nvSpPr>
        <dsp:cNvPr id="0" name=""/>
        <dsp:cNvSpPr/>
      </dsp:nvSpPr>
      <dsp:spPr>
        <a:xfrm rot="5400000">
          <a:off x="5888813" y="-3771360"/>
          <a:ext cx="610283" cy="11073453"/>
        </a:xfrm>
        <a:prstGeom prst="round2SameRect">
          <a:avLst/>
        </a:prstGeom>
        <a:solidFill>
          <a:srgbClr val="316D6F"/>
        </a:solidFill>
        <a:ln w="28575" cap="flat" cmpd="sng" algn="ctr">
          <a:solidFill>
            <a:srgbClr val="EBEBEB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1430" rIns="11430" bIns="11430" numCol="1" spcCol="1270" anchor="ctr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ru-RU" sz="1800" b="0" i="1" kern="1200" dirty="0" smtClean="0">
              <a:solidFill>
                <a:schemeClr val="bg1"/>
              </a:solidFill>
            </a:rPr>
            <a:t>При моей 20-часовой рабочей неделе это комфортный темп, который позволял не гнаться за количеством, а вдумчиво разбираться в каждой задаче.</a:t>
          </a:r>
          <a:endParaRPr lang="ru-RU" sz="1800" kern="1200" dirty="0">
            <a:solidFill>
              <a:schemeClr val="bg1"/>
            </a:solidFill>
          </a:endParaRPr>
        </a:p>
      </dsp:txBody>
      <dsp:txXfrm rot="-5400000">
        <a:off x="657228" y="1490017"/>
        <a:ext cx="11043661" cy="550699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9186C69-6636-401A-9563-A5540A41F369}">
      <dsp:nvSpPr>
        <dsp:cNvPr id="0" name=""/>
        <dsp:cNvSpPr/>
      </dsp:nvSpPr>
      <dsp:spPr>
        <a:xfrm rot="5400000">
          <a:off x="2936284" y="130919"/>
          <a:ext cx="1379131" cy="1199844"/>
        </a:xfrm>
        <a:prstGeom prst="hexagon">
          <a:avLst>
            <a:gd name="adj" fmla="val 25000"/>
            <a:gd name="vf" fmla="val 115470"/>
          </a:avLst>
        </a:prstGeom>
        <a:solidFill>
          <a:srgbClr val="7C7B7A"/>
        </a:solidFill>
        <a:ln w="28575" cap="flat" cmpd="sng" algn="ctr">
          <a:solidFill>
            <a:srgbClr val="EBEBEB"/>
          </a:solidFill>
          <a:prstDash val="solid"/>
        </a:ln>
        <a:effectLst/>
        <a:scene3d>
          <a:camera prst="orthographicFront"/>
          <a:lightRig rig="threePt" dir="t"/>
        </a:scene3d>
        <a:sp3d>
          <a:bevelT w="165100" prst="coolSlant"/>
        </a:sp3d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lvl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200" b="1" i="0" kern="1200" dirty="0" smtClean="0">
              <a:solidFill>
                <a:srgbClr val="00B050"/>
              </a:solidFill>
              <a:latin typeface="+mj-lt"/>
            </a:rPr>
            <a:t>25</a:t>
          </a:r>
          <a:r>
            <a:rPr lang="ru-RU" sz="2200" b="0" i="0" kern="1200" dirty="0" smtClean="0">
              <a:latin typeface="+mj-lt"/>
            </a:rPr>
            <a:t> </a:t>
          </a:r>
          <a:r>
            <a:rPr lang="ru-RU" sz="1200" b="0" i="0" kern="1200" dirty="0" smtClean="0">
              <a:latin typeface="+mj-lt"/>
            </a:rPr>
            <a:t>Успешно</a:t>
          </a:r>
          <a:endParaRPr lang="ru-RU" sz="1200" b="0" kern="1200" dirty="0">
            <a:latin typeface="+mj-lt"/>
          </a:endParaRPr>
        </a:p>
      </dsp:txBody>
      <dsp:txXfrm rot="-5400000">
        <a:off x="3212903" y="256191"/>
        <a:ext cx="825892" cy="949301"/>
      </dsp:txXfrm>
    </dsp:sp>
    <dsp:sp modelId="{C48C0C6A-55C5-46F6-8737-B7E8B12CAC63}">
      <dsp:nvSpPr>
        <dsp:cNvPr id="0" name=""/>
        <dsp:cNvSpPr/>
      </dsp:nvSpPr>
      <dsp:spPr>
        <a:xfrm>
          <a:off x="4830200" y="278211"/>
          <a:ext cx="1539111" cy="827479"/>
        </a:xfrm>
        <a:prstGeom prst="rect">
          <a:avLst/>
        </a:prstGeom>
        <a:noFill/>
        <a:ln>
          <a:noFill/>
        </a:ln>
        <a:effectLst/>
        <a:scene3d>
          <a:camera prst="orthographicFront"/>
          <a:lightRig rig="threePt" dir="t"/>
        </a:scene3d>
        <a:sp3d>
          <a:bevelT w="165100" prst="coolSlant"/>
        </a:sp3d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97F267E-27E5-4B37-B157-79D909955215}">
      <dsp:nvSpPr>
        <dsp:cNvPr id="0" name=""/>
        <dsp:cNvSpPr/>
      </dsp:nvSpPr>
      <dsp:spPr>
        <a:xfrm rot="5400000">
          <a:off x="1646835" y="130919"/>
          <a:ext cx="1379131" cy="1199844"/>
        </a:xfrm>
        <a:prstGeom prst="hexagon">
          <a:avLst>
            <a:gd name="adj" fmla="val 25000"/>
            <a:gd name="vf" fmla="val 115470"/>
          </a:avLst>
        </a:prstGeom>
        <a:solidFill>
          <a:srgbClr val="1D979D"/>
        </a:solidFill>
        <a:ln w="28575" cap="flat" cmpd="sng" algn="ctr">
          <a:solidFill>
            <a:srgbClr val="EBEBEB"/>
          </a:solidFill>
          <a:prstDash val="solid"/>
        </a:ln>
        <a:effectLst/>
        <a:scene3d>
          <a:camera prst="orthographicFront"/>
          <a:lightRig rig="threePt" dir="t"/>
        </a:scene3d>
        <a:sp3d>
          <a:bevelT w="165100" prst="coolSlant"/>
        </a:sp3d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200" b="1" kern="1200" dirty="0" smtClean="0">
              <a:solidFill>
                <a:srgbClr val="C00000"/>
              </a:solidFill>
              <a:latin typeface="+mj-lt"/>
            </a:rPr>
            <a:t>27</a:t>
          </a:r>
          <a:r>
            <a:rPr lang="ru-RU" sz="2200" b="1" kern="1200" dirty="0" smtClean="0">
              <a:solidFill>
                <a:srgbClr val="C00000"/>
              </a:solidFill>
            </a:rPr>
            <a:t> </a:t>
          </a:r>
          <a:r>
            <a:rPr lang="ru-RU" sz="2200" kern="1200" dirty="0" smtClean="0">
              <a:latin typeface="+mj-lt"/>
            </a:rPr>
            <a:t>Всего задач</a:t>
          </a:r>
          <a:endParaRPr lang="ru-RU" sz="2200" kern="1200" dirty="0">
            <a:latin typeface="+mj-lt"/>
          </a:endParaRPr>
        </a:p>
      </dsp:txBody>
      <dsp:txXfrm rot="-5400000">
        <a:off x="1923454" y="256191"/>
        <a:ext cx="825892" cy="949301"/>
      </dsp:txXfrm>
    </dsp:sp>
    <dsp:sp modelId="{C206A153-8571-47D2-8414-85E98CE81B48}">
      <dsp:nvSpPr>
        <dsp:cNvPr id="0" name=""/>
        <dsp:cNvSpPr/>
      </dsp:nvSpPr>
      <dsp:spPr>
        <a:xfrm rot="5400000">
          <a:off x="4797485" y="1322131"/>
          <a:ext cx="1379131" cy="1199844"/>
        </a:xfrm>
        <a:prstGeom prst="hexagon">
          <a:avLst>
            <a:gd name="adj" fmla="val 25000"/>
            <a:gd name="vf" fmla="val 115470"/>
          </a:avLst>
        </a:prstGeom>
        <a:solidFill>
          <a:srgbClr val="93A998"/>
        </a:solidFill>
        <a:ln w="28575" cap="flat" cmpd="sng" algn="ctr">
          <a:solidFill>
            <a:srgbClr val="EBEBEB"/>
          </a:solidFill>
          <a:prstDash val="solid"/>
        </a:ln>
        <a:effectLst/>
        <a:scene3d>
          <a:camera prst="orthographicFront"/>
          <a:lightRig rig="threePt" dir="t"/>
        </a:scene3d>
        <a:sp3d>
          <a:bevelT w="165100" prst="coolSlant"/>
        </a:sp3d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lvl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200" b="1" i="0" kern="1200" dirty="0" smtClean="0">
              <a:solidFill>
                <a:srgbClr val="7030A0"/>
              </a:solidFill>
              <a:latin typeface="Arial Black" panose="020B0A04020102020204" pitchFamily="34" charset="0"/>
            </a:rPr>
            <a:t>42</a:t>
          </a:r>
        </a:p>
        <a:p>
          <a:pPr lvl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400" b="1" i="0" kern="1200" dirty="0" smtClean="0">
              <a:latin typeface="+mj-lt"/>
            </a:rPr>
            <a:t>Тест-кейса</a:t>
          </a:r>
        </a:p>
        <a:p>
          <a:pPr lvl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ru-RU" sz="1200" kern="1200" dirty="0"/>
        </a:p>
      </dsp:txBody>
      <dsp:txXfrm rot="-5400000">
        <a:off x="5074104" y="1447403"/>
        <a:ext cx="825892" cy="949301"/>
      </dsp:txXfrm>
    </dsp:sp>
    <dsp:sp modelId="{A242E729-D2D7-43A6-9EAE-D84FEF9993C2}">
      <dsp:nvSpPr>
        <dsp:cNvPr id="0" name=""/>
        <dsp:cNvSpPr/>
      </dsp:nvSpPr>
      <dsp:spPr>
        <a:xfrm>
          <a:off x="1404437" y="1448818"/>
          <a:ext cx="1489462" cy="827479"/>
        </a:xfrm>
        <a:prstGeom prst="rect">
          <a:avLst/>
        </a:prstGeom>
        <a:noFill/>
        <a:ln>
          <a:noFill/>
        </a:ln>
        <a:effectLst/>
        <a:scene3d>
          <a:camera prst="orthographicFront"/>
          <a:lightRig rig="threePt" dir="t"/>
        </a:scene3d>
        <a:sp3d>
          <a:bevelT w="165100" prst="coolSlant"/>
        </a:sp3d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8ECFC34-1E9E-4368-896B-CB599E50CF58}">
      <dsp:nvSpPr>
        <dsp:cNvPr id="0" name=""/>
        <dsp:cNvSpPr/>
      </dsp:nvSpPr>
      <dsp:spPr>
        <a:xfrm rot="5400000">
          <a:off x="2307123" y="1322131"/>
          <a:ext cx="1379131" cy="1199844"/>
        </a:xfrm>
        <a:prstGeom prst="hexagon">
          <a:avLst>
            <a:gd name="adj" fmla="val 25000"/>
            <a:gd name="vf" fmla="val 1154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8575" cap="flat" cmpd="sng" algn="ctr">
          <a:solidFill>
            <a:srgbClr val="EBEBEB"/>
          </a:solidFill>
          <a:prstDash val="solid"/>
        </a:ln>
        <a:effectLst/>
        <a:scene3d>
          <a:camera prst="orthographicFront"/>
          <a:lightRig rig="threePt" dir="t"/>
        </a:scene3d>
        <a:sp3d>
          <a:bevelT w="165100" prst="coolSlant"/>
        </a:sp3d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ts val="440"/>
            </a:spcAft>
          </a:pPr>
          <a:r>
            <a:rPr lang="ru-RU" sz="2000" b="1" i="0" kern="1200" dirty="0" smtClean="0">
              <a:solidFill>
                <a:srgbClr val="FFFF00"/>
              </a:solidFill>
              <a:latin typeface="+mj-lt"/>
            </a:rPr>
            <a:t>~6,5 ч</a:t>
          </a:r>
          <a:endParaRPr lang="ru-RU" sz="2000" kern="1200" dirty="0" smtClean="0">
            <a:solidFill>
              <a:srgbClr val="FFFF00"/>
            </a:solidFill>
            <a:latin typeface="+mj-lt"/>
          </a:endParaRPr>
        </a:p>
        <a:p>
          <a:pPr lvl="0" algn="ctr" defTabSz="889000">
            <a:lnSpc>
              <a:spcPct val="90000"/>
            </a:lnSpc>
            <a:spcBef>
              <a:spcPct val="0"/>
            </a:spcBef>
            <a:spcAft>
              <a:spcPts val="440"/>
            </a:spcAft>
          </a:pPr>
          <a:r>
            <a:rPr lang="ru-RU" sz="1700" b="1" i="0" kern="1200" dirty="0" smtClean="0">
              <a:latin typeface="+mj-lt"/>
            </a:rPr>
            <a:t>Среднее время</a:t>
          </a:r>
          <a:endParaRPr lang="ru-RU" sz="1700" kern="1200" dirty="0">
            <a:latin typeface="+mj-lt"/>
          </a:endParaRPr>
        </a:p>
      </dsp:txBody>
      <dsp:txXfrm rot="-5400000">
        <a:off x="2583742" y="1447403"/>
        <a:ext cx="825892" cy="949301"/>
      </dsp:txXfrm>
    </dsp:sp>
    <dsp:sp modelId="{4C3382F2-178B-46EF-91C1-50D3700AF551}">
      <dsp:nvSpPr>
        <dsp:cNvPr id="0" name=""/>
        <dsp:cNvSpPr/>
      </dsp:nvSpPr>
      <dsp:spPr>
        <a:xfrm rot="5400000">
          <a:off x="4211995" y="107998"/>
          <a:ext cx="1379131" cy="1199844"/>
        </a:xfrm>
        <a:prstGeom prst="hexagon">
          <a:avLst>
            <a:gd name="adj" fmla="val 25000"/>
            <a:gd name="vf" fmla="val 115470"/>
          </a:avLst>
        </a:prstGeom>
        <a:solidFill>
          <a:srgbClr val="19626A"/>
        </a:solidFill>
        <a:ln w="28575" cap="flat" cmpd="sng" algn="ctr">
          <a:solidFill>
            <a:srgbClr val="EBEBEB"/>
          </a:solidFill>
          <a:prstDash val="solid"/>
        </a:ln>
        <a:effectLst/>
        <a:scene3d>
          <a:camera prst="orthographicFront"/>
          <a:lightRig rig="threePt" dir="t"/>
        </a:scene3d>
        <a:sp3d>
          <a:bevelT w="165100" prst="coolSlant"/>
        </a:sp3d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900" b="1" i="0" kern="1200" dirty="0" smtClean="0">
              <a:solidFill>
                <a:srgbClr val="00B0F0"/>
              </a:solidFill>
              <a:latin typeface="Arial Black" panose="020B0A04020102020204" pitchFamily="34" charset="0"/>
            </a:rPr>
            <a:t>2</a:t>
          </a:r>
          <a:r>
            <a:rPr lang="ru-RU" sz="1200" b="1" i="0" kern="1200" dirty="0" smtClean="0">
              <a:solidFill>
                <a:srgbClr val="00B0F0"/>
              </a:solidFill>
            </a:rPr>
            <a:t> </a:t>
          </a:r>
          <a:r>
            <a:rPr lang="ru-RU" sz="1200" b="1" i="0" kern="1200" dirty="0" smtClean="0"/>
            <a:t>              </a:t>
          </a:r>
          <a:r>
            <a:rPr lang="ru-RU" sz="900" b="1" i="0" kern="1200" dirty="0" smtClean="0">
              <a:latin typeface="Arial Black" panose="020B0A04020102020204" pitchFamily="34" charset="0"/>
            </a:rPr>
            <a:t>На доработку</a:t>
          </a:r>
          <a:endParaRPr lang="ru-RU" sz="1200" kern="1200" dirty="0">
            <a:latin typeface="Arial Black" panose="020B0A04020102020204" pitchFamily="34" charset="0"/>
          </a:endParaRPr>
        </a:p>
      </dsp:txBody>
      <dsp:txXfrm rot="-5400000">
        <a:off x="4488614" y="233270"/>
        <a:ext cx="825892" cy="949301"/>
      </dsp:txXfrm>
    </dsp:sp>
    <dsp:sp modelId="{D660E6F7-6513-4976-96E2-0D583297B350}">
      <dsp:nvSpPr>
        <dsp:cNvPr id="0" name=""/>
        <dsp:cNvSpPr/>
      </dsp:nvSpPr>
      <dsp:spPr>
        <a:xfrm>
          <a:off x="4830200" y="2619425"/>
          <a:ext cx="1539111" cy="827479"/>
        </a:xfrm>
        <a:prstGeom prst="rect">
          <a:avLst/>
        </a:prstGeom>
        <a:noFill/>
        <a:ln>
          <a:noFill/>
        </a:ln>
        <a:effectLst/>
        <a:scene3d>
          <a:camera prst="orthographicFront"/>
          <a:lightRig rig="threePt" dir="t"/>
        </a:scene3d>
        <a:sp3d>
          <a:bevelT w="165100" prst="coolSlant"/>
        </a:sp3d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2545920-B526-40AD-8E23-ECD08D67C17F}">
      <dsp:nvSpPr>
        <dsp:cNvPr id="0" name=""/>
        <dsp:cNvSpPr/>
      </dsp:nvSpPr>
      <dsp:spPr>
        <a:xfrm rot="5400000">
          <a:off x="3560923" y="1322131"/>
          <a:ext cx="1379131" cy="1199844"/>
        </a:xfrm>
        <a:prstGeom prst="hexagon">
          <a:avLst>
            <a:gd name="adj" fmla="val 25000"/>
            <a:gd name="vf" fmla="val 115470"/>
          </a:avLst>
        </a:prstGeom>
        <a:solidFill>
          <a:srgbClr val="27768E"/>
        </a:solidFill>
        <a:ln w="28575" cap="flat" cmpd="sng" algn="ctr">
          <a:solidFill>
            <a:srgbClr val="EBEBEB"/>
          </a:solidFill>
          <a:prstDash val="solid"/>
        </a:ln>
        <a:effectLst/>
        <a:scene3d>
          <a:camera prst="orthographicFront"/>
          <a:lightRig rig="threePt" dir="t"/>
        </a:scene3d>
        <a:sp3d>
          <a:bevelT w="165100" prst="coolSlant"/>
        </a:sp3d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ts val="424"/>
            </a:spcAft>
          </a:pPr>
          <a:r>
            <a:rPr lang="ru-RU" sz="2000" kern="1200" dirty="0" smtClean="0">
              <a:solidFill>
                <a:srgbClr val="FF0000"/>
              </a:solidFill>
              <a:latin typeface="Arial Black" panose="020B0A04020102020204" pitchFamily="34" charset="0"/>
            </a:rPr>
            <a:t>31</a:t>
          </a:r>
          <a:endParaRPr lang="en-US" sz="2000" kern="1200" dirty="0" smtClean="0">
            <a:solidFill>
              <a:srgbClr val="FF0000"/>
            </a:solidFill>
            <a:latin typeface="Arial Black" panose="020B0A04020102020204" pitchFamily="34" charset="0"/>
          </a:endParaRPr>
        </a:p>
        <a:p>
          <a:pPr lvl="0" algn="ctr" defTabSz="889000">
            <a:lnSpc>
              <a:spcPct val="90000"/>
            </a:lnSpc>
            <a:spcBef>
              <a:spcPct val="0"/>
            </a:spcBef>
            <a:spcAft>
              <a:spcPts val="424"/>
            </a:spcAft>
          </a:pPr>
          <a:r>
            <a:rPr lang="ru-RU" sz="2000" kern="1200" dirty="0" smtClean="0"/>
            <a:t> </a:t>
          </a:r>
          <a:r>
            <a:rPr lang="ru-RU" sz="2000" kern="1200" dirty="0" smtClean="0">
              <a:latin typeface="+mj-lt"/>
            </a:rPr>
            <a:t>Баг-репорт</a:t>
          </a:r>
          <a:endParaRPr lang="ru-RU" sz="2000" kern="1200" dirty="0">
            <a:latin typeface="+mj-lt"/>
          </a:endParaRPr>
        </a:p>
      </dsp:txBody>
      <dsp:txXfrm rot="-5400000">
        <a:off x="3837542" y="1447403"/>
        <a:ext cx="825892" cy="949301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2E2B456-82E9-4478-B1CD-8DFD715C3ACF}">
      <dsp:nvSpPr>
        <dsp:cNvPr id="0" name=""/>
        <dsp:cNvSpPr/>
      </dsp:nvSpPr>
      <dsp:spPr>
        <a:xfrm rot="5400000">
          <a:off x="2109778" y="81878"/>
          <a:ext cx="1236196" cy="1075490"/>
        </a:xfrm>
        <a:prstGeom prst="hexagon">
          <a:avLst>
            <a:gd name="adj" fmla="val 25000"/>
            <a:gd name="vf" fmla="val 11547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50800" dist="12700" dir="5400000" algn="ctr" rotWithShape="0">
            <a:srgbClr val="000000">
              <a:alpha val="50000"/>
            </a:srgbClr>
          </a:outerShdw>
        </a:effectLst>
        <a:sp3d extrusionH="152250" prstMaterial="matte">
          <a:bevelT w="165100" prst="coolSlant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  <a:sp3d extrusionH="28000" prstMaterial="matte"/>
        </a:bodyPr>
        <a:lstStyle/>
        <a:p>
          <a:pPr lvl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500" b="1" kern="1200" dirty="0" smtClean="0"/>
            <a:t>42</a:t>
          </a:r>
          <a:endParaRPr lang="ru-RU" sz="3500" b="1" kern="1200" dirty="0"/>
        </a:p>
      </dsp:txBody>
      <dsp:txXfrm rot="-5400000">
        <a:off x="2357728" y="194165"/>
        <a:ext cx="740296" cy="850916"/>
      </dsp:txXfrm>
    </dsp:sp>
    <dsp:sp modelId="{9D4656B0-0352-4D1B-A844-1F7E1286F4CD}">
      <dsp:nvSpPr>
        <dsp:cNvPr id="0" name=""/>
        <dsp:cNvSpPr/>
      </dsp:nvSpPr>
      <dsp:spPr>
        <a:xfrm>
          <a:off x="3298257" y="248765"/>
          <a:ext cx="1379595" cy="7417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  <a:sp3d extrusionH="28000" prstMaterial="matte"/>
        </a:bodyPr>
        <a:lstStyle/>
        <a:p>
          <a:pPr lvl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000" b="1" kern="1200" dirty="0" smtClean="0">
              <a:solidFill>
                <a:srgbClr val="FFFF05"/>
              </a:solidFill>
              <a:latin typeface="+mj-lt"/>
            </a:rPr>
            <a:t>Тест-кейса</a:t>
          </a:r>
          <a:endParaRPr lang="ru-RU" sz="2000" b="1" kern="1200" dirty="0">
            <a:solidFill>
              <a:srgbClr val="FFFF05"/>
            </a:solidFill>
            <a:latin typeface="+mj-lt"/>
          </a:endParaRPr>
        </a:p>
      </dsp:txBody>
      <dsp:txXfrm>
        <a:off x="3298257" y="248765"/>
        <a:ext cx="1379595" cy="741717"/>
      </dsp:txXfrm>
    </dsp:sp>
    <dsp:sp modelId="{1A2CA39E-1A25-4973-9594-BA4E7B74895D}">
      <dsp:nvSpPr>
        <dsp:cNvPr id="0" name=""/>
        <dsp:cNvSpPr/>
      </dsp:nvSpPr>
      <dsp:spPr>
        <a:xfrm rot="5400000">
          <a:off x="948247" y="81878"/>
          <a:ext cx="1236196" cy="1075490"/>
        </a:xfrm>
        <a:prstGeom prst="hexagon">
          <a:avLst>
            <a:gd name="adj" fmla="val 25000"/>
            <a:gd name="vf" fmla="val 115470"/>
          </a:avLst>
        </a:prstGeom>
        <a:solidFill>
          <a:schemeClr val="accent3">
            <a:hueOff val="-246813"/>
            <a:satOff val="-4334"/>
            <a:lumOff val="-78"/>
            <a:alphaOff val="0"/>
          </a:schemeClr>
        </a:solidFill>
        <a:ln>
          <a:noFill/>
        </a:ln>
        <a:effectLst>
          <a:outerShdw blurRad="50800" dist="12700" dir="5400000" algn="ctr" rotWithShape="0">
            <a:srgbClr val="000000">
              <a:alpha val="50000"/>
            </a:srgbClr>
          </a:outerShdw>
        </a:effectLst>
        <a:sp3d extrusionH="152250" prstMaterial="matte">
          <a:bevelT w="165100" prst="coolSlant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  <a:sp3d extrusionH="28000" prstMaterial="matte"/>
        </a:bodyPr>
        <a:lstStyle/>
        <a:p>
          <a:pPr lvl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ru-RU" sz="3600" kern="1200" dirty="0"/>
        </a:p>
      </dsp:txBody>
      <dsp:txXfrm rot="-5400000">
        <a:off x="1196197" y="194165"/>
        <a:ext cx="740296" cy="850916"/>
      </dsp:txXfrm>
    </dsp:sp>
    <dsp:sp modelId="{EEF993AD-2091-4F56-91C9-D05E6E0FC9F0}">
      <dsp:nvSpPr>
        <dsp:cNvPr id="0" name=""/>
        <dsp:cNvSpPr/>
      </dsp:nvSpPr>
      <dsp:spPr>
        <a:xfrm rot="5400000">
          <a:off x="1526787" y="1131162"/>
          <a:ext cx="1236196" cy="1075490"/>
        </a:xfrm>
        <a:prstGeom prst="hexagon">
          <a:avLst>
            <a:gd name="adj" fmla="val 25000"/>
            <a:gd name="vf" fmla="val 115470"/>
          </a:avLst>
        </a:prstGeom>
        <a:solidFill>
          <a:schemeClr val="accent3">
            <a:hueOff val="-493625"/>
            <a:satOff val="-8668"/>
            <a:lumOff val="-157"/>
            <a:alphaOff val="0"/>
          </a:schemeClr>
        </a:solidFill>
        <a:ln>
          <a:noFill/>
        </a:ln>
        <a:effectLst>
          <a:outerShdw blurRad="50800" dist="12700" dir="5400000" algn="ctr" rotWithShape="0">
            <a:srgbClr val="000000">
              <a:alpha val="50000"/>
            </a:srgbClr>
          </a:outerShdw>
        </a:effectLst>
        <a:sp3d extrusionH="152250" prstMaterial="matte">
          <a:bevelT w="165100" prst="coolSlant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  <a:sp3d extrusionH="28000" prstMaterial="matte"/>
        </a:bodyPr>
        <a:lstStyle/>
        <a:p>
          <a:pPr lvl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3500" b="1" kern="1200" dirty="0" smtClean="0"/>
            <a:t>31</a:t>
          </a:r>
          <a:endParaRPr lang="ru-RU" sz="3500" b="1" kern="1200" dirty="0"/>
        </a:p>
      </dsp:txBody>
      <dsp:txXfrm rot="-5400000">
        <a:off x="1774737" y="1243449"/>
        <a:ext cx="740296" cy="850916"/>
      </dsp:txXfrm>
    </dsp:sp>
    <dsp:sp modelId="{BA1DAFC3-053D-4E0B-B53F-C2506233DC77}">
      <dsp:nvSpPr>
        <dsp:cNvPr id="0" name=""/>
        <dsp:cNvSpPr/>
      </dsp:nvSpPr>
      <dsp:spPr>
        <a:xfrm>
          <a:off x="227545" y="1298049"/>
          <a:ext cx="1335092" cy="7417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  <a:sp3d extrusionH="28000" prstMaterial="matte"/>
        </a:bodyPr>
        <a:lstStyle/>
        <a:p>
          <a:pPr lvl="0" algn="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000" b="1" kern="1200" dirty="0" smtClean="0">
              <a:solidFill>
                <a:srgbClr val="22B9F2"/>
              </a:solidFill>
            </a:rPr>
            <a:t>Баг-репорт</a:t>
          </a:r>
          <a:endParaRPr lang="ru-RU" sz="2000" b="1" kern="1200" dirty="0">
            <a:solidFill>
              <a:srgbClr val="22B9F2"/>
            </a:solidFill>
          </a:endParaRPr>
        </a:p>
      </dsp:txBody>
      <dsp:txXfrm>
        <a:off x="227545" y="1298049"/>
        <a:ext cx="1335092" cy="741717"/>
      </dsp:txXfrm>
    </dsp:sp>
    <dsp:sp modelId="{6D646362-7C38-4270-83F9-0692D0FFEAEB}">
      <dsp:nvSpPr>
        <dsp:cNvPr id="0" name=""/>
        <dsp:cNvSpPr/>
      </dsp:nvSpPr>
      <dsp:spPr>
        <a:xfrm rot="5400000">
          <a:off x="2693050" y="1120506"/>
          <a:ext cx="1236196" cy="1075490"/>
        </a:xfrm>
        <a:prstGeom prst="hexagon">
          <a:avLst>
            <a:gd name="adj" fmla="val 25000"/>
            <a:gd name="vf" fmla="val 115470"/>
          </a:avLst>
        </a:prstGeom>
        <a:solidFill>
          <a:schemeClr val="accent3">
            <a:hueOff val="-740438"/>
            <a:satOff val="-13003"/>
            <a:lumOff val="-235"/>
            <a:alphaOff val="0"/>
          </a:schemeClr>
        </a:solidFill>
        <a:ln>
          <a:noFill/>
        </a:ln>
        <a:effectLst>
          <a:outerShdw blurRad="50800" dist="12700" dir="5400000" algn="ctr" rotWithShape="0">
            <a:srgbClr val="000000">
              <a:alpha val="50000"/>
            </a:srgbClr>
          </a:outerShdw>
        </a:effectLst>
        <a:sp3d extrusionH="152250" prstMaterial="matte">
          <a:bevelT w="165100" prst="coolSlant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  <a:sp3d extrusionH="28000" prstMaterial="matte"/>
        </a:bodyPr>
        <a:lstStyle/>
        <a:p>
          <a:pPr lvl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ru-RU" sz="3600" kern="1200"/>
        </a:p>
      </dsp:txBody>
      <dsp:txXfrm rot="-5400000">
        <a:off x="2941000" y="1232793"/>
        <a:ext cx="740296" cy="850916"/>
      </dsp:txXfrm>
    </dsp:sp>
    <dsp:sp modelId="{1B03DA56-E047-4807-A89E-5DA0EBBABE34}">
      <dsp:nvSpPr>
        <dsp:cNvPr id="0" name=""/>
        <dsp:cNvSpPr/>
      </dsp:nvSpPr>
      <dsp:spPr>
        <a:xfrm rot="5400000">
          <a:off x="2109778" y="2180446"/>
          <a:ext cx="1236196" cy="1075490"/>
        </a:xfrm>
        <a:prstGeom prst="hexagon">
          <a:avLst>
            <a:gd name="adj" fmla="val 25000"/>
            <a:gd name="vf" fmla="val 115470"/>
          </a:avLst>
        </a:prstGeom>
        <a:solidFill>
          <a:schemeClr val="accent3">
            <a:hueOff val="-987251"/>
            <a:satOff val="-17337"/>
            <a:lumOff val="-314"/>
            <a:alphaOff val="0"/>
          </a:schemeClr>
        </a:solidFill>
        <a:ln>
          <a:noFill/>
        </a:ln>
        <a:effectLst>
          <a:outerShdw blurRad="50800" dist="12700" dir="5400000" algn="ctr" rotWithShape="0">
            <a:srgbClr val="000000">
              <a:alpha val="50000"/>
            </a:srgbClr>
          </a:outerShdw>
        </a:effectLst>
        <a:sp3d extrusionH="152250" prstMaterial="matte">
          <a:bevelT w="165100" prst="coolSlant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  <a:sp3d extrusionH="28000" prstMaterial="matte"/>
        </a:bodyPr>
        <a:lstStyle/>
        <a:p>
          <a:pPr lvl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3500" kern="1200" dirty="0" smtClean="0"/>
            <a:t>2</a:t>
          </a:r>
          <a:endParaRPr lang="ru-RU" sz="3500" kern="1200" dirty="0"/>
        </a:p>
      </dsp:txBody>
      <dsp:txXfrm rot="-5400000">
        <a:off x="2357728" y="2292733"/>
        <a:ext cx="740296" cy="850916"/>
      </dsp:txXfrm>
    </dsp:sp>
    <dsp:sp modelId="{1ABDCA00-35C3-4C38-B24B-6A4247FF5A7E}">
      <dsp:nvSpPr>
        <dsp:cNvPr id="0" name=""/>
        <dsp:cNvSpPr/>
      </dsp:nvSpPr>
      <dsp:spPr>
        <a:xfrm>
          <a:off x="3298257" y="2347332"/>
          <a:ext cx="1379595" cy="7417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  <a:sp3d extrusionH="28000" prstMaterial="matte"/>
        </a:bodyPr>
        <a:lstStyle/>
        <a:p>
          <a:pPr lvl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000" kern="1200" dirty="0" smtClean="0">
              <a:solidFill>
                <a:srgbClr val="48B9B3"/>
              </a:solidFill>
              <a:latin typeface="+mj-lt"/>
            </a:rPr>
            <a:t>Релиза</a:t>
          </a:r>
          <a:endParaRPr lang="ru-RU" sz="2000" kern="1200" dirty="0">
            <a:solidFill>
              <a:srgbClr val="48B9B3"/>
            </a:solidFill>
            <a:latin typeface="+mj-lt"/>
          </a:endParaRPr>
        </a:p>
      </dsp:txBody>
      <dsp:txXfrm>
        <a:off x="3298257" y="2347332"/>
        <a:ext cx="1379595" cy="741717"/>
      </dsp:txXfrm>
    </dsp:sp>
    <dsp:sp modelId="{AB4DEEC2-028C-416E-B969-1FB0579CC29D}">
      <dsp:nvSpPr>
        <dsp:cNvPr id="0" name=""/>
        <dsp:cNvSpPr/>
      </dsp:nvSpPr>
      <dsp:spPr>
        <a:xfrm rot="5400000">
          <a:off x="948247" y="2180446"/>
          <a:ext cx="1236196" cy="1075490"/>
        </a:xfrm>
        <a:prstGeom prst="hexagon">
          <a:avLst>
            <a:gd name="adj" fmla="val 25000"/>
            <a:gd name="vf" fmla="val 115470"/>
          </a:avLst>
        </a:prstGeom>
        <a:solidFill>
          <a:schemeClr val="accent3">
            <a:hueOff val="-1234063"/>
            <a:satOff val="-21671"/>
            <a:lumOff val="-392"/>
            <a:alphaOff val="0"/>
          </a:schemeClr>
        </a:solidFill>
        <a:ln>
          <a:noFill/>
        </a:ln>
        <a:effectLst>
          <a:outerShdw blurRad="50800" dist="12700" dir="5400000" algn="ctr" rotWithShape="0">
            <a:srgbClr val="000000">
              <a:alpha val="50000"/>
            </a:srgbClr>
          </a:outerShdw>
        </a:effectLst>
        <a:sp3d extrusionH="152250" prstMaterial="matte">
          <a:bevelT w="165100" prst="coolSlant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  <a:sp3d extrusionH="28000" prstMaterial="matte"/>
        </a:bodyPr>
        <a:lstStyle/>
        <a:p>
          <a:pPr lvl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ru-RU" sz="3600" kern="1200"/>
        </a:p>
      </dsp:txBody>
      <dsp:txXfrm rot="-5400000">
        <a:off x="1196197" y="2292733"/>
        <a:ext cx="740296" cy="85091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8/layout/AlternatingHexagons">
  <dgm:title val=""/>
  <dgm:desc val=""/>
  <dgm:catLst>
    <dgm:cat type="list" pri="15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1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Name0">
    <dgm:varLst>
      <dgm:chMax/>
      <dgm:chPref/>
      <dgm:dir/>
      <dgm:animLvl val="lvl"/>
    </dgm:varLst>
    <dgm:alg type="lin">
      <dgm:param type="linDir" val="fromT"/>
    </dgm:alg>
    <dgm:shape xmlns:r="http://schemas.openxmlformats.org/officeDocument/2006/relationships" r:blip="">
      <dgm:adjLst/>
    </dgm:shape>
    <dgm:constrLst>
      <dgm:constr type="primFontSz" for="des" forName="Parent1" val="65"/>
      <dgm:constr type="primFontSz" for="des" forName="Childtext1" refType="primFontSz" refFor="des" refForName="Parent1" op="lte"/>
      <dgm:constr type="w" for="ch" forName="composite" refType="w"/>
      <dgm:constr type="h" for="ch" forName="composite" refType="h"/>
      <dgm:constr type="h" for="ch" forName="spaceBetweenRectangles" refType="w" refFor="ch" refForName="composite" fact="-0.042"/>
      <dgm:constr type="sp" refType="h" refFor="ch" refForName="composite" op="equ" fact="0.1"/>
    </dgm:constrLst>
    <dgm:forEach name="nodesForEach" axis="ch" ptType="node">
      <dgm:layoutNode name="composite">
        <dgm:alg type="composite">
          <dgm:param type="ar" val="3.6"/>
        </dgm:alg>
        <dgm:shape xmlns:r="http://schemas.openxmlformats.org/officeDocument/2006/relationships" r:blip="">
          <dgm:adjLst/>
        </dgm:shape>
        <dgm:choose name="Name1">
          <dgm:if name="Name2" func="var" arg="dir" op="equ" val="norm">
            <dgm:choose name="Name3">
              <dgm:if name="Name4" axis="self" ptType="node" func="posOdd" op="equ" val="1">
                <dgm:constrLst>
                  <dgm:constr type="l" for="ch" forName="Accent1" refType="w" fact="0.18"/>
                  <dgm:constr type="t" for="ch" forName="Accent1" refType="h" fact="0"/>
                  <dgm:constr type="h" for="ch" forName="Accent1" refType="h"/>
                  <dgm:constr type="w" for="ch" forName="Accent1" refType="h" fact="0.87"/>
                  <dgm:constr type="l" for="ch" forName="Accent1Text" refType="w" fact="0.18"/>
                  <dgm:constr type="t" for="ch" forName="Accent1Text" refType="h" fact="0"/>
                  <dgm:constr type="h" for="ch" forName="Accent1Text" refType="h"/>
                  <dgm:constr type="w" for="ch" forName="Accent1Text" refType="h" fact="0.87"/>
                  <dgm:constr type="l" for="ch" forName="Parent1" refType="w" fact="0.441"/>
                  <dgm:constr type="t" for="ch" forName="Parent1" refType="h" fact="0"/>
                  <dgm:constr type="h" for="ch" forName="Parent1" refType="h"/>
                  <dgm:constr type="w" for="ch" forName="Parent1" refType="h" fact="0.87"/>
                  <dgm:constr type="l" for="ch" forName="Childtext1" refType="w" fact="0.69"/>
                  <dgm:constr type="t" for="ch" forName="Childtext1" refType="h" fact="0.2"/>
                  <dgm:constr type="w" for="ch" forName="Childtext1" refType="w" fact="0.31"/>
                  <dgm:constr type="h" for="ch" forName="Childtext1" refType="h" fact="0.6"/>
                  <dgm:constr type="l" for="ch" forName="BalanceSpacing" refType="w" fact="0"/>
                  <dgm:constr type="t" for="ch" forName="BalanceSpacing" refType="h" fact="0"/>
                  <dgm:constr type="w" for="ch" forName="BalanceSpacing" refType="w"/>
                  <dgm:constr type="h" for="ch" forName="BalanceSpacing" refType="h" fact="0.1"/>
                  <dgm:constr type="l" for="ch" forName="BalanceSpacing1" refType="w" fact="0.69"/>
                  <dgm:constr type="t" for="ch" forName="BalanceSpacing1" refType="h" fact="0.2"/>
                  <dgm:constr type="w" for="ch" forName="BalanceSpacing1" refType="w" fact="0.31"/>
                  <dgm:constr type="h" for="ch" forName="BalanceSpacing1" refType="h" fact="0.6"/>
                </dgm:constrLst>
              </dgm:if>
              <dgm:else name="Name5">
                <dgm:constrLst>
                  <dgm:constr type="l" for="ch" forName="Accent1" refType="w" fact="0.571"/>
                  <dgm:constr type="t" for="ch" forName="Accent1" refType="h" fact="0"/>
                  <dgm:constr type="h" for="ch" forName="Accent1" refType="h"/>
                  <dgm:constr type="w" for="ch" forName="Accent1" refType="h" fact="0.87"/>
                  <dgm:constr type="l" for="ch" forName="Accent1Text" refType="w" fact="0.571"/>
                  <dgm:constr type="t" for="ch" forName="Accent1Text" refType="h" fact="0"/>
                  <dgm:constr type="h" for="ch" forName="Accent1Text" refType="h"/>
                  <dgm:constr type="w" for="ch" forName="Accent1Text" refType="h" fact="0.87"/>
                  <dgm:constr type="l" for="ch" forName="Parent1" refType="w" fact="0.31"/>
                  <dgm:constr type="t" for="ch" forName="Parent1" refType="h" fact="0"/>
                  <dgm:constr type="h" for="ch" forName="Parent1" refType="h"/>
                  <dgm:constr type="w" for="ch" forName="Parent1" refType="h" fact="0.87"/>
                  <dgm:constr type="l" for="ch" forName="Childtext1" refType="w" fact="0"/>
                  <dgm:constr type="t" for="ch" forName="Childtext1" refType="h" fact="0.2"/>
                  <dgm:constr type="w" for="ch" forName="Childtext1" refType="w" fact="0.3"/>
                  <dgm:constr type="h" for="ch" forName="Childtext1" refType="h" fact="0.6"/>
                  <dgm:constr type="l" for="ch" forName="BalanceSpacing" refType="w" fact="0.82"/>
                  <dgm:constr type="t" for="ch" forName="BalanceSpacing" refType="h" fact="0"/>
                  <dgm:constr type="w" for="ch" forName="BalanceSpacing" refType="w" fact="0.18"/>
                  <dgm:constr type="h" for="ch" forName="BalanceSpacing" refType="h"/>
                  <dgm:constr type="l" for="ch" forName="BalanceSpacing1" refType="w" fact="0"/>
                  <dgm:constr type="t" for="ch" forName="BalanceSpacing1" refType="h" fact="0.2"/>
                  <dgm:constr type="w" for="ch" forName="BalanceSpacing1" refType="w" fact="0.3"/>
                  <dgm:constr type="h" for="ch" forName="BalanceSpacing1" refType="h" fact="0.6"/>
                </dgm:constrLst>
              </dgm:else>
            </dgm:choose>
          </dgm:if>
          <dgm:else name="Name6">
            <dgm:choose name="Name7">
              <dgm:if name="Name8" axis="self" ptType="node" func="posOdd" op="equ" val="1">
                <dgm:constrLst>
                  <dgm:constr type="l" for="ch" forName="Accent1" refType="w" fact="0.571"/>
                  <dgm:constr type="t" for="ch" forName="Accent1" refType="h" fact="0"/>
                  <dgm:constr type="h" for="ch" forName="Accent1" refType="h"/>
                  <dgm:constr type="w" for="ch" forName="Accent1" refType="h" fact="0.87"/>
                  <dgm:constr type="l" for="ch" forName="Accent1Text" refType="w" fact="0.571"/>
                  <dgm:constr type="t" for="ch" forName="Accent1Text" refType="h" fact="0"/>
                  <dgm:constr type="h" for="ch" forName="Accent1Text" refType="h"/>
                  <dgm:constr type="w" for="ch" forName="Accent1Text" refType="h" fact="0.87"/>
                  <dgm:constr type="l" for="ch" forName="Parent1" refType="w" fact="0.31"/>
                  <dgm:constr type="t" for="ch" forName="Parent1" refType="h" fact="0"/>
                  <dgm:constr type="h" for="ch" forName="Parent1" refType="h"/>
                  <dgm:constr type="w" for="ch" forName="Parent1" refType="h" fact="0.87"/>
                  <dgm:constr type="l" for="ch" forName="Childtext1" refType="w" fact="0"/>
                  <dgm:constr type="t" for="ch" forName="Childtext1" refType="h" fact="0.2"/>
                  <dgm:constr type="w" for="ch" forName="Childtext1" refType="w" fact="0.3"/>
                  <dgm:constr type="h" for="ch" forName="Childtext1" refType="h" fact="0.6"/>
                  <dgm:constr type="l" for="ch" forName="BalanceSpacing" refType="w" fact="0.82"/>
                  <dgm:constr type="t" for="ch" forName="BalanceSpacing" refType="h" fact="0"/>
                  <dgm:constr type="w" for="ch" forName="BalanceSpacing" refType="w" fact="0.18"/>
                  <dgm:constr type="h" for="ch" forName="BalanceSpacing" refType="h"/>
                </dgm:constrLst>
              </dgm:if>
              <dgm:else name="Name9">
                <dgm:constrLst>
                  <dgm:constr type="l" for="ch" forName="Accent1" refType="w" fact="0.18"/>
                  <dgm:constr type="t" for="ch" forName="Accent1" refType="h" fact="0"/>
                  <dgm:constr type="h" for="ch" forName="Accent1" refType="h"/>
                  <dgm:constr type="w" for="ch" forName="Accent1" refType="h" fact="0.87"/>
                  <dgm:constr type="l" for="ch" forName="Accent1Text" refType="w" fact="0.18"/>
                  <dgm:constr type="t" for="ch" forName="Accent1Text" refType="h" fact="0"/>
                  <dgm:constr type="h" for="ch" forName="Accent1Text" refType="h"/>
                  <dgm:constr type="w" for="ch" forName="Accent1Text" refType="h" fact="0.87"/>
                  <dgm:constr type="l" for="ch" forName="Parent1" refType="w" fact="0.441"/>
                  <dgm:constr type="t" for="ch" forName="Parent1" refType="h" fact="0"/>
                  <dgm:constr type="h" for="ch" forName="Parent1" refType="h"/>
                  <dgm:constr type="w" for="ch" forName="Parent1" refType="h" fact="0.87"/>
                  <dgm:constr type="l" for="ch" forName="Childtext1" refType="w" fact="0.69"/>
                  <dgm:constr type="t" for="ch" forName="Childtext1" refType="h" fact="0.2"/>
                  <dgm:constr type="w" for="ch" forName="Childtext1" refType="w" fact="0.31"/>
                  <dgm:constr type="h" for="ch" forName="Childtext1" refType="h" fact="0.6"/>
                  <dgm:constr type="l" for="ch" forName="BalanceSpacing" refType="w" fact="0"/>
                  <dgm:constr type="t" for="ch" forName="BalanceSpacing" refType="h" fact="0"/>
                  <dgm:constr type="w" for="ch" forName="BalanceSpacing" refType="w" fact="0.18"/>
                  <dgm:constr type="h" for="ch" forName="BalanceSpacing" refType="h"/>
                </dgm:constrLst>
              </dgm:else>
            </dgm:choose>
          </dgm:else>
        </dgm:choose>
        <dgm:layoutNode name="Parent1" styleLbl="node1">
          <dgm:varLst>
            <dgm:chMax val="1"/>
            <dgm:chPref val="1"/>
            <dgm:bulletEnabled val="1"/>
          </dgm:varLst>
          <dgm:alg type="tx"/>
          <dgm:shape xmlns:r="http://schemas.openxmlformats.org/officeDocument/2006/relationships" rot="90" type="hexagon" r:blip="">
            <dgm:adjLst>
              <dgm:adj idx="1" val="0.25"/>
              <dgm:adj idx="2" val="1.1547"/>
            </dgm:adjLst>
          </dgm:shape>
          <dgm:presOf axis="self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Childtext1" styleLbl="revTx">
          <dgm:varLst>
            <dgm:chMax val="0"/>
            <dgm:chPref val="0"/>
            <dgm:bulletEnabled val="1"/>
          </dgm:varLst>
          <dgm:choose name="Name10">
            <dgm:if name="Name11" func="var" arg="dir" op="equ" val="norm">
              <dgm:choose name="Name12">
                <dgm:if name="Name13" axis="self" ptType="node" func="posOdd" op="equ" val="1">
                  <dgm:alg type="tx">
                    <dgm:param type="parTxLTRAlign" val="l"/>
                  </dgm:alg>
                </dgm:if>
                <dgm:else name="Name14">
                  <dgm:alg type="tx">
                    <dgm:param type="parTxLTRAlign" val="r"/>
                  </dgm:alg>
                </dgm:else>
              </dgm:choose>
            </dgm:if>
            <dgm:else name="Name15">
              <dgm:choose name="Name16">
                <dgm:if name="Name17" axis="self" ptType="node" func="posOdd" op="equ" val="1">
                  <dgm:alg type="tx">
                    <dgm:param type="parTxLTRAlign" val="r"/>
                  </dgm:alg>
                </dgm:if>
                <dgm:else name="Name18">
                  <dgm:alg type="tx">
                    <dgm:param type="parTxLTRAlign" val="l"/>
                  </dgm:alg>
                </dgm:else>
              </dgm:choose>
            </dgm:else>
          </dgm:choose>
          <dgm:shape xmlns:r="http://schemas.openxmlformats.org/officeDocument/2006/relationships" type="rect" r:blip="">
            <dgm:adjLst/>
          </dgm:shape>
          <dgm:presOf axis="des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BalanceSpacing">
          <dgm:alg type="sp"/>
          <dgm:shape xmlns:r="http://schemas.openxmlformats.org/officeDocument/2006/relationships" r:blip="">
            <dgm:adjLst/>
          </dgm:shape>
        </dgm:layoutNode>
        <dgm:layoutNode name="BalanceSpacing1">
          <dgm:alg type="sp"/>
          <dgm:shape xmlns:r="http://schemas.openxmlformats.org/officeDocument/2006/relationships" r:blip="">
            <dgm:adjLst/>
          </dgm:shape>
        </dgm:layoutNode>
        <dgm:forEach name="Name19" axis="followSib" ptType="sibTrans" hideLastTrans="0" cnt="1">
          <dgm:layoutNode name="Accent1Text" styleLbl="node1">
            <dgm:alg type="tx"/>
            <dgm:shape xmlns:r="http://schemas.openxmlformats.org/officeDocument/2006/relationships" rot="90" type="hexagon" r:blip="">
              <dgm:adjLst>
                <dgm:adj idx="1" val="0.25"/>
                <dgm:adj idx="2" val="1.1547"/>
              </dgm:adjLst>
            </dgm:shape>
            <dgm:presOf axis="self" ptType="sibTrans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forEach>
      </dgm:layoutNode>
      <dgm:forEach name="Name2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8/layout/AlternatingHexagons">
  <dgm:title val=""/>
  <dgm:desc val=""/>
  <dgm:catLst>
    <dgm:cat type="list" pri="15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1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Name0">
    <dgm:varLst>
      <dgm:chMax/>
      <dgm:chPref/>
      <dgm:dir/>
      <dgm:animLvl val="lvl"/>
    </dgm:varLst>
    <dgm:alg type="lin">
      <dgm:param type="linDir" val="fromT"/>
    </dgm:alg>
    <dgm:shape xmlns:r="http://schemas.openxmlformats.org/officeDocument/2006/relationships" r:blip="">
      <dgm:adjLst/>
    </dgm:shape>
    <dgm:constrLst>
      <dgm:constr type="primFontSz" for="des" forName="Parent1" val="65"/>
      <dgm:constr type="primFontSz" for="des" forName="Childtext1" refType="primFontSz" refFor="des" refForName="Parent1" op="lte"/>
      <dgm:constr type="w" for="ch" forName="composite" refType="w"/>
      <dgm:constr type="h" for="ch" forName="composite" refType="h"/>
      <dgm:constr type="h" for="ch" forName="spaceBetweenRectangles" refType="w" refFor="ch" refForName="composite" fact="-0.042"/>
      <dgm:constr type="sp" refType="h" refFor="ch" refForName="composite" op="equ" fact="0.1"/>
    </dgm:constrLst>
    <dgm:forEach name="nodesForEach" axis="ch" ptType="node">
      <dgm:layoutNode name="composite">
        <dgm:alg type="composite">
          <dgm:param type="ar" val="3.6"/>
        </dgm:alg>
        <dgm:shape xmlns:r="http://schemas.openxmlformats.org/officeDocument/2006/relationships" r:blip="">
          <dgm:adjLst/>
        </dgm:shape>
        <dgm:choose name="Name1">
          <dgm:if name="Name2" func="var" arg="dir" op="equ" val="norm">
            <dgm:choose name="Name3">
              <dgm:if name="Name4" axis="self" ptType="node" func="posOdd" op="equ" val="1">
                <dgm:constrLst>
                  <dgm:constr type="l" for="ch" forName="Accent1" refType="w" fact="0.18"/>
                  <dgm:constr type="t" for="ch" forName="Accent1" refType="h" fact="0"/>
                  <dgm:constr type="h" for="ch" forName="Accent1" refType="h"/>
                  <dgm:constr type="w" for="ch" forName="Accent1" refType="h" fact="0.87"/>
                  <dgm:constr type="l" for="ch" forName="Accent1Text" refType="w" fact="0.18"/>
                  <dgm:constr type="t" for="ch" forName="Accent1Text" refType="h" fact="0"/>
                  <dgm:constr type="h" for="ch" forName="Accent1Text" refType="h"/>
                  <dgm:constr type="w" for="ch" forName="Accent1Text" refType="h" fact="0.87"/>
                  <dgm:constr type="l" for="ch" forName="Parent1" refType="w" fact="0.441"/>
                  <dgm:constr type="t" for="ch" forName="Parent1" refType="h" fact="0"/>
                  <dgm:constr type="h" for="ch" forName="Parent1" refType="h"/>
                  <dgm:constr type="w" for="ch" forName="Parent1" refType="h" fact="0.87"/>
                  <dgm:constr type="l" for="ch" forName="Childtext1" refType="w" fact="0.69"/>
                  <dgm:constr type="t" for="ch" forName="Childtext1" refType="h" fact="0.2"/>
                  <dgm:constr type="w" for="ch" forName="Childtext1" refType="w" fact="0.31"/>
                  <dgm:constr type="h" for="ch" forName="Childtext1" refType="h" fact="0.6"/>
                  <dgm:constr type="l" for="ch" forName="BalanceSpacing" refType="w" fact="0"/>
                  <dgm:constr type="t" for="ch" forName="BalanceSpacing" refType="h" fact="0"/>
                  <dgm:constr type="w" for="ch" forName="BalanceSpacing" refType="w"/>
                  <dgm:constr type="h" for="ch" forName="BalanceSpacing" refType="h" fact="0.1"/>
                  <dgm:constr type="l" for="ch" forName="BalanceSpacing1" refType="w" fact="0.69"/>
                  <dgm:constr type="t" for="ch" forName="BalanceSpacing1" refType="h" fact="0.2"/>
                  <dgm:constr type="w" for="ch" forName="BalanceSpacing1" refType="w" fact="0.31"/>
                  <dgm:constr type="h" for="ch" forName="BalanceSpacing1" refType="h" fact="0.6"/>
                </dgm:constrLst>
              </dgm:if>
              <dgm:else name="Name5">
                <dgm:constrLst>
                  <dgm:constr type="l" for="ch" forName="Accent1" refType="w" fact="0.571"/>
                  <dgm:constr type="t" for="ch" forName="Accent1" refType="h" fact="0"/>
                  <dgm:constr type="h" for="ch" forName="Accent1" refType="h"/>
                  <dgm:constr type="w" for="ch" forName="Accent1" refType="h" fact="0.87"/>
                  <dgm:constr type="l" for="ch" forName="Accent1Text" refType="w" fact="0.571"/>
                  <dgm:constr type="t" for="ch" forName="Accent1Text" refType="h" fact="0"/>
                  <dgm:constr type="h" for="ch" forName="Accent1Text" refType="h"/>
                  <dgm:constr type="w" for="ch" forName="Accent1Text" refType="h" fact="0.87"/>
                  <dgm:constr type="l" for="ch" forName="Parent1" refType="w" fact="0.31"/>
                  <dgm:constr type="t" for="ch" forName="Parent1" refType="h" fact="0"/>
                  <dgm:constr type="h" for="ch" forName="Parent1" refType="h"/>
                  <dgm:constr type="w" for="ch" forName="Parent1" refType="h" fact="0.87"/>
                  <dgm:constr type="l" for="ch" forName="Childtext1" refType="w" fact="0"/>
                  <dgm:constr type="t" for="ch" forName="Childtext1" refType="h" fact="0.2"/>
                  <dgm:constr type="w" for="ch" forName="Childtext1" refType="w" fact="0.3"/>
                  <dgm:constr type="h" for="ch" forName="Childtext1" refType="h" fact="0.6"/>
                  <dgm:constr type="l" for="ch" forName="BalanceSpacing" refType="w" fact="0.82"/>
                  <dgm:constr type="t" for="ch" forName="BalanceSpacing" refType="h" fact="0"/>
                  <dgm:constr type="w" for="ch" forName="BalanceSpacing" refType="w" fact="0.18"/>
                  <dgm:constr type="h" for="ch" forName="BalanceSpacing" refType="h"/>
                  <dgm:constr type="l" for="ch" forName="BalanceSpacing1" refType="w" fact="0"/>
                  <dgm:constr type="t" for="ch" forName="BalanceSpacing1" refType="h" fact="0.2"/>
                  <dgm:constr type="w" for="ch" forName="BalanceSpacing1" refType="w" fact="0.3"/>
                  <dgm:constr type="h" for="ch" forName="BalanceSpacing1" refType="h" fact="0.6"/>
                </dgm:constrLst>
              </dgm:else>
            </dgm:choose>
          </dgm:if>
          <dgm:else name="Name6">
            <dgm:choose name="Name7">
              <dgm:if name="Name8" axis="self" ptType="node" func="posOdd" op="equ" val="1">
                <dgm:constrLst>
                  <dgm:constr type="l" for="ch" forName="Accent1" refType="w" fact="0.571"/>
                  <dgm:constr type="t" for="ch" forName="Accent1" refType="h" fact="0"/>
                  <dgm:constr type="h" for="ch" forName="Accent1" refType="h"/>
                  <dgm:constr type="w" for="ch" forName="Accent1" refType="h" fact="0.87"/>
                  <dgm:constr type="l" for="ch" forName="Accent1Text" refType="w" fact="0.571"/>
                  <dgm:constr type="t" for="ch" forName="Accent1Text" refType="h" fact="0"/>
                  <dgm:constr type="h" for="ch" forName="Accent1Text" refType="h"/>
                  <dgm:constr type="w" for="ch" forName="Accent1Text" refType="h" fact="0.87"/>
                  <dgm:constr type="l" for="ch" forName="Parent1" refType="w" fact="0.31"/>
                  <dgm:constr type="t" for="ch" forName="Parent1" refType="h" fact="0"/>
                  <dgm:constr type="h" for="ch" forName="Parent1" refType="h"/>
                  <dgm:constr type="w" for="ch" forName="Parent1" refType="h" fact="0.87"/>
                  <dgm:constr type="l" for="ch" forName="Childtext1" refType="w" fact="0"/>
                  <dgm:constr type="t" for="ch" forName="Childtext1" refType="h" fact="0.2"/>
                  <dgm:constr type="w" for="ch" forName="Childtext1" refType="w" fact="0.3"/>
                  <dgm:constr type="h" for="ch" forName="Childtext1" refType="h" fact="0.6"/>
                  <dgm:constr type="l" for="ch" forName="BalanceSpacing" refType="w" fact="0.82"/>
                  <dgm:constr type="t" for="ch" forName="BalanceSpacing" refType="h" fact="0"/>
                  <dgm:constr type="w" for="ch" forName="BalanceSpacing" refType="w" fact="0.18"/>
                  <dgm:constr type="h" for="ch" forName="BalanceSpacing" refType="h"/>
                </dgm:constrLst>
              </dgm:if>
              <dgm:else name="Name9">
                <dgm:constrLst>
                  <dgm:constr type="l" for="ch" forName="Accent1" refType="w" fact="0.18"/>
                  <dgm:constr type="t" for="ch" forName="Accent1" refType="h" fact="0"/>
                  <dgm:constr type="h" for="ch" forName="Accent1" refType="h"/>
                  <dgm:constr type="w" for="ch" forName="Accent1" refType="h" fact="0.87"/>
                  <dgm:constr type="l" for="ch" forName="Accent1Text" refType="w" fact="0.18"/>
                  <dgm:constr type="t" for="ch" forName="Accent1Text" refType="h" fact="0"/>
                  <dgm:constr type="h" for="ch" forName="Accent1Text" refType="h"/>
                  <dgm:constr type="w" for="ch" forName="Accent1Text" refType="h" fact="0.87"/>
                  <dgm:constr type="l" for="ch" forName="Parent1" refType="w" fact="0.441"/>
                  <dgm:constr type="t" for="ch" forName="Parent1" refType="h" fact="0"/>
                  <dgm:constr type="h" for="ch" forName="Parent1" refType="h"/>
                  <dgm:constr type="w" for="ch" forName="Parent1" refType="h" fact="0.87"/>
                  <dgm:constr type="l" for="ch" forName="Childtext1" refType="w" fact="0.69"/>
                  <dgm:constr type="t" for="ch" forName="Childtext1" refType="h" fact="0.2"/>
                  <dgm:constr type="w" for="ch" forName="Childtext1" refType="w" fact="0.31"/>
                  <dgm:constr type="h" for="ch" forName="Childtext1" refType="h" fact="0.6"/>
                  <dgm:constr type="l" for="ch" forName="BalanceSpacing" refType="w" fact="0"/>
                  <dgm:constr type="t" for="ch" forName="BalanceSpacing" refType="h" fact="0"/>
                  <dgm:constr type="w" for="ch" forName="BalanceSpacing" refType="w" fact="0.18"/>
                  <dgm:constr type="h" for="ch" forName="BalanceSpacing" refType="h"/>
                </dgm:constrLst>
              </dgm:else>
            </dgm:choose>
          </dgm:else>
        </dgm:choose>
        <dgm:layoutNode name="Parent1" styleLbl="node1">
          <dgm:varLst>
            <dgm:chMax val="1"/>
            <dgm:chPref val="1"/>
            <dgm:bulletEnabled val="1"/>
          </dgm:varLst>
          <dgm:alg type="tx"/>
          <dgm:shape xmlns:r="http://schemas.openxmlformats.org/officeDocument/2006/relationships" rot="90" type="hexagon" r:blip="">
            <dgm:adjLst>
              <dgm:adj idx="1" val="0.25"/>
              <dgm:adj idx="2" val="1.1547"/>
            </dgm:adjLst>
          </dgm:shape>
          <dgm:presOf axis="self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Childtext1" styleLbl="revTx">
          <dgm:varLst>
            <dgm:chMax val="0"/>
            <dgm:chPref val="0"/>
            <dgm:bulletEnabled val="1"/>
          </dgm:varLst>
          <dgm:choose name="Name10">
            <dgm:if name="Name11" func="var" arg="dir" op="equ" val="norm">
              <dgm:choose name="Name12">
                <dgm:if name="Name13" axis="self" ptType="node" func="posOdd" op="equ" val="1">
                  <dgm:alg type="tx">
                    <dgm:param type="parTxLTRAlign" val="l"/>
                  </dgm:alg>
                </dgm:if>
                <dgm:else name="Name14">
                  <dgm:alg type="tx">
                    <dgm:param type="parTxLTRAlign" val="r"/>
                  </dgm:alg>
                </dgm:else>
              </dgm:choose>
            </dgm:if>
            <dgm:else name="Name15">
              <dgm:choose name="Name16">
                <dgm:if name="Name17" axis="self" ptType="node" func="posOdd" op="equ" val="1">
                  <dgm:alg type="tx">
                    <dgm:param type="parTxLTRAlign" val="r"/>
                  </dgm:alg>
                </dgm:if>
                <dgm:else name="Name18">
                  <dgm:alg type="tx">
                    <dgm:param type="parTxLTRAlign" val="l"/>
                  </dgm:alg>
                </dgm:else>
              </dgm:choose>
            </dgm:else>
          </dgm:choose>
          <dgm:shape xmlns:r="http://schemas.openxmlformats.org/officeDocument/2006/relationships" type="rect" r:blip="">
            <dgm:adjLst/>
          </dgm:shape>
          <dgm:presOf axis="des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BalanceSpacing">
          <dgm:alg type="sp"/>
          <dgm:shape xmlns:r="http://schemas.openxmlformats.org/officeDocument/2006/relationships" r:blip="">
            <dgm:adjLst/>
          </dgm:shape>
        </dgm:layoutNode>
        <dgm:layoutNode name="BalanceSpacing1">
          <dgm:alg type="sp"/>
          <dgm:shape xmlns:r="http://schemas.openxmlformats.org/officeDocument/2006/relationships" r:blip="">
            <dgm:adjLst/>
          </dgm:shape>
        </dgm:layoutNode>
        <dgm:forEach name="Name19" axis="followSib" ptType="sibTrans" hideLastTrans="0" cnt="1">
          <dgm:layoutNode name="Accent1Text" styleLbl="node1">
            <dgm:alg type="tx"/>
            <dgm:shape xmlns:r="http://schemas.openxmlformats.org/officeDocument/2006/relationships" rot="90" type="hexagon" r:blip="">
              <dgm:adjLst>
                <dgm:adj idx="1" val="0.25"/>
                <dgm:adj idx="2" val="1.1547"/>
              </dgm:adjLst>
            </dgm:shape>
            <dgm:presOf axis="self" ptType="sibTrans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forEach>
      </dgm:layoutNode>
      <dgm:forEach name="Name2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3d9">
  <dgm:title val=""/>
  <dgm:desc val=""/>
  <dgm:catLst>
    <dgm:cat type="3D" pri="11900"/>
  </dgm:catLst>
  <dgm:scene3d>
    <a:camera prst="perspectiveRelaxed">
      <a:rot lat="19149996" lon="20104178" rev="1577324"/>
    </a:camera>
    <a:lightRig rig="soft" dir="t"/>
    <a:backdrop>
      <a:anchor x="0" y="0" z="-210000"/>
      <a:norm dx="0" dy="0" dz="914400"/>
      <a:up dx="0" dy="914400" dz="0"/>
    </a:backdrop>
  </dgm:scene3d>
  <dgm:styleLbl name="node0">
    <dgm:scene3d>
      <a:camera prst="orthographicFront"/>
      <a:lightRig rig="threePt" dir="t"/>
    </dgm:scene3d>
    <dgm:sp3d extrusionH="152250" prstMaterial="matte">
      <a:bevelT w="165100" prst="coolSlant"/>
    </dgm:sp3d>
    <dgm:txPr>
      <a:sp3d extrusionH="28000" prstMaterial="matte"/>
    </dgm:txPr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 extrusionH="152250" prstMaterial="matte">
      <a:bevelT w="165100" prst="coolSlant"/>
    </dgm:sp3d>
    <dgm:txPr>
      <a:sp3d extrusionH="28000" prstMaterial="matte"/>
    </dgm:txPr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 extrusionH="152250" prstMaterial="matte">
      <a:bevelT w="165100" prst="coolSlant"/>
    </dgm:sp3d>
    <dgm:txPr>
      <a:sp3d extrusionH="28000" prstMaterial="matte"/>
    </dgm:txPr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 extrusionH="152250" prstMaterial="matte">
      <a:bevelT w="165100" prst="coolSlant"/>
    </dgm:sp3d>
    <dgm:txPr>
      <a:sp3d extrusionH="28000" prstMaterial="matte"/>
    </dgm:txPr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 extrusionH="152250" prstMaterial="matte">
      <a:bevelT w="165100" prst="coolSlant"/>
    </dgm:sp3d>
    <dgm:txPr>
      <a:sp3d extrusionH="28000" prstMaterial="matte"/>
    </dgm:txPr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 extrusionH="152250" prstMaterial="matte">
      <a:bevelT w="165100" prst="coolSlant"/>
    </dgm:sp3d>
    <dgm:txPr>
      <a:sp3d extrusionH="28000" prstMaterial="matte"/>
    </dgm:txPr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 extrusionH="152250" prstMaterial="matte">
      <a:bevelT w="165100" prst="coolSlant"/>
    </dgm:sp3d>
    <dgm:txPr>
      <a:sp3d extrusionH="28000" prstMaterial="matte"/>
    </dgm:txPr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 extrusionH="152250" prstMaterial="matte">
      <a:bevelT w="165100" prst="coolSlant"/>
    </dgm:sp3d>
    <dgm:txPr>
      <a:sp3d extrusionH="28000" prstMaterial="matte"/>
    </dgm:txPr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 extrusionH="152250" prstMaterial="matte">
      <a:bevelT w="165100" prst="coolSlan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 z="-22735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 z="-22735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 prstMaterial="matte"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 z="-22735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 z="-22735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 extrusionH="152250" prstMaterial="matte">
      <a:bevelT w="165100" prst="coolSlant"/>
    </dgm:sp3d>
    <dgm:txPr>
      <a:sp3d extrusionH="28000" prstMaterial="matte"/>
    </dgm:txPr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 extrusionH="152250" prstMaterial="matte">
      <a:bevelT w="165100" prst="coolSlant"/>
    </dgm:sp3d>
    <dgm:txPr>
      <a:sp3d extrusionH="28000" prstMaterial="matte"/>
    </dgm:txPr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 extrusionH="152250" prstMaterial="matte">
      <a:bevelT w="165100" prst="coolSlant"/>
    </dgm:sp3d>
    <dgm:txPr>
      <a:sp3d extrusionH="28000" prstMaterial="matte"/>
    </dgm:txPr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 extrusionH="152250" prstMaterial="matte">
      <a:bevelT w="165100" prst="coolSlant"/>
    </dgm:sp3d>
    <dgm:txPr>
      <a:sp3d extrusionH="28000" prstMaterial="matte"/>
    </dgm:txPr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 z="-22735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 z="-22735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 z="-227350" prstMaterial="matte"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 z="-227350" prstMaterial="matte"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 z="-22735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22735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 z="-22735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 z="-22735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 z="-22735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 extrusionH="152250" prstMaterial="matte">
      <a:bevelT w="165100" prst="coolSlan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 extrusionH="152250" prstMaterial="matte">
      <a:bevelT w="165100" prst="coolSlan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 z="-22735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 extrusionH="152250" prstMaterial="matte">
      <a:bevelT w="165100" prst="coolSlan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 z="-22735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 extrusionH="152250" prstMaterial="matte">
      <a:bevelT w="165100" prst="coolSlan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 z="-22735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 z="-22735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 z="-22735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22735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>
      <a:sp3d extrusionH="28000" prstMaterial="matte"/>
    </dgm:txPr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>
            <a:extLst>
              <a:ext uri="{FF2B5EF4-FFF2-40B4-BE49-F238E27FC236}">
                <a16:creationId xmlns:a16="http://schemas.microsoft.com/office/drawing/2014/main" id="{B76F666D-E0C2-435B-BAA8-9287F9E5D38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ru-RU" dirty="0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19FEBCAF-CB3F-4928-91AA-D61472F880C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05E2833C-BE82-4A7C-95A5-05EE92016B5B}" type="datetime1">
              <a:rPr lang="ru-RU" smtClean="0"/>
              <a:t>15.07.2026</a:t>
            </a:fld>
            <a:endParaRPr lang="ru-RU" dirty="0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69256698-63C6-4CCC-81CB-EA5604C30F1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ru-RU" dirty="0"/>
          </a:p>
        </p:txBody>
      </p:sp>
      <p:sp>
        <p:nvSpPr>
          <p:cNvPr id="5" name="Номер слайда 4">
            <a:extLst>
              <a:ext uri="{FF2B5EF4-FFF2-40B4-BE49-F238E27FC236}">
                <a16:creationId xmlns:a16="http://schemas.microsoft.com/office/drawing/2014/main" id="{B2467FDA-05D7-4760-A373-5D6AEAAF427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682C0B10-7CAE-41E4-AB02-7E8B1FF2B898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687537592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ru-RU" noProof="0" dirty="0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AB7B202-C390-493D-8D1F-E22209051E94}" type="datetime1">
              <a:rPr lang="ru-RU" smtClean="0"/>
              <a:pPr/>
              <a:t>15.07.2026</a:t>
            </a:fld>
            <a:endParaRPr lang="ru-RU" dirty="0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ru-RU" noProof="0" dirty="0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ru-RU" noProof="0" dirty="0"/>
              <a:t>Образец текста</a:t>
            </a:r>
          </a:p>
          <a:p>
            <a:pPr lvl="1" rtl="0"/>
            <a:r>
              <a:rPr lang="ru-RU" noProof="0" dirty="0"/>
              <a:t>Второй уровень</a:t>
            </a:r>
          </a:p>
          <a:p>
            <a:pPr lvl="2" rtl="0"/>
            <a:r>
              <a:rPr lang="ru-RU" noProof="0" dirty="0"/>
              <a:t>Третий уровень</a:t>
            </a:r>
          </a:p>
          <a:p>
            <a:pPr lvl="3" rtl="0"/>
            <a:r>
              <a:rPr lang="ru-RU" noProof="0" dirty="0"/>
              <a:t>Четвертый уровень</a:t>
            </a:r>
          </a:p>
          <a:p>
            <a:pPr lvl="4" rtl="0"/>
            <a:r>
              <a:rPr lang="ru-RU" noProof="0" dirty="0"/>
              <a:t>Пятый уровень</a:t>
            </a:r>
          </a:p>
        </p:txBody>
      </p:sp>
      <p:sp>
        <p:nvSpPr>
          <p:cNvPr id="6" name="Нижний колонтитул 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ru-RU" noProof="0" dirty="0"/>
          </a:p>
        </p:txBody>
      </p:sp>
      <p:sp>
        <p:nvSpPr>
          <p:cNvPr id="7" name="Номер слайда 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EFDDBACE-0F8F-43FD-98F0-DEE13552DADA}" type="slidenum">
              <a:rPr lang="ru-RU" noProof="0" smtClean="0"/>
              <a:t>‹#›</a:t>
            </a:fld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145572236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EFDDBACE-0F8F-43FD-98F0-DEE13552DADA}" type="slidenum">
              <a:rPr lang="ru-RU" smtClean="0"/>
              <a:t>12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48861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6AD6EE87-EBD5-4F12-A48A-63ACA297AC8F}" type="datetimeFigureOut">
              <a:rPr lang="en-US" dirty="0"/>
              <a:t>7/15/2026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Полилиния: Фигура 10">
            <a:extLst>
              <a:ext uri="{FF2B5EF4-FFF2-40B4-BE49-F238E27FC236}">
                <a16:creationId xmlns:a16="http://schemas.microsoft.com/office/drawing/2014/main" id="{94E84508-12CE-4C86-B2C4-1D5DE1634B46}"/>
              </a:ext>
            </a:extLst>
          </p:cNvPr>
          <p:cNvSpPr/>
          <p:nvPr userDrawn="1"/>
        </p:nvSpPr>
        <p:spPr>
          <a:xfrm rot="900000">
            <a:off x="5042826" y="-519717"/>
            <a:ext cx="7777150" cy="7718664"/>
          </a:xfrm>
          <a:custGeom>
            <a:avLst/>
            <a:gdLst>
              <a:gd name="connsiteX0" fmla="*/ 6564153 w 7777150"/>
              <a:gd name="connsiteY0" fmla="*/ 6753221 h 7718664"/>
              <a:gd name="connsiteX1" fmla="*/ 6563132 w 7777150"/>
              <a:gd name="connsiteY1" fmla="*/ 6753924 h 7718664"/>
              <a:gd name="connsiteX2" fmla="*/ 6563132 w 7777150"/>
              <a:gd name="connsiteY2" fmla="*/ 6754775 h 7718664"/>
              <a:gd name="connsiteX3" fmla="*/ 6567865 w 7777150"/>
              <a:gd name="connsiteY3" fmla="*/ 6755450 h 7718664"/>
              <a:gd name="connsiteX4" fmla="*/ 6569087 w 7777150"/>
              <a:gd name="connsiteY4" fmla="*/ 6753925 h 7718664"/>
              <a:gd name="connsiteX5" fmla="*/ 6628482 w 7777150"/>
              <a:gd name="connsiteY5" fmla="*/ 6708774 h 7718664"/>
              <a:gd name="connsiteX6" fmla="*/ 6610901 w 7777150"/>
              <a:gd name="connsiteY6" fmla="*/ 6720920 h 7718664"/>
              <a:gd name="connsiteX7" fmla="*/ 6607794 w 7777150"/>
              <a:gd name="connsiteY7" fmla="*/ 6724148 h 7718664"/>
              <a:gd name="connsiteX8" fmla="*/ 6619848 w 7777150"/>
              <a:gd name="connsiteY8" fmla="*/ 6716434 h 7718664"/>
              <a:gd name="connsiteX9" fmla="*/ 6839305 w 7777150"/>
              <a:gd name="connsiteY9" fmla="*/ 6558707 h 7718664"/>
              <a:gd name="connsiteX10" fmla="*/ 6839039 w 7777150"/>
              <a:gd name="connsiteY10" fmla="*/ 6558801 h 7718664"/>
              <a:gd name="connsiteX11" fmla="*/ 6837070 w 7777150"/>
              <a:gd name="connsiteY11" fmla="*/ 6572293 h 7718664"/>
              <a:gd name="connsiteX12" fmla="*/ 6789429 w 7777150"/>
              <a:gd name="connsiteY12" fmla="*/ 6625890 h 7718664"/>
              <a:gd name="connsiteX13" fmla="*/ 6732852 w 7777150"/>
              <a:gd name="connsiteY13" fmla="*/ 6688418 h 7718664"/>
              <a:gd name="connsiteX14" fmla="*/ 6736263 w 7777150"/>
              <a:gd name="connsiteY14" fmla="*/ 6687633 h 7718664"/>
              <a:gd name="connsiteX15" fmla="*/ 6789429 w 7777150"/>
              <a:gd name="connsiteY15" fmla="*/ 6628865 h 7718664"/>
              <a:gd name="connsiteX16" fmla="*/ 6837070 w 7777150"/>
              <a:gd name="connsiteY16" fmla="*/ 6575269 h 7718664"/>
              <a:gd name="connsiteX17" fmla="*/ 6839305 w 7777150"/>
              <a:gd name="connsiteY17" fmla="*/ 6558707 h 7718664"/>
              <a:gd name="connsiteX18" fmla="*/ 2782054 w 7777150"/>
              <a:gd name="connsiteY18" fmla="*/ 7594165 h 7718664"/>
              <a:gd name="connsiteX19" fmla="*/ 2812852 w 7777150"/>
              <a:gd name="connsiteY19" fmla="*/ 7595094 h 7718664"/>
              <a:gd name="connsiteX20" fmla="*/ 2945354 w 7777150"/>
              <a:gd name="connsiteY20" fmla="*/ 7629337 h 7718664"/>
              <a:gd name="connsiteX21" fmla="*/ 3001930 w 7777150"/>
              <a:gd name="connsiteY21" fmla="*/ 7632313 h 7718664"/>
              <a:gd name="connsiteX22" fmla="*/ 3143116 w 7777150"/>
              <a:gd name="connsiteY22" fmla="*/ 7701578 h 7718664"/>
              <a:gd name="connsiteX23" fmla="*/ 3082549 w 7777150"/>
              <a:gd name="connsiteY23" fmla="*/ 7717806 h 7718664"/>
              <a:gd name="connsiteX24" fmla="*/ 3037661 w 7777150"/>
              <a:gd name="connsiteY24" fmla="*/ 7703779 h 7718664"/>
              <a:gd name="connsiteX25" fmla="*/ 2957265 w 7777150"/>
              <a:gd name="connsiteY25" fmla="*/ 7668047 h 7718664"/>
              <a:gd name="connsiteX26" fmla="*/ 2864960 w 7777150"/>
              <a:gd name="connsiteY26" fmla="*/ 7638271 h 7718664"/>
              <a:gd name="connsiteX27" fmla="*/ 2769678 w 7777150"/>
              <a:gd name="connsiteY27" fmla="*/ 7605516 h 7718664"/>
              <a:gd name="connsiteX28" fmla="*/ 2782054 w 7777150"/>
              <a:gd name="connsiteY28" fmla="*/ 7594165 h 7718664"/>
              <a:gd name="connsiteX29" fmla="*/ 2608887 w 7777150"/>
              <a:gd name="connsiteY29" fmla="*/ 7429840 h 7718664"/>
              <a:gd name="connsiteX30" fmla="*/ 2719060 w 7777150"/>
              <a:gd name="connsiteY30" fmla="*/ 7450682 h 7718664"/>
              <a:gd name="connsiteX31" fmla="*/ 2766702 w 7777150"/>
              <a:gd name="connsiteY31" fmla="*/ 7492368 h 7718664"/>
              <a:gd name="connsiteX32" fmla="*/ 2930467 w 7777150"/>
              <a:gd name="connsiteY32" fmla="*/ 7540009 h 7718664"/>
              <a:gd name="connsiteX33" fmla="*/ 3255027 w 7777150"/>
              <a:gd name="connsiteY33" fmla="*/ 7623382 h 7718664"/>
              <a:gd name="connsiteX34" fmla="*/ 3335420 w 7777150"/>
              <a:gd name="connsiteY34" fmla="*/ 7638271 h 7718664"/>
              <a:gd name="connsiteX35" fmla="*/ 3362169 w 7777150"/>
              <a:gd name="connsiteY35" fmla="*/ 7642882 h 7718664"/>
              <a:gd name="connsiteX36" fmla="*/ 3252495 w 7777150"/>
              <a:gd name="connsiteY36" fmla="*/ 7672270 h 7718664"/>
              <a:gd name="connsiteX37" fmla="*/ 3231206 w 7777150"/>
              <a:gd name="connsiteY37" fmla="*/ 7668047 h 7718664"/>
              <a:gd name="connsiteX38" fmla="*/ 3115079 w 7777150"/>
              <a:gd name="connsiteY38" fmla="*/ 7644226 h 7718664"/>
              <a:gd name="connsiteX39" fmla="*/ 3013840 w 7777150"/>
              <a:gd name="connsiteY39" fmla="*/ 7626361 h 7718664"/>
              <a:gd name="connsiteX40" fmla="*/ 2891760 w 7777150"/>
              <a:gd name="connsiteY40" fmla="*/ 7569785 h 7718664"/>
              <a:gd name="connsiteX41" fmla="*/ 2739902 w 7777150"/>
              <a:gd name="connsiteY41" fmla="*/ 7513213 h 7718664"/>
              <a:gd name="connsiteX42" fmla="*/ 2582091 w 7777150"/>
              <a:gd name="connsiteY42" fmla="*/ 7450681 h 7718664"/>
              <a:gd name="connsiteX43" fmla="*/ 2608887 w 7777150"/>
              <a:gd name="connsiteY43" fmla="*/ 7429840 h 7718664"/>
              <a:gd name="connsiteX44" fmla="*/ 2305173 w 7777150"/>
              <a:gd name="connsiteY44" fmla="*/ 7420905 h 7718664"/>
              <a:gd name="connsiteX45" fmla="*/ 2647595 w 7777150"/>
              <a:gd name="connsiteY45" fmla="*/ 7566806 h 7718664"/>
              <a:gd name="connsiteX46" fmla="*/ 2769678 w 7777150"/>
              <a:gd name="connsiteY46" fmla="*/ 7605516 h 7718664"/>
              <a:gd name="connsiteX47" fmla="*/ 2861982 w 7777150"/>
              <a:gd name="connsiteY47" fmla="*/ 7638268 h 7718664"/>
              <a:gd name="connsiteX48" fmla="*/ 2954288 w 7777150"/>
              <a:gd name="connsiteY48" fmla="*/ 7668044 h 7718664"/>
              <a:gd name="connsiteX49" fmla="*/ 3034682 w 7777150"/>
              <a:gd name="connsiteY49" fmla="*/ 7703775 h 7718664"/>
              <a:gd name="connsiteX50" fmla="*/ 3016816 w 7777150"/>
              <a:gd name="connsiteY50" fmla="*/ 7718664 h 7718664"/>
              <a:gd name="connsiteX51" fmla="*/ 2969175 w 7777150"/>
              <a:gd name="connsiteY51" fmla="*/ 7709731 h 7718664"/>
              <a:gd name="connsiteX52" fmla="*/ 2799453 w 7777150"/>
              <a:gd name="connsiteY52" fmla="*/ 7647203 h 7718664"/>
              <a:gd name="connsiteX53" fmla="*/ 2716081 w 7777150"/>
              <a:gd name="connsiteY53" fmla="*/ 7614447 h 7718664"/>
              <a:gd name="connsiteX54" fmla="*/ 2632708 w 7777150"/>
              <a:gd name="connsiteY54" fmla="*/ 7578716 h 7718664"/>
              <a:gd name="connsiteX55" fmla="*/ 2522536 w 7777150"/>
              <a:gd name="connsiteY55" fmla="*/ 7540009 h 7718664"/>
              <a:gd name="connsiteX56" fmla="*/ 2427252 w 7777150"/>
              <a:gd name="connsiteY56" fmla="*/ 7498323 h 7718664"/>
              <a:gd name="connsiteX57" fmla="*/ 2352815 w 7777150"/>
              <a:gd name="connsiteY57" fmla="*/ 7459612 h 7718664"/>
              <a:gd name="connsiteX58" fmla="*/ 2305173 w 7777150"/>
              <a:gd name="connsiteY58" fmla="*/ 7420905 h 7718664"/>
              <a:gd name="connsiteX59" fmla="*/ 2397480 w 7777150"/>
              <a:gd name="connsiteY59" fmla="*/ 7349443 h 7718664"/>
              <a:gd name="connsiteX60" fmla="*/ 2445122 w 7777150"/>
              <a:gd name="connsiteY60" fmla="*/ 7346467 h 7718664"/>
              <a:gd name="connsiteX61" fmla="*/ 2608887 w 7777150"/>
              <a:gd name="connsiteY61" fmla="*/ 7429840 h 7718664"/>
              <a:gd name="connsiteX62" fmla="*/ 2588046 w 7777150"/>
              <a:gd name="connsiteY62" fmla="*/ 7441750 h 7718664"/>
              <a:gd name="connsiteX63" fmla="*/ 2397480 w 7777150"/>
              <a:gd name="connsiteY63" fmla="*/ 7349443 h 7718664"/>
              <a:gd name="connsiteX64" fmla="*/ 7605289 w 7777150"/>
              <a:gd name="connsiteY64" fmla="*/ 5949975 h 7718664"/>
              <a:gd name="connsiteX65" fmla="*/ 7603779 w 7777150"/>
              <a:gd name="connsiteY65" fmla="*/ 5950622 h 7718664"/>
              <a:gd name="connsiteX66" fmla="*/ 7571259 w 7777150"/>
              <a:gd name="connsiteY66" fmla="*/ 6028673 h 7718664"/>
              <a:gd name="connsiteX67" fmla="*/ 7768327 w 7777150"/>
              <a:gd name="connsiteY67" fmla="*/ 5740775 h 7718664"/>
              <a:gd name="connsiteX68" fmla="*/ 7777150 w 7777150"/>
              <a:gd name="connsiteY68" fmla="*/ 5773700 h 7718664"/>
              <a:gd name="connsiteX69" fmla="*/ 7775014 w 7777150"/>
              <a:gd name="connsiteY69" fmla="*/ 5777274 h 7718664"/>
              <a:gd name="connsiteX70" fmla="*/ 7706527 w 7777150"/>
              <a:gd name="connsiteY70" fmla="*/ 5905312 h 7718664"/>
              <a:gd name="connsiteX71" fmla="*/ 7644000 w 7777150"/>
              <a:gd name="connsiteY71" fmla="*/ 5985706 h 7718664"/>
              <a:gd name="connsiteX72" fmla="*/ 7685686 w 7777150"/>
              <a:gd name="connsiteY72" fmla="*/ 5902333 h 7718664"/>
              <a:gd name="connsiteX73" fmla="*/ 7721417 w 7777150"/>
              <a:gd name="connsiteY73" fmla="*/ 5818960 h 7718664"/>
              <a:gd name="connsiteX74" fmla="*/ 7748213 w 7777150"/>
              <a:gd name="connsiteY74" fmla="*/ 5774298 h 7718664"/>
              <a:gd name="connsiteX75" fmla="*/ 2195719 w 7777150"/>
              <a:gd name="connsiteY75" fmla="*/ 7067587 h 7718664"/>
              <a:gd name="connsiteX76" fmla="*/ 2195748 w 7777150"/>
              <a:gd name="connsiteY76" fmla="*/ 7068434 h 7718664"/>
              <a:gd name="connsiteX77" fmla="*/ 2205804 w 7777150"/>
              <a:gd name="connsiteY77" fmla="*/ 7080606 h 7718664"/>
              <a:gd name="connsiteX78" fmla="*/ 2206911 w 7777150"/>
              <a:gd name="connsiteY78" fmla="*/ 7075504 h 7718664"/>
              <a:gd name="connsiteX79" fmla="*/ 1840668 w 7777150"/>
              <a:gd name="connsiteY79" fmla="*/ 7143991 h 7718664"/>
              <a:gd name="connsiteX80" fmla="*/ 2043145 w 7777150"/>
              <a:gd name="connsiteY80" fmla="*/ 7257140 h 7718664"/>
              <a:gd name="connsiteX81" fmla="*/ 2084831 w 7777150"/>
              <a:gd name="connsiteY81" fmla="*/ 7304781 h 7718664"/>
              <a:gd name="connsiteX82" fmla="*/ 1989548 w 7777150"/>
              <a:gd name="connsiteY82" fmla="*/ 7254160 h 7718664"/>
              <a:gd name="connsiteX83" fmla="*/ 1918086 w 7777150"/>
              <a:gd name="connsiteY83" fmla="*/ 7209498 h 7718664"/>
              <a:gd name="connsiteX84" fmla="*/ 1840668 w 7777150"/>
              <a:gd name="connsiteY84" fmla="*/ 7143991 h 7718664"/>
              <a:gd name="connsiteX85" fmla="*/ 7574028 w 7777150"/>
              <a:gd name="connsiteY85" fmla="*/ 5576942 h 7718664"/>
              <a:gd name="connsiteX86" fmla="*/ 7562090 w 7777150"/>
              <a:gd name="connsiteY86" fmla="*/ 5594186 h 7718664"/>
              <a:gd name="connsiteX87" fmla="*/ 7533457 w 7777150"/>
              <a:gd name="connsiteY87" fmla="*/ 5631001 h 7718664"/>
              <a:gd name="connsiteX88" fmla="*/ 7503173 w 7777150"/>
              <a:gd name="connsiteY88" fmla="*/ 5679289 h 7718664"/>
              <a:gd name="connsiteX89" fmla="*/ 7495119 w 7777150"/>
              <a:gd name="connsiteY89" fmla="*/ 5690923 h 7718664"/>
              <a:gd name="connsiteX90" fmla="*/ 7456410 w 7777150"/>
              <a:gd name="connsiteY90" fmla="*/ 5762384 h 7718664"/>
              <a:gd name="connsiteX91" fmla="*/ 7417702 w 7777150"/>
              <a:gd name="connsiteY91" fmla="*/ 5827891 h 7718664"/>
              <a:gd name="connsiteX92" fmla="*/ 7325396 w 7777150"/>
              <a:gd name="connsiteY92" fmla="*/ 5949974 h 7718664"/>
              <a:gd name="connsiteX93" fmla="*/ 7292334 w 7777150"/>
              <a:gd name="connsiteY93" fmla="*/ 6001613 h 7718664"/>
              <a:gd name="connsiteX94" fmla="*/ 7279949 w 7777150"/>
              <a:gd name="connsiteY94" fmla="*/ 6020421 h 7718664"/>
              <a:gd name="connsiteX95" fmla="*/ 7245002 w 7777150"/>
              <a:gd name="connsiteY95" fmla="*/ 6072054 h 7718664"/>
              <a:gd name="connsiteX96" fmla="*/ 7173540 w 7777150"/>
              <a:gd name="connsiteY96" fmla="*/ 6170317 h 7718664"/>
              <a:gd name="connsiteX97" fmla="*/ 7167581 w 7777150"/>
              <a:gd name="connsiteY97" fmla="*/ 6173958 h 7718664"/>
              <a:gd name="connsiteX98" fmla="*/ 7162704 w 7777150"/>
              <a:gd name="connsiteY98" fmla="*/ 6181183 h 7718664"/>
              <a:gd name="connsiteX99" fmla="*/ 7170561 w 7777150"/>
              <a:gd name="connsiteY99" fmla="*/ 6176272 h 7718664"/>
              <a:gd name="connsiteX100" fmla="*/ 7242022 w 7777150"/>
              <a:gd name="connsiteY100" fmla="*/ 6078013 h 7718664"/>
              <a:gd name="connsiteX101" fmla="*/ 7279949 w 7777150"/>
              <a:gd name="connsiteY101" fmla="*/ 6020421 h 7718664"/>
              <a:gd name="connsiteX102" fmla="*/ 7286316 w 7777150"/>
              <a:gd name="connsiteY102" fmla="*/ 6011014 h 7718664"/>
              <a:gd name="connsiteX103" fmla="*/ 7292334 w 7777150"/>
              <a:gd name="connsiteY103" fmla="*/ 6001613 h 7718664"/>
              <a:gd name="connsiteX104" fmla="*/ 7322420 w 7777150"/>
              <a:gd name="connsiteY104" fmla="*/ 5955930 h 7718664"/>
              <a:gd name="connsiteX105" fmla="*/ 7414723 w 7777150"/>
              <a:gd name="connsiteY105" fmla="*/ 5833850 h 7718664"/>
              <a:gd name="connsiteX106" fmla="*/ 7453434 w 7777150"/>
              <a:gd name="connsiteY106" fmla="*/ 5768343 h 7718664"/>
              <a:gd name="connsiteX107" fmla="*/ 7492141 w 7777150"/>
              <a:gd name="connsiteY107" fmla="*/ 5696881 h 7718664"/>
              <a:gd name="connsiteX108" fmla="*/ 7503173 w 7777150"/>
              <a:gd name="connsiteY108" fmla="*/ 5679289 h 7718664"/>
              <a:gd name="connsiteX109" fmla="*/ 7562090 w 7777150"/>
              <a:gd name="connsiteY109" fmla="*/ 5594186 h 7718664"/>
              <a:gd name="connsiteX110" fmla="*/ 7572537 w 7777150"/>
              <a:gd name="connsiteY110" fmla="*/ 5580753 h 7718664"/>
              <a:gd name="connsiteX111" fmla="*/ 7695610 w 7777150"/>
              <a:gd name="connsiteY111" fmla="*/ 5469390 h 7718664"/>
              <a:gd name="connsiteX112" fmla="*/ 7767960 w 7777150"/>
              <a:gd name="connsiteY112" fmla="*/ 5739403 h 7718664"/>
              <a:gd name="connsiteX113" fmla="*/ 7745237 w 7777150"/>
              <a:gd name="connsiteY113" fmla="*/ 5777274 h 7718664"/>
              <a:gd name="connsiteX114" fmla="*/ 7718437 w 7777150"/>
              <a:gd name="connsiteY114" fmla="*/ 5821936 h 7718664"/>
              <a:gd name="connsiteX115" fmla="*/ 7679730 w 7777150"/>
              <a:gd name="connsiteY115" fmla="*/ 5908288 h 7718664"/>
              <a:gd name="connsiteX116" fmla="*/ 7638044 w 7777150"/>
              <a:gd name="connsiteY116" fmla="*/ 5991660 h 7718664"/>
              <a:gd name="connsiteX117" fmla="*/ 7572537 w 7777150"/>
              <a:gd name="connsiteY117" fmla="*/ 6080989 h 7718664"/>
              <a:gd name="connsiteX118" fmla="*/ 7507030 w 7777150"/>
              <a:gd name="connsiteY118" fmla="*/ 6164361 h 7718664"/>
              <a:gd name="connsiteX119" fmla="*/ 7509759 w 7777150"/>
              <a:gd name="connsiteY119" fmla="*/ 6158741 h 7718664"/>
              <a:gd name="connsiteX120" fmla="*/ 7435565 w 7777150"/>
              <a:gd name="connsiteY120" fmla="*/ 6259644 h 7718664"/>
              <a:gd name="connsiteX121" fmla="*/ 7274774 w 7777150"/>
              <a:gd name="connsiteY121" fmla="*/ 6435324 h 7718664"/>
              <a:gd name="connsiteX122" fmla="*/ 7243120 w 7777150"/>
              <a:gd name="connsiteY122" fmla="*/ 6484028 h 7718664"/>
              <a:gd name="connsiteX123" fmla="*/ 7274775 w 7777150"/>
              <a:gd name="connsiteY123" fmla="*/ 6438299 h 7718664"/>
              <a:gd name="connsiteX124" fmla="*/ 7435564 w 7777150"/>
              <a:gd name="connsiteY124" fmla="*/ 6262620 h 7718664"/>
              <a:gd name="connsiteX125" fmla="*/ 7313485 w 7777150"/>
              <a:gd name="connsiteY125" fmla="*/ 6447231 h 7718664"/>
              <a:gd name="connsiteX126" fmla="*/ 7250582 w 7777150"/>
              <a:gd name="connsiteY126" fmla="*/ 6513113 h 7718664"/>
              <a:gd name="connsiteX127" fmla="*/ 7200087 w 7777150"/>
              <a:gd name="connsiteY127" fmla="*/ 6550232 h 7718664"/>
              <a:gd name="connsiteX128" fmla="*/ 7197357 w 7777150"/>
              <a:gd name="connsiteY128" fmla="*/ 6554428 h 7718664"/>
              <a:gd name="connsiteX129" fmla="*/ 7165787 w 7777150"/>
              <a:gd name="connsiteY129" fmla="*/ 6578714 h 7718664"/>
              <a:gd name="connsiteX130" fmla="*/ 7164606 w 7777150"/>
              <a:gd name="connsiteY130" fmla="*/ 6587180 h 7718664"/>
              <a:gd name="connsiteX131" fmla="*/ 7118751 w 7777150"/>
              <a:gd name="connsiteY131" fmla="*/ 6636309 h 7718664"/>
              <a:gd name="connsiteX132" fmla="*/ 6989132 w 7777150"/>
              <a:gd name="connsiteY132" fmla="*/ 6671040 h 7718664"/>
              <a:gd name="connsiteX133" fmla="*/ 7013864 w 7777150"/>
              <a:gd name="connsiteY133" fmla="*/ 6649337 h 7718664"/>
              <a:gd name="connsiteX134" fmla="*/ 7066343 w 7777150"/>
              <a:gd name="connsiteY134" fmla="*/ 6599090 h 7718664"/>
              <a:gd name="connsiteX135" fmla="*/ 7111009 w 7777150"/>
              <a:gd name="connsiteY135" fmla="*/ 6524651 h 7718664"/>
              <a:gd name="connsiteX136" fmla="*/ 7175165 w 7777150"/>
              <a:gd name="connsiteY136" fmla="*/ 6465841 h 7718664"/>
              <a:gd name="connsiteX137" fmla="*/ 7175681 w 7777150"/>
              <a:gd name="connsiteY137" fmla="*/ 6462146 h 7718664"/>
              <a:gd name="connsiteX138" fmla="*/ 7113987 w 7777150"/>
              <a:gd name="connsiteY138" fmla="*/ 6518697 h 7718664"/>
              <a:gd name="connsiteX139" fmla="*/ 7069322 w 7777150"/>
              <a:gd name="connsiteY139" fmla="*/ 6593135 h 7718664"/>
              <a:gd name="connsiteX140" fmla="*/ 7016843 w 7777150"/>
              <a:gd name="connsiteY140" fmla="*/ 6643382 h 7718664"/>
              <a:gd name="connsiteX141" fmla="*/ 6983652 w 7777150"/>
              <a:gd name="connsiteY141" fmla="*/ 6672509 h 7718664"/>
              <a:gd name="connsiteX142" fmla="*/ 6761122 w 7777150"/>
              <a:gd name="connsiteY142" fmla="*/ 6732136 h 7718664"/>
              <a:gd name="connsiteX143" fmla="*/ 6831115 w 7777150"/>
              <a:gd name="connsiteY143" fmla="*/ 6682462 h 7718664"/>
              <a:gd name="connsiteX144" fmla="*/ 6917467 w 7777150"/>
              <a:gd name="connsiteY144" fmla="*/ 6593134 h 7718664"/>
              <a:gd name="connsiteX145" fmla="*/ 6914488 w 7777150"/>
              <a:gd name="connsiteY145" fmla="*/ 6581224 h 7718664"/>
              <a:gd name="connsiteX146" fmla="*/ 6997860 w 7777150"/>
              <a:gd name="connsiteY146" fmla="*/ 6488921 h 7718664"/>
              <a:gd name="connsiteX147" fmla="*/ 7048480 w 7777150"/>
              <a:gd name="connsiteY147" fmla="*/ 6447234 h 7718664"/>
              <a:gd name="connsiteX148" fmla="*/ 7081233 w 7777150"/>
              <a:gd name="connsiteY148" fmla="*/ 6405548 h 7718664"/>
              <a:gd name="connsiteX149" fmla="*/ 7111008 w 7777150"/>
              <a:gd name="connsiteY149" fmla="*/ 6363862 h 7718664"/>
              <a:gd name="connsiteX150" fmla="*/ 7197360 w 7777150"/>
              <a:gd name="connsiteY150" fmla="*/ 6262624 h 7718664"/>
              <a:gd name="connsiteX151" fmla="*/ 7277754 w 7777150"/>
              <a:gd name="connsiteY151" fmla="*/ 6158406 h 7718664"/>
              <a:gd name="connsiteX152" fmla="*/ 7399836 w 7777150"/>
              <a:gd name="connsiteY152" fmla="*/ 5973795 h 7718664"/>
              <a:gd name="connsiteX153" fmla="*/ 7510006 w 7777150"/>
              <a:gd name="connsiteY153" fmla="*/ 5786208 h 7718664"/>
              <a:gd name="connsiteX154" fmla="*/ 7596358 w 7777150"/>
              <a:gd name="connsiteY154" fmla="*/ 5646260 h 7718664"/>
              <a:gd name="connsiteX155" fmla="*/ 7676751 w 7777150"/>
              <a:gd name="connsiteY155" fmla="*/ 5503336 h 7718664"/>
              <a:gd name="connsiteX156" fmla="*/ 7636506 w 7777150"/>
              <a:gd name="connsiteY156" fmla="*/ 5248812 h 7718664"/>
              <a:gd name="connsiteX157" fmla="*/ 7659314 w 7777150"/>
              <a:gd name="connsiteY157" fmla="*/ 5333933 h 7718664"/>
              <a:gd name="connsiteX158" fmla="*/ 7617200 w 7777150"/>
              <a:gd name="connsiteY158" fmla="*/ 5408052 h 7718664"/>
              <a:gd name="connsiteX159" fmla="*/ 7615871 w 7777150"/>
              <a:gd name="connsiteY159" fmla="*/ 5411110 h 7718664"/>
              <a:gd name="connsiteX160" fmla="*/ 7659444 w 7777150"/>
              <a:gd name="connsiteY160" fmla="*/ 5334418 h 7718664"/>
              <a:gd name="connsiteX161" fmla="*/ 7691259 w 7777150"/>
              <a:gd name="connsiteY161" fmla="*/ 5453153 h 7718664"/>
              <a:gd name="connsiteX162" fmla="*/ 7688661 w 7777150"/>
              <a:gd name="connsiteY162" fmla="*/ 5458673 h 7718664"/>
              <a:gd name="connsiteX163" fmla="*/ 7658886 w 7777150"/>
              <a:gd name="connsiteY163" fmla="*/ 5512270 h 7718664"/>
              <a:gd name="connsiteX164" fmla="*/ 7578492 w 7777150"/>
              <a:gd name="connsiteY164" fmla="*/ 5655195 h 7718664"/>
              <a:gd name="connsiteX165" fmla="*/ 7492140 w 7777150"/>
              <a:gd name="connsiteY165" fmla="*/ 5795139 h 7718664"/>
              <a:gd name="connsiteX166" fmla="*/ 7381971 w 7777150"/>
              <a:gd name="connsiteY166" fmla="*/ 5982730 h 7718664"/>
              <a:gd name="connsiteX167" fmla="*/ 7259888 w 7777150"/>
              <a:gd name="connsiteY167" fmla="*/ 6167341 h 7718664"/>
              <a:gd name="connsiteX168" fmla="*/ 7179495 w 7777150"/>
              <a:gd name="connsiteY168" fmla="*/ 6271554 h 7718664"/>
              <a:gd name="connsiteX169" fmla="*/ 7093143 w 7777150"/>
              <a:gd name="connsiteY169" fmla="*/ 6372792 h 7718664"/>
              <a:gd name="connsiteX170" fmla="*/ 7063367 w 7777150"/>
              <a:gd name="connsiteY170" fmla="*/ 6414479 h 7718664"/>
              <a:gd name="connsiteX171" fmla="*/ 7030615 w 7777150"/>
              <a:gd name="connsiteY171" fmla="*/ 6456165 h 7718664"/>
              <a:gd name="connsiteX172" fmla="*/ 6979994 w 7777150"/>
              <a:gd name="connsiteY172" fmla="*/ 6497851 h 7718664"/>
              <a:gd name="connsiteX173" fmla="*/ 6897207 w 7777150"/>
              <a:gd name="connsiteY173" fmla="*/ 6589515 h 7718664"/>
              <a:gd name="connsiteX174" fmla="*/ 6899598 w 7777150"/>
              <a:gd name="connsiteY174" fmla="*/ 6599089 h 7718664"/>
              <a:gd name="connsiteX175" fmla="*/ 6813249 w 7777150"/>
              <a:gd name="connsiteY175" fmla="*/ 6688418 h 7718664"/>
              <a:gd name="connsiteX176" fmla="*/ 6745897 w 7777150"/>
              <a:gd name="connsiteY176" fmla="*/ 6736215 h 7718664"/>
              <a:gd name="connsiteX177" fmla="*/ 6404257 w 7777150"/>
              <a:gd name="connsiteY177" fmla="*/ 6827757 h 7718664"/>
              <a:gd name="connsiteX178" fmla="*/ 6411273 w 7777150"/>
              <a:gd name="connsiteY178" fmla="*/ 6822407 h 7718664"/>
              <a:gd name="connsiteX179" fmla="*/ 6467849 w 7777150"/>
              <a:gd name="connsiteY179" fmla="*/ 6786676 h 7718664"/>
              <a:gd name="connsiteX180" fmla="*/ 6613749 w 7777150"/>
              <a:gd name="connsiteY180" fmla="*/ 6676507 h 7718664"/>
              <a:gd name="connsiteX181" fmla="*/ 6717966 w 7777150"/>
              <a:gd name="connsiteY181" fmla="*/ 6578245 h 7718664"/>
              <a:gd name="connsiteX182" fmla="*/ 6834091 w 7777150"/>
              <a:gd name="connsiteY182" fmla="*/ 6479986 h 7718664"/>
              <a:gd name="connsiteX183" fmla="*/ 7185447 w 7777150"/>
              <a:gd name="connsiteY183" fmla="*/ 6083964 h 7718664"/>
              <a:gd name="connsiteX184" fmla="*/ 7233801 w 7777150"/>
              <a:gd name="connsiteY184" fmla="*/ 6001764 h 7718664"/>
              <a:gd name="connsiteX185" fmla="*/ 7236067 w 7777150"/>
              <a:gd name="connsiteY185" fmla="*/ 5994637 h 7718664"/>
              <a:gd name="connsiteX186" fmla="*/ 7313485 w 7777150"/>
              <a:gd name="connsiteY186" fmla="*/ 5875533 h 7718664"/>
              <a:gd name="connsiteX187" fmla="*/ 7337306 w 7777150"/>
              <a:gd name="connsiteY187" fmla="*/ 5839802 h 7718664"/>
              <a:gd name="connsiteX188" fmla="*/ 7368979 w 7777150"/>
              <a:gd name="connsiteY188" fmla="*/ 5795871 h 7718664"/>
              <a:gd name="connsiteX189" fmla="*/ 7378992 w 7777150"/>
              <a:gd name="connsiteY189" fmla="*/ 5777274 h 7718664"/>
              <a:gd name="connsiteX190" fmla="*/ 7441520 w 7777150"/>
              <a:gd name="connsiteY190" fmla="*/ 5670081 h 7718664"/>
              <a:gd name="connsiteX191" fmla="*/ 7563603 w 7777150"/>
              <a:gd name="connsiteY191" fmla="*/ 5416984 h 7718664"/>
              <a:gd name="connsiteX192" fmla="*/ 7619804 w 7777150"/>
              <a:gd name="connsiteY192" fmla="*/ 5285970 h 7718664"/>
              <a:gd name="connsiteX193" fmla="*/ 1438185 w 7777150"/>
              <a:gd name="connsiteY193" fmla="*/ 6830951 h 7718664"/>
              <a:gd name="connsiteX194" fmla="*/ 1449489 w 7777150"/>
              <a:gd name="connsiteY194" fmla="*/ 6840648 h 7718664"/>
              <a:gd name="connsiteX195" fmla="*/ 1453350 w 7777150"/>
              <a:gd name="connsiteY195" fmla="*/ 6842615 h 7718664"/>
              <a:gd name="connsiteX196" fmla="*/ 1486096 w 7777150"/>
              <a:gd name="connsiteY196" fmla="*/ 6491655 h 7718664"/>
              <a:gd name="connsiteX197" fmla="*/ 1491992 w 7777150"/>
              <a:gd name="connsiteY197" fmla="*/ 6498836 h 7718664"/>
              <a:gd name="connsiteX198" fmla="*/ 1492288 w 7777150"/>
              <a:gd name="connsiteY198" fmla="*/ 6497852 h 7718664"/>
              <a:gd name="connsiteX199" fmla="*/ 1195061 w 7777150"/>
              <a:gd name="connsiteY199" fmla="*/ 6558794 h 7718664"/>
              <a:gd name="connsiteX200" fmla="*/ 1307518 w 7777150"/>
              <a:gd name="connsiteY200" fmla="*/ 6691203 h 7718664"/>
              <a:gd name="connsiteX201" fmla="*/ 1218350 w 7777150"/>
              <a:gd name="connsiteY201" fmla="*/ 6584200 h 7718664"/>
              <a:gd name="connsiteX202" fmla="*/ 1045653 w 7777150"/>
              <a:gd name="connsiteY202" fmla="*/ 6423410 h 7718664"/>
              <a:gd name="connsiteX203" fmla="*/ 1123070 w 7777150"/>
              <a:gd name="connsiteY203" fmla="*/ 6474031 h 7718664"/>
              <a:gd name="connsiteX204" fmla="*/ 1126871 w 7777150"/>
              <a:gd name="connsiteY204" fmla="*/ 6478507 h 7718664"/>
              <a:gd name="connsiteX205" fmla="*/ 1162149 w 7777150"/>
              <a:gd name="connsiteY205" fmla="*/ 6486313 h 7718664"/>
              <a:gd name="connsiteX206" fmla="*/ 1242171 w 7777150"/>
              <a:gd name="connsiteY206" fmla="*/ 6560379 h 7718664"/>
              <a:gd name="connsiteX207" fmla="*/ 1352343 w 7777150"/>
              <a:gd name="connsiteY207" fmla="*/ 6649708 h 7718664"/>
              <a:gd name="connsiteX208" fmla="*/ 1399985 w 7777150"/>
              <a:gd name="connsiteY208" fmla="*/ 6715214 h 7718664"/>
              <a:gd name="connsiteX209" fmla="*/ 1426782 w 7777150"/>
              <a:gd name="connsiteY209" fmla="*/ 6747970 h 7718664"/>
              <a:gd name="connsiteX210" fmla="*/ 1539930 w 7777150"/>
              <a:gd name="connsiteY210" fmla="*/ 6843252 h 7718664"/>
              <a:gd name="connsiteX211" fmla="*/ 1539890 w 7777150"/>
              <a:gd name="connsiteY211" fmla="*/ 6843288 h 7718664"/>
              <a:gd name="connsiteX212" fmla="*/ 1507178 w 7777150"/>
              <a:gd name="connsiteY212" fmla="*/ 6870049 h 7718664"/>
              <a:gd name="connsiteX213" fmla="*/ 1401804 w 7777150"/>
              <a:gd name="connsiteY213" fmla="*/ 6752965 h 7718664"/>
              <a:gd name="connsiteX214" fmla="*/ 1397009 w 7777150"/>
              <a:gd name="connsiteY214" fmla="*/ 6753924 h 7718664"/>
              <a:gd name="connsiteX215" fmla="*/ 1496727 w 7777150"/>
              <a:gd name="connsiteY215" fmla="*/ 6864723 h 7718664"/>
              <a:gd name="connsiteX216" fmla="*/ 1507178 w 7777150"/>
              <a:gd name="connsiteY216" fmla="*/ 6870049 h 7718664"/>
              <a:gd name="connsiteX217" fmla="*/ 1523554 w 7777150"/>
              <a:gd name="connsiteY217" fmla="*/ 6857768 h 7718664"/>
              <a:gd name="connsiteX218" fmla="*/ 1539890 w 7777150"/>
              <a:gd name="connsiteY218" fmla="*/ 6843288 h 7718664"/>
              <a:gd name="connsiteX219" fmla="*/ 1539933 w 7777150"/>
              <a:gd name="connsiteY219" fmla="*/ 6843252 h 7718664"/>
              <a:gd name="connsiteX220" fmla="*/ 1822803 w 7777150"/>
              <a:gd name="connsiteY220" fmla="*/ 7066570 h 7718664"/>
              <a:gd name="connsiteX221" fmla="*/ 1766230 w 7777150"/>
              <a:gd name="connsiteY221" fmla="*/ 7084436 h 7718664"/>
              <a:gd name="connsiteX222" fmla="*/ 1787072 w 7777150"/>
              <a:gd name="connsiteY222" fmla="*/ 7099325 h 7718664"/>
              <a:gd name="connsiteX223" fmla="*/ 1703699 w 7777150"/>
              <a:gd name="connsiteY223" fmla="*/ 7102302 h 7718664"/>
              <a:gd name="connsiteX224" fmla="*/ 1650102 w 7777150"/>
              <a:gd name="connsiteY224" fmla="*/ 7066570 h 7718664"/>
              <a:gd name="connsiteX225" fmla="*/ 1599485 w 7777150"/>
              <a:gd name="connsiteY225" fmla="*/ 7027863 h 7718664"/>
              <a:gd name="connsiteX226" fmla="*/ 1474426 w 7777150"/>
              <a:gd name="connsiteY226" fmla="*/ 6923646 h 7718664"/>
              <a:gd name="connsiteX227" fmla="*/ 1358298 w 7777150"/>
              <a:gd name="connsiteY227" fmla="*/ 6819431 h 7718664"/>
              <a:gd name="connsiteX228" fmla="*/ 1251105 w 7777150"/>
              <a:gd name="connsiteY228" fmla="*/ 6715214 h 7718664"/>
              <a:gd name="connsiteX229" fmla="*/ 1200487 w 7777150"/>
              <a:gd name="connsiteY229" fmla="*/ 6664597 h 7718664"/>
              <a:gd name="connsiteX230" fmla="*/ 1152846 w 7777150"/>
              <a:gd name="connsiteY230" fmla="*/ 6611000 h 7718664"/>
              <a:gd name="connsiteX231" fmla="*/ 1170712 w 7777150"/>
              <a:gd name="connsiteY231" fmla="*/ 6587180 h 7718664"/>
              <a:gd name="connsiteX232" fmla="*/ 1230264 w 7777150"/>
              <a:gd name="connsiteY232" fmla="*/ 6640776 h 7718664"/>
              <a:gd name="connsiteX233" fmla="*/ 1295770 w 7777150"/>
              <a:gd name="connsiteY233" fmla="*/ 6691393 h 7718664"/>
              <a:gd name="connsiteX234" fmla="*/ 1376164 w 7777150"/>
              <a:gd name="connsiteY234" fmla="*/ 6777746 h 7718664"/>
              <a:gd name="connsiteX235" fmla="*/ 1382998 w 7777150"/>
              <a:gd name="connsiteY235" fmla="*/ 6783606 h 7718664"/>
              <a:gd name="connsiteX236" fmla="*/ 1295770 w 7777150"/>
              <a:gd name="connsiteY236" fmla="*/ 6691393 h 7718664"/>
              <a:gd name="connsiteX237" fmla="*/ 1233240 w 7777150"/>
              <a:gd name="connsiteY237" fmla="*/ 6640776 h 7718664"/>
              <a:gd name="connsiteX238" fmla="*/ 1173688 w 7777150"/>
              <a:gd name="connsiteY238" fmla="*/ 6587179 h 7718664"/>
              <a:gd name="connsiteX239" fmla="*/ 1108180 w 7777150"/>
              <a:gd name="connsiteY239" fmla="*/ 6506783 h 7718664"/>
              <a:gd name="connsiteX240" fmla="*/ 1045653 w 7777150"/>
              <a:gd name="connsiteY240" fmla="*/ 6423410 h 7718664"/>
              <a:gd name="connsiteX241" fmla="*/ 419367 w 7777150"/>
              <a:gd name="connsiteY241" fmla="*/ 2532692 h 7718664"/>
              <a:gd name="connsiteX242" fmla="*/ 420849 w 7777150"/>
              <a:gd name="connsiteY242" fmla="*/ 2533433 h 7718664"/>
              <a:gd name="connsiteX243" fmla="*/ 420989 w 7777150"/>
              <a:gd name="connsiteY243" fmla="*/ 2533017 h 7718664"/>
              <a:gd name="connsiteX244" fmla="*/ 599014 w 7777150"/>
              <a:gd name="connsiteY244" fmla="*/ 2105903 h 7718664"/>
              <a:gd name="connsiteX245" fmla="*/ 533506 w 7777150"/>
              <a:gd name="connsiteY245" fmla="*/ 2227983 h 7718664"/>
              <a:gd name="connsiteX246" fmla="*/ 509686 w 7777150"/>
              <a:gd name="connsiteY246" fmla="*/ 2251804 h 7718664"/>
              <a:gd name="connsiteX247" fmla="*/ 506708 w 7777150"/>
              <a:gd name="connsiteY247" fmla="*/ 2254409 h 7718664"/>
              <a:gd name="connsiteX248" fmla="*/ 506574 w 7777150"/>
              <a:gd name="connsiteY248" fmla="*/ 2254516 h 7718664"/>
              <a:gd name="connsiteX249" fmla="*/ 479910 w 7777150"/>
              <a:gd name="connsiteY249" fmla="*/ 2272649 h 7718664"/>
              <a:gd name="connsiteX250" fmla="*/ 479782 w 7777150"/>
              <a:gd name="connsiteY250" fmla="*/ 2275500 h 7718664"/>
              <a:gd name="connsiteX251" fmla="*/ 474599 w 7777150"/>
              <a:gd name="connsiteY251" fmla="*/ 2389489 h 7718664"/>
              <a:gd name="connsiteX252" fmla="*/ 474749 w 7777150"/>
              <a:gd name="connsiteY252" fmla="*/ 2389217 h 7718664"/>
              <a:gd name="connsiteX253" fmla="*/ 479910 w 7777150"/>
              <a:gd name="connsiteY253" fmla="*/ 2275624 h 7718664"/>
              <a:gd name="connsiteX254" fmla="*/ 506574 w 7777150"/>
              <a:gd name="connsiteY254" fmla="*/ 2254516 h 7718664"/>
              <a:gd name="connsiteX255" fmla="*/ 507824 w 7777150"/>
              <a:gd name="connsiteY255" fmla="*/ 2253665 h 7718664"/>
              <a:gd name="connsiteX256" fmla="*/ 509686 w 7777150"/>
              <a:gd name="connsiteY256" fmla="*/ 2251804 h 7718664"/>
              <a:gd name="connsiteX257" fmla="*/ 533507 w 7777150"/>
              <a:gd name="connsiteY257" fmla="*/ 2230959 h 7718664"/>
              <a:gd name="connsiteX258" fmla="*/ 599014 w 7777150"/>
              <a:gd name="connsiteY258" fmla="*/ 2108879 h 7718664"/>
              <a:gd name="connsiteX259" fmla="*/ 601246 w 7777150"/>
              <a:gd name="connsiteY259" fmla="*/ 2110368 h 7718664"/>
              <a:gd name="connsiteX260" fmla="*/ 602362 w 7777150"/>
              <a:gd name="connsiteY260" fmla="*/ 2108135 h 7718664"/>
              <a:gd name="connsiteX261" fmla="*/ 634742 w 7777150"/>
              <a:gd name="connsiteY261" fmla="*/ 1846851 h 7718664"/>
              <a:gd name="connsiteX262" fmla="*/ 593055 w 7777150"/>
              <a:gd name="connsiteY262" fmla="*/ 1876627 h 7718664"/>
              <a:gd name="connsiteX263" fmla="*/ 530528 w 7777150"/>
              <a:gd name="connsiteY263" fmla="*/ 2007641 h 7718664"/>
              <a:gd name="connsiteX264" fmla="*/ 544832 w 7777150"/>
              <a:gd name="connsiteY264" fmla="*/ 2019086 h 7718664"/>
              <a:gd name="connsiteX265" fmla="*/ 545298 w 7777150"/>
              <a:gd name="connsiteY265" fmla="*/ 2017076 h 7718664"/>
              <a:gd name="connsiteX266" fmla="*/ 533507 w 7777150"/>
              <a:gd name="connsiteY266" fmla="*/ 2007641 h 7718664"/>
              <a:gd name="connsiteX267" fmla="*/ 596034 w 7777150"/>
              <a:gd name="connsiteY267" fmla="*/ 1876627 h 7718664"/>
              <a:gd name="connsiteX268" fmla="*/ 632947 w 7777150"/>
              <a:gd name="connsiteY268" fmla="*/ 1850262 h 7718664"/>
              <a:gd name="connsiteX269" fmla="*/ 864018 w 7777150"/>
              <a:gd name="connsiteY269" fmla="*/ 1677130 h 7718664"/>
              <a:gd name="connsiteX270" fmla="*/ 860257 w 7777150"/>
              <a:gd name="connsiteY270" fmla="*/ 1680141 h 7718664"/>
              <a:gd name="connsiteX271" fmla="*/ 844293 w 7777150"/>
              <a:gd name="connsiteY271" fmla="*/ 1741521 h 7718664"/>
              <a:gd name="connsiteX272" fmla="*/ 834242 w 7777150"/>
              <a:gd name="connsiteY272" fmla="*/ 1772413 h 7718664"/>
              <a:gd name="connsiteX273" fmla="*/ 560303 w 7777150"/>
              <a:gd name="connsiteY273" fmla="*/ 2272649 h 7718664"/>
              <a:gd name="connsiteX274" fmla="*/ 521593 w 7777150"/>
              <a:gd name="connsiteY274" fmla="*/ 2394728 h 7718664"/>
              <a:gd name="connsiteX275" fmla="*/ 485862 w 7777150"/>
              <a:gd name="connsiteY275" fmla="*/ 2519787 h 7718664"/>
              <a:gd name="connsiteX276" fmla="*/ 408444 w 7777150"/>
              <a:gd name="connsiteY276" fmla="*/ 2781816 h 7718664"/>
              <a:gd name="connsiteX277" fmla="*/ 357827 w 7777150"/>
              <a:gd name="connsiteY277" fmla="*/ 2960471 h 7718664"/>
              <a:gd name="connsiteX278" fmla="*/ 334006 w 7777150"/>
              <a:gd name="connsiteY278" fmla="*/ 3094464 h 7718664"/>
              <a:gd name="connsiteX279" fmla="*/ 322096 w 7777150"/>
              <a:gd name="connsiteY279" fmla="*/ 3162947 h 7718664"/>
              <a:gd name="connsiteX280" fmla="*/ 313161 w 7777150"/>
              <a:gd name="connsiteY280" fmla="*/ 3231434 h 7718664"/>
              <a:gd name="connsiteX281" fmla="*/ 286365 w 7777150"/>
              <a:gd name="connsiteY281" fmla="*/ 3416044 h 7718664"/>
              <a:gd name="connsiteX282" fmla="*/ 277431 w 7777150"/>
              <a:gd name="connsiteY282" fmla="*/ 3529193 h 7718664"/>
              <a:gd name="connsiteX283" fmla="*/ 292320 w 7777150"/>
              <a:gd name="connsiteY283" fmla="*/ 3648297 h 7718664"/>
              <a:gd name="connsiteX284" fmla="*/ 299297 w 7777150"/>
              <a:gd name="connsiteY284" fmla="*/ 3583399 h 7718664"/>
              <a:gd name="connsiteX285" fmla="*/ 298275 w 7777150"/>
              <a:gd name="connsiteY285" fmla="*/ 3561945 h 7718664"/>
              <a:gd name="connsiteX286" fmla="*/ 310185 w 7777150"/>
              <a:gd name="connsiteY286" fmla="*/ 3436886 h 7718664"/>
              <a:gd name="connsiteX287" fmla="*/ 336982 w 7777150"/>
              <a:gd name="connsiteY287" fmla="*/ 3252275 h 7718664"/>
              <a:gd name="connsiteX288" fmla="*/ 358237 w 7777150"/>
              <a:gd name="connsiteY288" fmla="*/ 3226770 h 7718664"/>
              <a:gd name="connsiteX289" fmla="*/ 389100 w 7777150"/>
              <a:gd name="connsiteY289" fmla="*/ 3020223 h 7718664"/>
              <a:gd name="connsiteX290" fmla="*/ 387603 w 7777150"/>
              <a:gd name="connsiteY290" fmla="*/ 2984292 h 7718664"/>
              <a:gd name="connsiteX291" fmla="*/ 417019 w 7777150"/>
              <a:gd name="connsiteY291" fmla="*/ 2899960 h 7718664"/>
              <a:gd name="connsiteX292" fmla="*/ 434522 w 7777150"/>
              <a:gd name="connsiteY292" fmla="*/ 2829157 h 7718664"/>
              <a:gd name="connsiteX293" fmla="*/ 429289 w 7777150"/>
              <a:gd name="connsiteY293" fmla="*/ 2841367 h 7718664"/>
              <a:gd name="connsiteX294" fmla="*/ 411424 w 7777150"/>
              <a:gd name="connsiteY294" fmla="*/ 2835412 h 7718664"/>
              <a:gd name="connsiteX295" fmla="*/ 366758 w 7777150"/>
              <a:gd name="connsiteY295" fmla="*/ 2963450 h 7718664"/>
              <a:gd name="connsiteX296" fmla="*/ 369737 w 7777150"/>
              <a:gd name="connsiteY296" fmla="*/ 3034913 h 7718664"/>
              <a:gd name="connsiteX297" fmla="*/ 348893 w 7777150"/>
              <a:gd name="connsiteY297" fmla="*/ 3171882 h 7718664"/>
              <a:gd name="connsiteX298" fmla="*/ 345917 w 7777150"/>
              <a:gd name="connsiteY298" fmla="*/ 3195703 h 7718664"/>
              <a:gd name="connsiteX299" fmla="*/ 316141 w 7777150"/>
              <a:gd name="connsiteY299" fmla="*/ 3231434 h 7718664"/>
              <a:gd name="connsiteX300" fmla="*/ 325072 w 7777150"/>
              <a:gd name="connsiteY300" fmla="*/ 3162947 h 7718664"/>
              <a:gd name="connsiteX301" fmla="*/ 336982 w 7777150"/>
              <a:gd name="connsiteY301" fmla="*/ 3094464 h 7718664"/>
              <a:gd name="connsiteX302" fmla="*/ 360803 w 7777150"/>
              <a:gd name="connsiteY302" fmla="*/ 2960471 h 7718664"/>
              <a:gd name="connsiteX303" fmla="*/ 411424 w 7777150"/>
              <a:gd name="connsiteY303" fmla="*/ 2781816 h 7718664"/>
              <a:gd name="connsiteX304" fmla="*/ 488841 w 7777150"/>
              <a:gd name="connsiteY304" fmla="*/ 2519787 h 7718664"/>
              <a:gd name="connsiteX305" fmla="*/ 524572 w 7777150"/>
              <a:gd name="connsiteY305" fmla="*/ 2394728 h 7718664"/>
              <a:gd name="connsiteX306" fmla="*/ 563280 w 7777150"/>
              <a:gd name="connsiteY306" fmla="*/ 2272649 h 7718664"/>
              <a:gd name="connsiteX307" fmla="*/ 837218 w 7777150"/>
              <a:gd name="connsiteY307" fmla="*/ 1772413 h 7718664"/>
              <a:gd name="connsiteX308" fmla="*/ 864018 w 7777150"/>
              <a:gd name="connsiteY308" fmla="*/ 1677130 h 7718664"/>
              <a:gd name="connsiteX309" fmla="*/ 5842554 w 7777150"/>
              <a:gd name="connsiteY309" fmla="*/ 212154 h 7718664"/>
              <a:gd name="connsiteX310" fmla="*/ 5994410 w 7777150"/>
              <a:gd name="connsiteY310" fmla="*/ 280637 h 7718664"/>
              <a:gd name="connsiteX311" fmla="*/ 6059917 w 7777150"/>
              <a:gd name="connsiteY311" fmla="*/ 334234 h 7718664"/>
              <a:gd name="connsiteX312" fmla="*/ 5914016 w 7777150"/>
              <a:gd name="connsiteY312" fmla="*/ 262772 h 7718664"/>
              <a:gd name="connsiteX313" fmla="*/ 5842554 w 7777150"/>
              <a:gd name="connsiteY313" fmla="*/ 212154 h 7718664"/>
              <a:gd name="connsiteX314" fmla="*/ 917614 w 7777150"/>
              <a:gd name="connsiteY314" fmla="*/ 1379371 h 7718664"/>
              <a:gd name="connsiteX315" fmla="*/ 932501 w 7777150"/>
              <a:gd name="connsiteY315" fmla="*/ 1391281 h 7718664"/>
              <a:gd name="connsiteX316" fmla="*/ 932501 w 7777150"/>
              <a:gd name="connsiteY316" fmla="*/ 1391278 h 7718664"/>
              <a:gd name="connsiteX317" fmla="*/ 917618 w 7777150"/>
              <a:gd name="connsiteY317" fmla="*/ 1379371 h 7718664"/>
              <a:gd name="connsiteX318" fmla="*/ 5364411 w 7777150"/>
              <a:gd name="connsiteY318" fmla="*/ 6459 h 7718664"/>
              <a:gd name="connsiteX319" fmla="*/ 5388519 w 7777150"/>
              <a:gd name="connsiteY319" fmla="*/ 0 h 7718664"/>
              <a:gd name="connsiteX320" fmla="*/ 5400009 w 7777150"/>
              <a:gd name="connsiteY320" fmla="*/ 1487 h 7718664"/>
              <a:gd name="connsiteX321" fmla="*/ 5467377 w 7777150"/>
              <a:gd name="connsiteY321" fmla="*/ 21585 h 7718664"/>
              <a:gd name="connsiteX322" fmla="*/ 5634122 w 7777150"/>
              <a:gd name="connsiteY322" fmla="*/ 104958 h 7718664"/>
              <a:gd name="connsiteX323" fmla="*/ 5377863 w 7777150"/>
              <a:gd name="connsiteY323" fmla="*/ 16189 h 7718664"/>
              <a:gd name="connsiteX324" fmla="*/ 939465 w 7777150"/>
              <a:gd name="connsiteY324" fmla="*/ 1192120 h 7718664"/>
              <a:gd name="connsiteX325" fmla="*/ 989575 w 7777150"/>
              <a:gd name="connsiteY325" fmla="*/ 1178693 h 7718664"/>
              <a:gd name="connsiteX326" fmla="*/ 991590 w 7777150"/>
              <a:gd name="connsiteY326" fmla="*/ 1182987 h 7718664"/>
              <a:gd name="connsiteX327" fmla="*/ 984857 w 7777150"/>
              <a:gd name="connsiteY327" fmla="*/ 1201819 h 7718664"/>
              <a:gd name="connsiteX328" fmla="*/ 1013565 w 7777150"/>
              <a:gd name="connsiteY328" fmla="*/ 1172265 h 7718664"/>
              <a:gd name="connsiteX329" fmla="*/ 1103330 w 7777150"/>
              <a:gd name="connsiteY329" fmla="*/ 1148213 h 7718664"/>
              <a:gd name="connsiteX330" fmla="*/ 1033742 w 7777150"/>
              <a:gd name="connsiteY330" fmla="*/ 1224536 h 7718664"/>
              <a:gd name="connsiteX331" fmla="*/ 1048629 w 7777150"/>
              <a:gd name="connsiteY331" fmla="*/ 1242398 h 7718664"/>
              <a:gd name="connsiteX332" fmla="*/ 1048913 w 7777150"/>
              <a:gd name="connsiteY332" fmla="*/ 1242148 h 7718664"/>
              <a:gd name="connsiteX333" fmla="*/ 1036718 w 7777150"/>
              <a:gd name="connsiteY333" fmla="*/ 1227512 h 7718664"/>
              <a:gd name="connsiteX334" fmla="*/ 1083988 w 7777150"/>
              <a:gd name="connsiteY334" fmla="*/ 1176894 h 7718664"/>
              <a:gd name="connsiteX335" fmla="*/ 1111437 w 7777150"/>
              <a:gd name="connsiteY335" fmla="*/ 1146040 h 7718664"/>
              <a:gd name="connsiteX336" fmla="*/ 1250892 w 7777150"/>
              <a:gd name="connsiteY336" fmla="*/ 1108673 h 7718664"/>
              <a:gd name="connsiteX337" fmla="*/ 1135723 w 7777150"/>
              <a:gd name="connsiteY337" fmla="*/ 1237561 h 7718664"/>
              <a:gd name="connsiteX338" fmla="*/ 893794 w 7777150"/>
              <a:gd name="connsiteY338" fmla="*/ 1552068 h 7718664"/>
              <a:gd name="connsiteX339" fmla="*/ 789577 w 7777150"/>
              <a:gd name="connsiteY339" fmla="*/ 1694992 h 7718664"/>
              <a:gd name="connsiteX340" fmla="*/ 741935 w 7777150"/>
              <a:gd name="connsiteY340" fmla="*/ 1781344 h 7718664"/>
              <a:gd name="connsiteX341" fmla="*/ 694294 w 7777150"/>
              <a:gd name="connsiteY341" fmla="*/ 1861738 h 7718664"/>
              <a:gd name="connsiteX342" fmla="*/ 604966 w 7777150"/>
              <a:gd name="connsiteY342" fmla="*/ 2028483 h 7718664"/>
              <a:gd name="connsiteX343" fmla="*/ 507798 w 7777150"/>
              <a:gd name="connsiteY343" fmla="*/ 2181601 h 7718664"/>
              <a:gd name="connsiteX344" fmla="*/ 506706 w 7777150"/>
              <a:gd name="connsiteY344" fmla="*/ 2186297 h 7718664"/>
              <a:gd name="connsiteX345" fmla="*/ 473952 w 7777150"/>
              <a:gd name="connsiteY345" fmla="*/ 2275625 h 7718664"/>
              <a:gd name="connsiteX346" fmla="*/ 450131 w 7777150"/>
              <a:gd name="connsiteY346" fmla="*/ 2317311 h 7718664"/>
              <a:gd name="connsiteX347" fmla="*/ 444176 w 7777150"/>
              <a:gd name="connsiteY347" fmla="*/ 2323266 h 7718664"/>
              <a:gd name="connsiteX348" fmla="*/ 417751 w 7777150"/>
              <a:gd name="connsiteY348" fmla="*/ 2411106 h 7718664"/>
              <a:gd name="connsiteX349" fmla="*/ 411424 w 7777150"/>
              <a:gd name="connsiteY349" fmla="*/ 2463215 h 7718664"/>
              <a:gd name="connsiteX350" fmla="*/ 405469 w 7777150"/>
              <a:gd name="connsiteY350" fmla="*/ 2537653 h 7718664"/>
              <a:gd name="connsiteX351" fmla="*/ 363782 w 7777150"/>
              <a:gd name="connsiteY351" fmla="*/ 2659736 h 7718664"/>
              <a:gd name="connsiteX352" fmla="*/ 325072 w 7777150"/>
              <a:gd name="connsiteY352" fmla="*/ 2781816 h 7718664"/>
              <a:gd name="connsiteX353" fmla="*/ 283386 w 7777150"/>
              <a:gd name="connsiteY353" fmla="*/ 2960471 h 7718664"/>
              <a:gd name="connsiteX354" fmla="*/ 259565 w 7777150"/>
              <a:gd name="connsiteY354" fmla="*/ 3124240 h 7718664"/>
              <a:gd name="connsiteX355" fmla="*/ 244678 w 7777150"/>
              <a:gd name="connsiteY355" fmla="*/ 3288006 h 7718664"/>
              <a:gd name="connsiteX356" fmla="*/ 265520 w 7777150"/>
              <a:gd name="connsiteY356" fmla="*/ 3174858 h 7718664"/>
              <a:gd name="connsiteX357" fmla="*/ 267452 w 7777150"/>
              <a:gd name="connsiteY357" fmla="*/ 3165520 h 7718664"/>
              <a:gd name="connsiteX358" fmla="*/ 271475 w 7777150"/>
              <a:gd name="connsiteY358" fmla="*/ 3121261 h 7718664"/>
              <a:gd name="connsiteX359" fmla="*/ 295296 w 7777150"/>
              <a:gd name="connsiteY359" fmla="*/ 2957495 h 7718664"/>
              <a:gd name="connsiteX360" fmla="*/ 302755 w 7777150"/>
              <a:gd name="connsiteY360" fmla="*/ 2959983 h 7718664"/>
              <a:gd name="connsiteX361" fmla="*/ 303402 w 7777150"/>
              <a:gd name="connsiteY361" fmla="*/ 2957217 h 7718664"/>
              <a:gd name="connsiteX362" fmla="*/ 295299 w 7777150"/>
              <a:gd name="connsiteY362" fmla="*/ 2954516 h 7718664"/>
              <a:gd name="connsiteX363" fmla="*/ 336986 w 7777150"/>
              <a:gd name="connsiteY363" fmla="*/ 2775860 h 7718664"/>
              <a:gd name="connsiteX364" fmla="*/ 375693 w 7777150"/>
              <a:gd name="connsiteY364" fmla="*/ 2653777 h 7718664"/>
              <a:gd name="connsiteX365" fmla="*/ 417188 w 7777150"/>
              <a:gd name="connsiteY365" fmla="*/ 2532257 h 7718664"/>
              <a:gd name="connsiteX366" fmla="*/ 414403 w 7777150"/>
              <a:gd name="connsiteY366" fmla="*/ 2531698 h 7718664"/>
              <a:gd name="connsiteX367" fmla="*/ 420358 w 7777150"/>
              <a:gd name="connsiteY367" fmla="*/ 2457259 h 7718664"/>
              <a:gd name="connsiteX368" fmla="*/ 453110 w 7777150"/>
              <a:gd name="connsiteY368" fmla="*/ 2317311 h 7718664"/>
              <a:gd name="connsiteX369" fmla="*/ 476931 w 7777150"/>
              <a:gd name="connsiteY369" fmla="*/ 2275625 h 7718664"/>
              <a:gd name="connsiteX370" fmla="*/ 477731 w 7777150"/>
              <a:gd name="connsiteY370" fmla="*/ 2273449 h 7718664"/>
              <a:gd name="connsiteX371" fmla="*/ 509686 w 7777150"/>
              <a:gd name="connsiteY371" fmla="*/ 2186297 h 7718664"/>
              <a:gd name="connsiteX372" fmla="*/ 607945 w 7777150"/>
              <a:gd name="connsiteY372" fmla="*/ 2031462 h 7718664"/>
              <a:gd name="connsiteX373" fmla="*/ 697273 w 7777150"/>
              <a:gd name="connsiteY373" fmla="*/ 1864717 h 7718664"/>
              <a:gd name="connsiteX374" fmla="*/ 744914 w 7777150"/>
              <a:gd name="connsiteY374" fmla="*/ 1784323 h 7718664"/>
              <a:gd name="connsiteX375" fmla="*/ 792556 w 7777150"/>
              <a:gd name="connsiteY375" fmla="*/ 1697972 h 7718664"/>
              <a:gd name="connsiteX376" fmla="*/ 896773 w 7777150"/>
              <a:gd name="connsiteY376" fmla="*/ 1555047 h 7718664"/>
              <a:gd name="connsiteX377" fmla="*/ 1138702 w 7777150"/>
              <a:gd name="connsiteY377" fmla="*/ 1239423 h 7718664"/>
              <a:gd name="connsiteX378" fmla="*/ 1257734 w 7777150"/>
              <a:gd name="connsiteY378" fmla="*/ 1106840 h 7718664"/>
              <a:gd name="connsiteX379" fmla="*/ 1346684 w 7777150"/>
              <a:gd name="connsiteY379" fmla="*/ 1083006 h 7718664"/>
              <a:gd name="connsiteX380" fmla="*/ 1309169 w 7777150"/>
              <a:gd name="connsiteY380" fmla="*/ 1125903 h 7718664"/>
              <a:gd name="connsiteX381" fmla="*/ 1218353 w 7777150"/>
              <a:gd name="connsiteY381" fmla="*/ 1236446 h 7718664"/>
              <a:gd name="connsiteX382" fmla="*/ 1167733 w 7777150"/>
              <a:gd name="connsiteY382" fmla="*/ 1295998 h 7718664"/>
              <a:gd name="connsiteX383" fmla="*/ 1117115 w 7777150"/>
              <a:gd name="connsiteY383" fmla="*/ 1358526 h 7718664"/>
              <a:gd name="connsiteX384" fmla="*/ 893284 w 7777150"/>
              <a:gd name="connsiteY384" fmla="*/ 1605921 h 7718664"/>
              <a:gd name="connsiteX385" fmla="*/ 1120091 w 7777150"/>
              <a:gd name="connsiteY385" fmla="*/ 1355550 h 7718664"/>
              <a:gd name="connsiteX386" fmla="*/ 1170708 w 7777150"/>
              <a:gd name="connsiteY386" fmla="*/ 1293019 h 7718664"/>
              <a:gd name="connsiteX387" fmla="*/ 1221329 w 7777150"/>
              <a:gd name="connsiteY387" fmla="*/ 1233467 h 7718664"/>
              <a:gd name="connsiteX388" fmla="*/ 1312145 w 7777150"/>
              <a:gd name="connsiteY388" fmla="*/ 1124040 h 7718664"/>
              <a:gd name="connsiteX389" fmla="*/ 1347941 w 7777150"/>
              <a:gd name="connsiteY389" fmla="*/ 1082669 h 7718664"/>
              <a:gd name="connsiteX390" fmla="*/ 5198604 w 7777150"/>
              <a:gd name="connsiteY390" fmla="*/ 50887 h 7718664"/>
              <a:gd name="connsiteX391" fmla="*/ 5220239 w 7777150"/>
              <a:gd name="connsiteY391" fmla="*/ 57319 h 7718664"/>
              <a:gd name="connsiteX392" fmla="*/ 5273835 w 7777150"/>
              <a:gd name="connsiteY392" fmla="*/ 72206 h 7718664"/>
              <a:gd name="connsiteX393" fmla="*/ 5327432 w 7777150"/>
              <a:gd name="connsiteY393" fmla="*/ 90071 h 7718664"/>
              <a:gd name="connsiteX394" fmla="*/ 5328122 w 7777150"/>
              <a:gd name="connsiteY394" fmla="*/ 90703 h 7718664"/>
              <a:gd name="connsiteX395" fmla="*/ 5366558 w 7777150"/>
              <a:gd name="connsiteY395" fmla="*/ 97330 h 7718664"/>
              <a:gd name="connsiteX396" fmla="*/ 5459700 w 7777150"/>
              <a:gd name="connsiteY396" fmla="*/ 131942 h 7718664"/>
              <a:gd name="connsiteX397" fmla="*/ 5472710 w 7777150"/>
              <a:gd name="connsiteY397" fmla="*/ 151655 h 7718664"/>
              <a:gd name="connsiteX398" fmla="*/ 5476311 w 7777150"/>
              <a:gd name="connsiteY398" fmla="*/ 152602 h 7718664"/>
              <a:gd name="connsiteX399" fmla="*/ 5559684 w 7777150"/>
              <a:gd name="connsiteY399" fmla="*/ 185354 h 7718664"/>
              <a:gd name="connsiteX400" fmla="*/ 5631147 w 7777150"/>
              <a:gd name="connsiteY400" fmla="*/ 215130 h 7718664"/>
              <a:gd name="connsiteX401" fmla="*/ 5702608 w 7777150"/>
              <a:gd name="connsiteY401" fmla="*/ 247885 h 7718664"/>
              <a:gd name="connsiteX402" fmla="*/ 5756205 w 7777150"/>
              <a:gd name="connsiteY402" fmla="*/ 277661 h 7718664"/>
              <a:gd name="connsiteX403" fmla="*/ 5791937 w 7777150"/>
              <a:gd name="connsiteY403" fmla="*/ 295527 h 7718664"/>
              <a:gd name="connsiteX404" fmla="*/ 5830644 w 7777150"/>
              <a:gd name="connsiteY404" fmla="*/ 316368 h 7718664"/>
              <a:gd name="connsiteX405" fmla="*/ 5961658 w 7777150"/>
              <a:gd name="connsiteY405" fmla="*/ 390810 h 7718664"/>
              <a:gd name="connsiteX406" fmla="*/ 6128403 w 7777150"/>
              <a:gd name="connsiteY406" fmla="*/ 498003 h 7718664"/>
              <a:gd name="connsiteX407" fmla="*/ 6214755 w 7777150"/>
              <a:gd name="connsiteY407" fmla="*/ 557555 h 7718664"/>
              <a:gd name="connsiteX408" fmla="*/ 6217256 w 7777150"/>
              <a:gd name="connsiteY408" fmla="*/ 559340 h 7718664"/>
              <a:gd name="connsiteX409" fmla="*/ 6261383 w 7777150"/>
              <a:gd name="connsiteY409" fmla="*/ 586149 h 7718664"/>
              <a:gd name="connsiteX410" fmla="*/ 6417221 w 7777150"/>
              <a:gd name="connsiteY410" fmla="*/ 698379 h 7718664"/>
              <a:gd name="connsiteX411" fmla="*/ 7635473 w 7777150"/>
              <a:gd name="connsiteY411" fmla="*/ 5244954 h 7718664"/>
              <a:gd name="connsiteX412" fmla="*/ 7555824 w 7777150"/>
              <a:gd name="connsiteY412" fmla="*/ 5419713 h 7718664"/>
              <a:gd name="connsiteX413" fmla="*/ 7459513 w 7777150"/>
              <a:gd name="connsiteY413" fmla="*/ 5603611 h 7718664"/>
              <a:gd name="connsiteX414" fmla="*/ 7432760 w 7777150"/>
              <a:gd name="connsiteY414" fmla="*/ 5645910 h 7718664"/>
              <a:gd name="connsiteX415" fmla="*/ 7432588 w 7777150"/>
              <a:gd name="connsiteY415" fmla="*/ 5646260 h 7718664"/>
              <a:gd name="connsiteX416" fmla="*/ 7370057 w 7777150"/>
              <a:gd name="connsiteY416" fmla="*/ 5753453 h 7718664"/>
              <a:gd name="connsiteX417" fmla="*/ 7307530 w 7777150"/>
              <a:gd name="connsiteY417" fmla="*/ 5869581 h 7718664"/>
              <a:gd name="connsiteX418" fmla="*/ 7236067 w 7777150"/>
              <a:gd name="connsiteY418" fmla="*/ 5958909 h 7718664"/>
              <a:gd name="connsiteX419" fmla="*/ 7176515 w 7777150"/>
              <a:gd name="connsiteY419" fmla="*/ 6060147 h 7718664"/>
              <a:gd name="connsiteX420" fmla="*/ 6825159 w 7777150"/>
              <a:gd name="connsiteY420" fmla="*/ 6456166 h 7718664"/>
              <a:gd name="connsiteX421" fmla="*/ 6709032 w 7777150"/>
              <a:gd name="connsiteY421" fmla="*/ 6554427 h 7718664"/>
              <a:gd name="connsiteX422" fmla="*/ 6697890 w 7777150"/>
              <a:gd name="connsiteY422" fmla="*/ 6562899 h 7718664"/>
              <a:gd name="connsiteX423" fmla="*/ 6693086 w 7777150"/>
              <a:gd name="connsiteY423" fmla="*/ 6567763 h 7718664"/>
              <a:gd name="connsiteX424" fmla="*/ 6644525 w 7777150"/>
              <a:gd name="connsiteY424" fmla="*/ 6607349 h 7718664"/>
              <a:gd name="connsiteX425" fmla="*/ 6604818 w 7777150"/>
              <a:gd name="connsiteY425" fmla="*/ 6652687 h 7718664"/>
              <a:gd name="connsiteX426" fmla="*/ 6458914 w 7777150"/>
              <a:gd name="connsiteY426" fmla="*/ 6762859 h 7718664"/>
              <a:gd name="connsiteX427" fmla="*/ 6436053 w 7777150"/>
              <a:gd name="connsiteY427" fmla="*/ 6777302 h 7718664"/>
              <a:gd name="connsiteX428" fmla="*/ 6373957 w 7777150"/>
              <a:gd name="connsiteY428" fmla="*/ 6827922 h 7718664"/>
              <a:gd name="connsiteX429" fmla="*/ 6364991 w 7777150"/>
              <a:gd name="connsiteY429" fmla="*/ 6833746 h 7718664"/>
              <a:gd name="connsiteX430" fmla="*/ 6358255 w 7777150"/>
              <a:gd name="connsiteY430" fmla="*/ 6840083 h 7718664"/>
              <a:gd name="connsiteX431" fmla="*/ 3387117 w 7777150"/>
              <a:gd name="connsiteY431" fmla="*/ 7636198 h 7718664"/>
              <a:gd name="connsiteX432" fmla="*/ 3347331 w 7777150"/>
              <a:gd name="connsiteY432" fmla="*/ 7629337 h 7718664"/>
              <a:gd name="connsiteX433" fmla="*/ 3266937 w 7777150"/>
              <a:gd name="connsiteY433" fmla="*/ 7614450 h 7718664"/>
              <a:gd name="connsiteX434" fmla="*/ 2942378 w 7777150"/>
              <a:gd name="connsiteY434" fmla="*/ 7531078 h 7718664"/>
              <a:gd name="connsiteX435" fmla="*/ 2778612 w 7777150"/>
              <a:gd name="connsiteY435" fmla="*/ 7483437 h 7718664"/>
              <a:gd name="connsiteX436" fmla="*/ 2730970 w 7777150"/>
              <a:gd name="connsiteY436" fmla="*/ 7441750 h 7718664"/>
              <a:gd name="connsiteX437" fmla="*/ 2620798 w 7777150"/>
              <a:gd name="connsiteY437" fmla="*/ 7420906 h 7718664"/>
              <a:gd name="connsiteX438" fmla="*/ 2457032 w 7777150"/>
              <a:gd name="connsiteY438" fmla="*/ 7337533 h 7718664"/>
              <a:gd name="connsiteX439" fmla="*/ 2409390 w 7777150"/>
              <a:gd name="connsiteY439" fmla="*/ 7340512 h 7718664"/>
              <a:gd name="connsiteX440" fmla="*/ 2239666 w 7777150"/>
              <a:gd name="connsiteY440" fmla="*/ 7254160 h 7718664"/>
              <a:gd name="connsiteX441" fmla="*/ 2209890 w 7777150"/>
              <a:gd name="connsiteY441" fmla="*/ 7200563 h 7718664"/>
              <a:gd name="connsiteX442" fmla="*/ 2215845 w 7777150"/>
              <a:gd name="connsiteY442" fmla="*/ 7197588 h 7718664"/>
              <a:gd name="connsiteX443" fmla="*/ 2320063 w 7777150"/>
              <a:gd name="connsiteY443" fmla="*/ 7254160 h 7718664"/>
              <a:gd name="connsiteX444" fmla="*/ 2424277 w 7777150"/>
              <a:gd name="connsiteY444" fmla="*/ 7310736 h 7718664"/>
              <a:gd name="connsiteX445" fmla="*/ 2454053 w 7777150"/>
              <a:gd name="connsiteY445" fmla="*/ 7292870 h 7718664"/>
              <a:gd name="connsiteX446" fmla="*/ 2331973 w 7777150"/>
              <a:gd name="connsiteY446" fmla="*/ 7212474 h 7718664"/>
              <a:gd name="connsiteX447" fmla="*/ 2230735 w 7777150"/>
              <a:gd name="connsiteY447" fmla="*/ 7167811 h 7718664"/>
              <a:gd name="connsiteX448" fmla="*/ 2090786 w 7777150"/>
              <a:gd name="connsiteY448" fmla="*/ 7087415 h 7718664"/>
              <a:gd name="connsiteX449" fmla="*/ 1971682 w 7777150"/>
              <a:gd name="connsiteY449" fmla="*/ 7009998 h 7718664"/>
              <a:gd name="connsiteX450" fmla="*/ 1784096 w 7777150"/>
              <a:gd name="connsiteY450" fmla="*/ 6929604 h 7718664"/>
              <a:gd name="connsiteX451" fmla="*/ 1712634 w 7777150"/>
              <a:gd name="connsiteY451" fmla="*/ 6870053 h 7718664"/>
              <a:gd name="connsiteX452" fmla="*/ 1727520 w 7777150"/>
              <a:gd name="connsiteY452" fmla="*/ 6864097 h 7718664"/>
              <a:gd name="connsiteX453" fmla="*/ 1798982 w 7777150"/>
              <a:gd name="connsiteY453" fmla="*/ 6884939 h 7718664"/>
              <a:gd name="connsiteX454" fmla="*/ 1650103 w 7777150"/>
              <a:gd name="connsiteY454" fmla="*/ 6730104 h 7718664"/>
              <a:gd name="connsiteX455" fmla="*/ 1566730 w 7777150"/>
              <a:gd name="connsiteY455" fmla="*/ 6661621 h 7718664"/>
              <a:gd name="connsiteX456" fmla="*/ 1489312 w 7777150"/>
              <a:gd name="connsiteY456" fmla="*/ 6593135 h 7718664"/>
              <a:gd name="connsiteX457" fmla="*/ 1391053 w 7777150"/>
              <a:gd name="connsiteY457" fmla="*/ 6512741 h 7718664"/>
              <a:gd name="connsiteX458" fmla="*/ 1248129 w 7777150"/>
              <a:gd name="connsiteY458" fmla="*/ 6354927 h 7718664"/>
              <a:gd name="connsiteX459" fmla="*/ 1238322 w 7777150"/>
              <a:gd name="connsiteY459" fmla="*/ 6324279 h 7718664"/>
              <a:gd name="connsiteX460" fmla="*/ 1209418 w 7777150"/>
              <a:gd name="connsiteY460" fmla="*/ 6295375 h 7718664"/>
              <a:gd name="connsiteX461" fmla="*/ 1111160 w 7777150"/>
              <a:gd name="connsiteY461" fmla="*/ 6188182 h 7718664"/>
              <a:gd name="connsiteX462" fmla="*/ 1099249 w 7777150"/>
              <a:gd name="connsiteY462" fmla="*/ 6134585 h 7718664"/>
              <a:gd name="connsiteX463" fmla="*/ 1060539 w 7777150"/>
              <a:gd name="connsiteY463" fmla="*/ 6080988 h 7718664"/>
              <a:gd name="connsiteX464" fmla="*/ 1055928 w 7777150"/>
              <a:gd name="connsiteY464" fmla="*/ 6073758 h 7718664"/>
              <a:gd name="connsiteX465" fmla="*/ 1009918 w 7777150"/>
              <a:gd name="connsiteY465" fmla="*/ 6042278 h 7718664"/>
              <a:gd name="connsiteX466" fmla="*/ 920590 w 7777150"/>
              <a:gd name="connsiteY466" fmla="*/ 5914243 h 7718664"/>
              <a:gd name="connsiteX467" fmla="*/ 869973 w 7777150"/>
              <a:gd name="connsiteY467" fmla="*/ 5795139 h 7718664"/>
              <a:gd name="connsiteX468" fmla="*/ 864018 w 7777150"/>
              <a:gd name="connsiteY468" fmla="*/ 5795140 h 7718664"/>
              <a:gd name="connsiteX469" fmla="*/ 795535 w 7777150"/>
              <a:gd name="connsiteY469" fmla="*/ 5664126 h 7718664"/>
              <a:gd name="connsiteX470" fmla="*/ 730028 w 7777150"/>
              <a:gd name="connsiteY470" fmla="*/ 5533111 h 7718664"/>
              <a:gd name="connsiteX471" fmla="*/ 661541 w 7777150"/>
              <a:gd name="connsiteY471" fmla="*/ 5381255 h 7718664"/>
              <a:gd name="connsiteX472" fmla="*/ 599014 w 7777150"/>
              <a:gd name="connsiteY472" fmla="*/ 5226421 h 7718664"/>
              <a:gd name="connsiteX473" fmla="*/ 661541 w 7777150"/>
              <a:gd name="connsiteY473" fmla="*/ 5330635 h 7718664"/>
              <a:gd name="connsiteX474" fmla="*/ 724073 w 7777150"/>
              <a:gd name="connsiteY474" fmla="*/ 5461649 h 7718664"/>
              <a:gd name="connsiteX475" fmla="*/ 744914 w 7777150"/>
              <a:gd name="connsiteY475" fmla="*/ 5533112 h 7718664"/>
              <a:gd name="connsiteX476" fmla="*/ 753530 w 7777150"/>
              <a:gd name="connsiteY476" fmla="*/ 5545744 h 7718664"/>
              <a:gd name="connsiteX477" fmla="*/ 742926 w 7777150"/>
              <a:gd name="connsiteY477" fmla="*/ 5490615 h 7718664"/>
              <a:gd name="connsiteX478" fmla="*/ 715276 w 7777150"/>
              <a:gd name="connsiteY478" fmla="*/ 5440433 h 7718664"/>
              <a:gd name="connsiteX479" fmla="*/ 670266 w 7777150"/>
              <a:gd name="connsiteY479" fmla="*/ 5339222 h 7718664"/>
              <a:gd name="connsiteX480" fmla="*/ 616876 w 7777150"/>
              <a:gd name="connsiteY480" fmla="*/ 5250239 h 7718664"/>
              <a:gd name="connsiteX481" fmla="*/ 551369 w 7777150"/>
              <a:gd name="connsiteY481" fmla="*/ 5071583 h 7718664"/>
              <a:gd name="connsiteX482" fmla="*/ 495246 w 7777150"/>
              <a:gd name="connsiteY482" fmla="*/ 4888441 h 7718664"/>
              <a:gd name="connsiteX483" fmla="*/ 476818 w 7777150"/>
              <a:gd name="connsiteY483" fmla="*/ 4835054 h 7718664"/>
              <a:gd name="connsiteX484" fmla="*/ 396553 w 7777150"/>
              <a:gd name="connsiteY484" fmla="*/ 4514668 h 7718664"/>
              <a:gd name="connsiteX485" fmla="*/ 361056 w 7777150"/>
              <a:gd name="connsiteY485" fmla="*/ 4282085 h 7718664"/>
              <a:gd name="connsiteX486" fmla="*/ 360803 w 7777150"/>
              <a:gd name="connsiteY486" fmla="*/ 4288478 h 7718664"/>
              <a:gd name="connsiteX487" fmla="*/ 363782 w 7777150"/>
              <a:gd name="connsiteY487" fmla="*/ 4336119 h 7718664"/>
              <a:gd name="connsiteX488" fmla="*/ 378669 w 7777150"/>
              <a:gd name="connsiteY488" fmla="*/ 4446292 h 7718664"/>
              <a:gd name="connsiteX489" fmla="*/ 396534 w 7777150"/>
              <a:gd name="connsiteY489" fmla="*/ 4559440 h 7718664"/>
              <a:gd name="connsiteX490" fmla="*/ 366758 w 7777150"/>
              <a:gd name="connsiteY490" fmla="*/ 4461178 h 7718664"/>
              <a:gd name="connsiteX491" fmla="*/ 345917 w 7777150"/>
              <a:gd name="connsiteY491" fmla="*/ 4336119 h 7718664"/>
              <a:gd name="connsiteX492" fmla="*/ 322096 w 7777150"/>
              <a:gd name="connsiteY492" fmla="*/ 4336119 h 7718664"/>
              <a:gd name="connsiteX493" fmla="*/ 307206 w 7777150"/>
              <a:gd name="connsiteY493" fmla="*/ 4222971 h 7718664"/>
              <a:gd name="connsiteX494" fmla="*/ 286365 w 7777150"/>
              <a:gd name="connsiteY494" fmla="*/ 4151508 h 7718664"/>
              <a:gd name="connsiteX495" fmla="*/ 268499 w 7777150"/>
              <a:gd name="connsiteY495" fmla="*/ 4083025 h 7718664"/>
              <a:gd name="connsiteX496" fmla="*/ 217878 w 7777150"/>
              <a:gd name="connsiteY496" fmla="*/ 4029428 h 7718664"/>
              <a:gd name="connsiteX497" fmla="*/ 202992 w 7777150"/>
              <a:gd name="connsiteY497" fmla="*/ 4029429 h 7718664"/>
              <a:gd name="connsiteX498" fmla="*/ 188103 w 7777150"/>
              <a:gd name="connsiteY498" fmla="*/ 3954987 h 7718664"/>
              <a:gd name="connsiteX499" fmla="*/ 182148 w 7777150"/>
              <a:gd name="connsiteY499" fmla="*/ 3859704 h 7718664"/>
              <a:gd name="connsiteX500" fmla="*/ 194058 w 7777150"/>
              <a:gd name="connsiteY500" fmla="*/ 3725714 h 7718664"/>
              <a:gd name="connsiteX501" fmla="*/ 200013 w 7777150"/>
              <a:gd name="connsiteY501" fmla="*/ 3678073 h 7718664"/>
              <a:gd name="connsiteX502" fmla="*/ 210154 w 7777150"/>
              <a:gd name="connsiteY502" fmla="*/ 3645396 h 7718664"/>
              <a:gd name="connsiteX503" fmla="*/ 205224 w 7777150"/>
              <a:gd name="connsiteY503" fmla="*/ 3570879 h 7718664"/>
              <a:gd name="connsiteX504" fmla="*/ 211924 w 7777150"/>
              <a:gd name="connsiteY504" fmla="*/ 3460707 h 7718664"/>
              <a:gd name="connsiteX505" fmla="*/ 223834 w 7777150"/>
              <a:gd name="connsiteY505" fmla="*/ 3438377 h 7718664"/>
              <a:gd name="connsiteX506" fmla="*/ 223834 w 7777150"/>
              <a:gd name="connsiteY506" fmla="*/ 3424976 h 7718664"/>
              <a:gd name="connsiteX507" fmla="*/ 200013 w 7777150"/>
              <a:gd name="connsiteY507" fmla="*/ 3469641 h 7718664"/>
              <a:gd name="connsiteX508" fmla="*/ 179171 w 7777150"/>
              <a:gd name="connsiteY508" fmla="*/ 3439865 h 7718664"/>
              <a:gd name="connsiteX509" fmla="*/ 140461 w 7777150"/>
              <a:gd name="connsiteY509" fmla="*/ 3386268 h 7718664"/>
              <a:gd name="connsiteX510" fmla="*/ 133390 w 7777150"/>
              <a:gd name="connsiteY510" fmla="*/ 3343838 h 7718664"/>
              <a:gd name="connsiteX511" fmla="*/ 131530 w 7777150"/>
              <a:gd name="connsiteY511" fmla="*/ 3347558 h 7718664"/>
              <a:gd name="connsiteX512" fmla="*/ 119620 w 7777150"/>
              <a:gd name="connsiteY512" fmla="*/ 3466662 h 7718664"/>
              <a:gd name="connsiteX513" fmla="*/ 110685 w 7777150"/>
              <a:gd name="connsiteY513" fmla="*/ 3585766 h 7718664"/>
              <a:gd name="connsiteX514" fmla="*/ 101754 w 7777150"/>
              <a:gd name="connsiteY514" fmla="*/ 3678073 h 7718664"/>
              <a:gd name="connsiteX515" fmla="*/ 101754 w 7777150"/>
              <a:gd name="connsiteY515" fmla="*/ 3868635 h 7718664"/>
              <a:gd name="connsiteX516" fmla="*/ 104730 w 7777150"/>
              <a:gd name="connsiteY516" fmla="*/ 3966898 h 7718664"/>
              <a:gd name="connsiteX517" fmla="*/ 110685 w 7777150"/>
              <a:gd name="connsiteY517" fmla="*/ 4065157 h 7718664"/>
              <a:gd name="connsiteX518" fmla="*/ 83888 w 7777150"/>
              <a:gd name="connsiteY518" fmla="*/ 4157464 h 7718664"/>
              <a:gd name="connsiteX519" fmla="*/ 77933 w 7777150"/>
              <a:gd name="connsiteY519" fmla="*/ 4157464 h 7718664"/>
              <a:gd name="connsiteX520" fmla="*/ 60068 w 7777150"/>
              <a:gd name="connsiteY520" fmla="*/ 3978808 h 7718664"/>
              <a:gd name="connsiteX521" fmla="*/ 60068 w 7777150"/>
              <a:gd name="connsiteY521" fmla="*/ 3794197 h 7718664"/>
              <a:gd name="connsiteX522" fmla="*/ 74954 w 7777150"/>
              <a:gd name="connsiteY522" fmla="*/ 3651272 h 7718664"/>
              <a:gd name="connsiteX523" fmla="*/ 101742 w 7777150"/>
              <a:gd name="connsiteY523" fmla="*/ 3678057 h 7718664"/>
              <a:gd name="connsiteX524" fmla="*/ 77933 w 7777150"/>
              <a:gd name="connsiteY524" fmla="*/ 3648296 h 7718664"/>
              <a:gd name="connsiteX525" fmla="*/ 71978 w 7777150"/>
              <a:gd name="connsiteY525" fmla="*/ 3541103 h 7718664"/>
              <a:gd name="connsiteX526" fmla="*/ 77933 w 7777150"/>
              <a:gd name="connsiteY526" fmla="*/ 3377334 h 7718664"/>
              <a:gd name="connsiteX527" fmla="*/ 80909 w 7777150"/>
              <a:gd name="connsiteY527" fmla="*/ 3332672 h 7718664"/>
              <a:gd name="connsiteX528" fmla="*/ 89844 w 7777150"/>
              <a:gd name="connsiteY528" fmla="*/ 3258230 h 7718664"/>
              <a:gd name="connsiteX529" fmla="*/ 125575 w 7777150"/>
              <a:gd name="connsiteY529" fmla="*/ 3124240 h 7718664"/>
              <a:gd name="connsiteX530" fmla="*/ 143378 w 7777150"/>
              <a:gd name="connsiteY530" fmla="*/ 3035228 h 7718664"/>
              <a:gd name="connsiteX531" fmla="*/ 137485 w 7777150"/>
              <a:gd name="connsiteY531" fmla="*/ 3014068 h 7718664"/>
              <a:gd name="connsiteX532" fmla="*/ 116640 w 7777150"/>
              <a:gd name="connsiteY532" fmla="*/ 3133172 h 7718664"/>
              <a:gd name="connsiteX533" fmla="*/ 80910 w 7777150"/>
              <a:gd name="connsiteY533" fmla="*/ 3267165 h 7718664"/>
              <a:gd name="connsiteX534" fmla="*/ 71978 w 7777150"/>
              <a:gd name="connsiteY534" fmla="*/ 3341603 h 7718664"/>
              <a:gd name="connsiteX535" fmla="*/ 68999 w 7777150"/>
              <a:gd name="connsiteY535" fmla="*/ 3386268 h 7718664"/>
              <a:gd name="connsiteX536" fmla="*/ 63044 w 7777150"/>
              <a:gd name="connsiteY536" fmla="*/ 3550035 h 7718664"/>
              <a:gd name="connsiteX537" fmla="*/ 68999 w 7777150"/>
              <a:gd name="connsiteY537" fmla="*/ 3657228 h 7718664"/>
              <a:gd name="connsiteX538" fmla="*/ 54113 w 7777150"/>
              <a:gd name="connsiteY538" fmla="*/ 3800152 h 7718664"/>
              <a:gd name="connsiteX539" fmla="*/ 54112 w 7777150"/>
              <a:gd name="connsiteY539" fmla="*/ 3984763 h 7718664"/>
              <a:gd name="connsiteX540" fmla="*/ 71978 w 7777150"/>
              <a:gd name="connsiteY540" fmla="*/ 4163419 h 7718664"/>
              <a:gd name="connsiteX541" fmla="*/ 77933 w 7777150"/>
              <a:gd name="connsiteY541" fmla="*/ 4163419 h 7718664"/>
              <a:gd name="connsiteX542" fmla="*/ 116640 w 7777150"/>
              <a:gd name="connsiteY542" fmla="*/ 4333143 h 7718664"/>
              <a:gd name="connsiteX543" fmla="*/ 137485 w 7777150"/>
              <a:gd name="connsiteY543" fmla="*/ 4473088 h 7718664"/>
              <a:gd name="connsiteX544" fmla="*/ 182148 w 7777150"/>
              <a:gd name="connsiteY544" fmla="*/ 4616013 h 7718664"/>
              <a:gd name="connsiteX545" fmla="*/ 252494 w 7777150"/>
              <a:gd name="connsiteY545" fmla="*/ 4923357 h 7718664"/>
              <a:gd name="connsiteX546" fmla="*/ 258633 w 7777150"/>
              <a:gd name="connsiteY546" fmla="*/ 4982258 h 7718664"/>
              <a:gd name="connsiteX547" fmla="*/ 271478 w 7777150"/>
              <a:gd name="connsiteY547" fmla="*/ 4982258 h 7718664"/>
              <a:gd name="connsiteX548" fmla="*/ 336985 w 7777150"/>
              <a:gd name="connsiteY548" fmla="*/ 5140069 h 7718664"/>
              <a:gd name="connsiteX549" fmla="*/ 360806 w 7777150"/>
              <a:gd name="connsiteY549" fmla="*/ 5220465 h 7718664"/>
              <a:gd name="connsiteX550" fmla="*/ 316141 w 7777150"/>
              <a:gd name="connsiteY550" fmla="*/ 5151980 h 7718664"/>
              <a:gd name="connsiteX551" fmla="*/ 268499 w 7777150"/>
              <a:gd name="connsiteY551" fmla="*/ 5044786 h 7718664"/>
              <a:gd name="connsiteX552" fmla="*/ 265523 w 7777150"/>
              <a:gd name="connsiteY552" fmla="*/ 5074562 h 7718664"/>
              <a:gd name="connsiteX553" fmla="*/ 239617 w 7777150"/>
              <a:gd name="connsiteY553" fmla="*/ 4994260 h 7718664"/>
              <a:gd name="connsiteX554" fmla="*/ 220858 w 7777150"/>
              <a:gd name="connsiteY554" fmla="*/ 4997144 h 7718664"/>
              <a:gd name="connsiteX555" fmla="*/ 200013 w 7777150"/>
              <a:gd name="connsiteY555" fmla="*/ 4928662 h 7718664"/>
              <a:gd name="connsiteX556" fmla="*/ 128551 w 7777150"/>
              <a:gd name="connsiteY556" fmla="*/ 4764892 h 7718664"/>
              <a:gd name="connsiteX557" fmla="*/ 83889 w 7777150"/>
              <a:gd name="connsiteY557" fmla="*/ 4618992 h 7718664"/>
              <a:gd name="connsiteX558" fmla="*/ 80909 w 7777150"/>
              <a:gd name="connsiteY558" fmla="*/ 4496909 h 7718664"/>
              <a:gd name="connsiteX559" fmla="*/ 60068 w 7777150"/>
              <a:gd name="connsiteY559" fmla="*/ 4353985 h 7718664"/>
              <a:gd name="connsiteX560" fmla="*/ 45178 w 7777150"/>
              <a:gd name="connsiteY560" fmla="*/ 4211060 h 7718664"/>
              <a:gd name="connsiteX561" fmla="*/ 12426 w 7777150"/>
              <a:gd name="connsiteY561" fmla="*/ 4106846 h 7718664"/>
              <a:gd name="connsiteX562" fmla="*/ 33268 w 7777150"/>
              <a:gd name="connsiteY562" fmla="*/ 3553014 h 7718664"/>
              <a:gd name="connsiteX563" fmla="*/ 54112 w 7777150"/>
              <a:gd name="connsiteY563" fmla="*/ 3410089 h 7718664"/>
              <a:gd name="connsiteX564" fmla="*/ 36247 w 7777150"/>
              <a:gd name="connsiteY564" fmla="*/ 3332672 h 7718664"/>
              <a:gd name="connsiteX565" fmla="*/ 71978 w 7777150"/>
              <a:gd name="connsiteY565" fmla="*/ 3118285 h 7718664"/>
              <a:gd name="connsiteX566" fmla="*/ 80909 w 7777150"/>
              <a:gd name="connsiteY566" fmla="*/ 3067664 h 7718664"/>
              <a:gd name="connsiteX567" fmla="*/ 104730 w 7777150"/>
              <a:gd name="connsiteY567" fmla="*/ 2894964 h 7718664"/>
              <a:gd name="connsiteX568" fmla="*/ 167261 w 7777150"/>
              <a:gd name="connsiteY568" fmla="*/ 2769905 h 7718664"/>
              <a:gd name="connsiteX569" fmla="*/ 152372 w 7777150"/>
              <a:gd name="connsiteY569" fmla="*/ 2939630 h 7718664"/>
              <a:gd name="connsiteX570" fmla="*/ 167255 w 7777150"/>
              <a:gd name="connsiteY570" fmla="*/ 2910538 h 7718664"/>
              <a:gd name="connsiteX571" fmla="*/ 176192 w 7777150"/>
              <a:gd name="connsiteY571" fmla="*/ 2840995 h 7718664"/>
              <a:gd name="connsiteX572" fmla="*/ 179172 w 7777150"/>
              <a:gd name="connsiteY572" fmla="*/ 2763950 h 7718664"/>
              <a:gd name="connsiteX573" fmla="*/ 205968 w 7777150"/>
              <a:gd name="connsiteY573" fmla="*/ 2665688 h 7718664"/>
              <a:gd name="connsiteX574" fmla="*/ 247655 w 7777150"/>
              <a:gd name="connsiteY574" fmla="*/ 2516808 h 7718664"/>
              <a:gd name="connsiteX575" fmla="*/ 298275 w 7777150"/>
              <a:gd name="connsiteY575" fmla="*/ 2364953 h 7718664"/>
              <a:gd name="connsiteX576" fmla="*/ 302067 w 7777150"/>
              <a:gd name="connsiteY576" fmla="*/ 2360685 h 7718664"/>
              <a:gd name="connsiteX577" fmla="*/ 325075 w 7777150"/>
              <a:gd name="connsiteY577" fmla="*/ 2239894 h 7718664"/>
              <a:gd name="connsiteX578" fmla="*/ 357827 w 7777150"/>
              <a:gd name="connsiteY578" fmla="*/ 2153542 h 7718664"/>
              <a:gd name="connsiteX579" fmla="*/ 396537 w 7777150"/>
              <a:gd name="connsiteY579" fmla="*/ 2082080 h 7718664"/>
              <a:gd name="connsiteX580" fmla="*/ 473955 w 7777150"/>
              <a:gd name="connsiteY580" fmla="*/ 1933200 h 7718664"/>
              <a:gd name="connsiteX581" fmla="*/ 536483 w 7777150"/>
              <a:gd name="connsiteY581" fmla="*/ 1799210 h 7718664"/>
              <a:gd name="connsiteX582" fmla="*/ 625810 w 7777150"/>
              <a:gd name="connsiteY582" fmla="*/ 1626509 h 7718664"/>
              <a:gd name="connsiteX583" fmla="*/ 691317 w 7777150"/>
              <a:gd name="connsiteY583" fmla="*/ 1552068 h 7718664"/>
              <a:gd name="connsiteX584" fmla="*/ 744914 w 7777150"/>
              <a:gd name="connsiteY584" fmla="*/ 1447854 h 7718664"/>
              <a:gd name="connsiteX585" fmla="*/ 789580 w 7777150"/>
              <a:gd name="connsiteY585" fmla="*/ 1382347 h 7718664"/>
              <a:gd name="connsiteX586" fmla="*/ 837221 w 7777150"/>
              <a:gd name="connsiteY586" fmla="*/ 1358526 h 7718664"/>
              <a:gd name="connsiteX587" fmla="*/ 849132 w 7777150"/>
              <a:gd name="connsiteY587" fmla="*/ 1340660 h 7718664"/>
              <a:gd name="connsiteX588" fmla="*/ 896773 w 7777150"/>
              <a:gd name="connsiteY588" fmla="*/ 1245378 h 7718664"/>
              <a:gd name="connsiteX589" fmla="*/ 919989 w 7777150"/>
              <a:gd name="connsiteY589" fmla="*/ 1217322 h 77186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</a:cxnLst>
            <a:rect l="l" t="t" r="r" b="b"/>
            <a:pathLst>
              <a:path w="7777150" h="7718664">
                <a:moveTo>
                  <a:pt x="6564153" y="6753221"/>
                </a:moveTo>
                <a:lnTo>
                  <a:pt x="6563132" y="6753924"/>
                </a:lnTo>
                <a:lnTo>
                  <a:pt x="6563132" y="6754775"/>
                </a:lnTo>
                <a:lnTo>
                  <a:pt x="6567865" y="6755450"/>
                </a:lnTo>
                <a:lnTo>
                  <a:pt x="6569087" y="6753925"/>
                </a:lnTo>
                <a:close/>
                <a:moveTo>
                  <a:pt x="6628482" y="6708774"/>
                </a:moveTo>
                <a:lnTo>
                  <a:pt x="6610901" y="6720920"/>
                </a:lnTo>
                <a:lnTo>
                  <a:pt x="6607794" y="6724148"/>
                </a:lnTo>
                <a:lnTo>
                  <a:pt x="6619848" y="6716434"/>
                </a:lnTo>
                <a:close/>
                <a:moveTo>
                  <a:pt x="6839305" y="6558707"/>
                </a:moveTo>
                <a:lnTo>
                  <a:pt x="6839039" y="6558801"/>
                </a:lnTo>
                <a:lnTo>
                  <a:pt x="6837070" y="6572293"/>
                </a:lnTo>
                <a:cubicBezTo>
                  <a:pt x="6813249" y="6596113"/>
                  <a:pt x="6804315" y="6611000"/>
                  <a:pt x="6789429" y="6625890"/>
                </a:cubicBezTo>
                <a:cubicBezTo>
                  <a:pt x="6777518" y="6640776"/>
                  <a:pt x="6762628" y="6658642"/>
                  <a:pt x="6732852" y="6688418"/>
                </a:cubicBezTo>
                <a:lnTo>
                  <a:pt x="6736263" y="6687633"/>
                </a:lnTo>
                <a:lnTo>
                  <a:pt x="6789429" y="6628865"/>
                </a:lnTo>
                <a:cubicBezTo>
                  <a:pt x="6801339" y="6613980"/>
                  <a:pt x="6813249" y="6599089"/>
                  <a:pt x="6837070" y="6575269"/>
                </a:cubicBezTo>
                <a:cubicBezTo>
                  <a:pt x="6840793" y="6565594"/>
                  <a:pt x="6841353" y="6560383"/>
                  <a:pt x="6839305" y="6558707"/>
                </a:cubicBezTo>
                <a:close/>
                <a:moveTo>
                  <a:pt x="2782054" y="7594165"/>
                </a:moveTo>
                <a:cubicBezTo>
                  <a:pt x="2789033" y="7592490"/>
                  <a:pt x="2799082" y="7592862"/>
                  <a:pt x="2812852" y="7595094"/>
                </a:cubicBezTo>
                <a:cubicBezTo>
                  <a:pt x="2840396" y="7599561"/>
                  <a:pt x="2882826" y="7611472"/>
                  <a:pt x="2945354" y="7629337"/>
                </a:cubicBezTo>
                <a:cubicBezTo>
                  <a:pt x="2963219" y="7632313"/>
                  <a:pt x="2984064" y="7632313"/>
                  <a:pt x="3001930" y="7632313"/>
                </a:cubicBezTo>
                <a:lnTo>
                  <a:pt x="3143116" y="7701578"/>
                </a:lnTo>
                <a:lnTo>
                  <a:pt x="3082549" y="7717806"/>
                </a:lnTo>
                <a:lnTo>
                  <a:pt x="3037661" y="7703779"/>
                </a:lnTo>
                <a:cubicBezTo>
                  <a:pt x="3013840" y="7691865"/>
                  <a:pt x="2987040" y="7679958"/>
                  <a:pt x="2957265" y="7668047"/>
                </a:cubicBezTo>
                <a:cubicBezTo>
                  <a:pt x="2924512" y="7659113"/>
                  <a:pt x="2894737" y="7650182"/>
                  <a:pt x="2864960" y="7638271"/>
                </a:cubicBezTo>
                <a:cubicBezTo>
                  <a:pt x="2832206" y="7626361"/>
                  <a:pt x="2802430" y="7617427"/>
                  <a:pt x="2769678" y="7605516"/>
                </a:cubicBezTo>
                <a:cubicBezTo>
                  <a:pt x="2771167" y="7599561"/>
                  <a:pt x="2775076" y="7595839"/>
                  <a:pt x="2782054" y="7594165"/>
                </a:cubicBezTo>
                <a:close/>
                <a:moveTo>
                  <a:pt x="2608887" y="7429840"/>
                </a:moveTo>
                <a:cubicBezTo>
                  <a:pt x="2647598" y="7438771"/>
                  <a:pt x="2683329" y="7444726"/>
                  <a:pt x="2719060" y="7450682"/>
                </a:cubicBezTo>
                <a:cubicBezTo>
                  <a:pt x="2736926" y="7465571"/>
                  <a:pt x="2751812" y="7477482"/>
                  <a:pt x="2766702" y="7492368"/>
                </a:cubicBezTo>
                <a:cubicBezTo>
                  <a:pt x="2808388" y="7501302"/>
                  <a:pt x="2853050" y="7519168"/>
                  <a:pt x="2930467" y="7540009"/>
                </a:cubicBezTo>
                <a:cubicBezTo>
                  <a:pt x="3049571" y="7584675"/>
                  <a:pt x="3147833" y="7605516"/>
                  <a:pt x="3255027" y="7623382"/>
                </a:cubicBezTo>
                <a:cubicBezTo>
                  <a:pt x="3281824" y="7629337"/>
                  <a:pt x="3308623" y="7632316"/>
                  <a:pt x="3335420" y="7638271"/>
                </a:cubicBezTo>
                <a:lnTo>
                  <a:pt x="3362169" y="7642882"/>
                </a:lnTo>
                <a:lnTo>
                  <a:pt x="3252495" y="7672270"/>
                </a:lnTo>
                <a:lnTo>
                  <a:pt x="3231206" y="7668047"/>
                </a:lnTo>
                <a:cubicBezTo>
                  <a:pt x="3189520" y="7659113"/>
                  <a:pt x="3150809" y="7650181"/>
                  <a:pt x="3115079" y="7644226"/>
                </a:cubicBezTo>
                <a:cubicBezTo>
                  <a:pt x="3079347" y="7635292"/>
                  <a:pt x="3046595" y="7629337"/>
                  <a:pt x="3013840" y="7626361"/>
                </a:cubicBezTo>
                <a:cubicBezTo>
                  <a:pt x="2975133" y="7608496"/>
                  <a:pt x="2933447" y="7590630"/>
                  <a:pt x="2891760" y="7569785"/>
                </a:cubicBezTo>
                <a:cubicBezTo>
                  <a:pt x="2850074" y="7554898"/>
                  <a:pt x="2805409" y="7537033"/>
                  <a:pt x="2739902" y="7513213"/>
                </a:cubicBezTo>
                <a:cubicBezTo>
                  <a:pt x="2686305" y="7492368"/>
                  <a:pt x="2632708" y="7471526"/>
                  <a:pt x="2582091" y="7450681"/>
                </a:cubicBezTo>
                <a:cubicBezTo>
                  <a:pt x="2596977" y="7435795"/>
                  <a:pt x="2602932" y="7432816"/>
                  <a:pt x="2608887" y="7429840"/>
                </a:cubicBezTo>
                <a:close/>
                <a:moveTo>
                  <a:pt x="2305173" y="7420905"/>
                </a:moveTo>
                <a:cubicBezTo>
                  <a:pt x="2462984" y="7477478"/>
                  <a:pt x="2564222" y="7528099"/>
                  <a:pt x="2647595" y="7566806"/>
                </a:cubicBezTo>
                <a:cubicBezTo>
                  <a:pt x="2686305" y="7581695"/>
                  <a:pt x="2727991" y="7593606"/>
                  <a:pt x="2769678" y="7605516"/>
                </a:cubicBezTo>
                <a:cubicBezTo>
                  <a:pt x="2802430" y="7617427"/>
                  <a:pt x="2832205" y="7626358"/>
                  <a:pt x="2861982" y="7638268"/>
                </a:cubicBezTo>
                <a:cubicBezTo>
                  <a:pt x="2891757" y="7650179"/>
                  <a:pt x="2921533" y="7659113"/>
                  <a:pt x="2954288" y="7668044"/>
                </a:cubicBezTo>
                <a:cubicBezTo>
                  <a:pt x="2984064" y="7679954"/>
                  <a:pt x="3010861" y="7691865"/>
                  <a:pt x="3034682" y="7703775"/>
                </a:cubicBezTo>
                <a:cubicBezTo>
                  <a:pt x="3028726" y="7706755"/>
                  <a:pt x="3022772" y="7712710"/>
                  <a:pt x="3016816" y="7718664"/>
                </a:cubicBezTo>
                <a:cubicBezTo>
                  <a:pt x="3001930" y="7715685"/>
                  <a:pt x="2984064" y="7712709"/>
                  <a:pt x="2969175" y="7709731"/>
                </a:cubicBezTo>
                <a:cubicBezTo>
                  <a:pt x="2912602" y="7691865"/>
                  <a:pt x="2856026" y="7668044"/>
                  <a:pt x="2799453" y="7647203"/>
                </a:cubicBezTo>
                <a:lnTo>
                  <a:pt x="2716081" y="7614447"/>
                </a:lnTo>
                <a:cubicBezTo>
                  <a:pt x="2689281" y="7602537"/>
                  <a:pt x="2659505" y="7590627"/>
                  <a:pt x="2632708" y="7578716"/>
                </a:cubicBezTo>
                <a:cubicBezTo>
                  <a:pt x="2593998" y="7566806"/>
                  <a:pt x="2558267" y="7551920"/>
                  <a:pt x="2522536" y="7540009"/>
                </a:cubicBezTo>
                <a:cubicBezTo>
                  <a:pt x="2489784" y="7525120"/>
                  <a:pt x="2457029" y="7513209"/>
                  <a:pt x="2427252" y="7498323"/>
                </a:cubicBezTo>
                <a:cubicBezTo>
                  <a:pt x="2397477" y="7486413"/>
                  <a:pt x="2373656" y="7471523"/>
                  <a:pt x="2352815" y="7459612"/>
                </a:cubicBezTo>
                <a:cubicBezTo>
                  <a:pt x="2331970" y="7444726"/>
                  <a:pt x="2317084" y="7432816"/>
                  <a:pt x="2305173" y="7420905"/>
                </a:cubicBezTo>
                <a:close/>
                <a:moveTo>
                  <a:pt x="2397480" y="7349443"/>
                </a:moveTo>
                <a:cubicBezTo>
                  <a:pt x="2415345" y="7349443"/>
                  <a:pt x="2427256" y="7349443"/>
                  <a:pt x="2445122" y="7346467"/>
                </a:cubicBezTo>
                <a:cubicBezTo>
                  <a:pt x="2501694" y="7376243"/>
                  <a:pt x="2549336" y="7403040"/>
                  <a:pt x="2608887" y="7429840"/>
                </a:cubicBezTo>
                <a:cubicBezTo>
                  <a:pt x="2602932" y="7432816"/>
                  <a:pt x="2596977" y="7435795"/>
                  <a:pt x="2588046" y="7441750"/>
                </a:cubicBezTo>
                <a:cubicBezTo>
                  <a:pt x="2525515" y="7411974"/>
                  <a:pt x="2460008" y="7379219"/>
                  <a:pt x="2397480" y="7349443"/>
                </a:cubicBezTo>
                <a:close/>
                <a:moveTo>
                  <a:pt x="7605289" y="5949975"/>
                </a:moveTo>
                <a:lnTo>
                  <a:pt x="7603779" y="5950622"/>
                </a:lnTo>
                <a:lnTo>
                  <a:pt x="7571259" y="6028673"/>
                </a:lnTo>
                <a:close/>
                <a:moveTo>
                  <a:pt x="7768327" y="5740775"/>
                </a:moveTo>
                <a:lnTo>
                  <a:pt x="7777150" y="5773700"/>
                </a:lnTo>
                <a:lnTo>
                  <a:pt x="7775014" y="5777274"/>
                </a:lnTo>
                <a:cubicBezTo>
                  <a:pt x="7751193" y="5824915"/>
                  <a:pt x="7727372" y="5869581"/>
                  <a:pt x="7706527" y="5905312"/>
                </a:cubicBezTo>
                <a:cubicBezTo>
                  <a:pt x="7682706" y="5941043"/>
                  <a:pt x="7661865" y="5967840"/>
                  <a:pt x="7644000" y="5985706"/>
                </a:cubicBezTo>
                <a:lnTo>
                  <a:pt x="7685686" y="5902333"/>
                </a:lnTo>
                <a:cubicBezTo>
                  <a:pt x="7694617" y="5875536"/>
                  <a:pt x="7709507" y="5848737"/>
                  <a:pt x="7721417" y="5818960"/>
                </a:cubicBezTo>
                <a:cubicBezTo>
                  <a:pt x="7733327" y="5801095"/>
                  <a:pt x="7739283" y="5789184"/>
                  <a:pt x="7748213" y="5774298"/>
                </a:cubicBezTo>
                <a:close/>
                <a:moveTo>
                  <a:pt x="2195719" y="7067587"/>
                </a:moveTo>
                <a:lnTo>
                  <a:pt x="2195748" y="7068434"/>
                </a:lnTo>
                <a:lnTo>
                  <a:pt x="2205804" y="7080606"/>
                </a:lnTo>
                <a:lnTo>
                  <a:pt x="2206911" y="7075504"/>
                </a:lnTo>
                <a:close/>
                <a:moveTo>
                  <a:pt x="1840668" y="7143991"/>
                </a:moveTo>
                <a:cubicBezTo>
                  <a:pt x="1938928" y="7185677"/>
                  <a:pt x="1989548" y="7224384"/>
                  <a:pt x="2043145" y="7257140"/>
                </a:cubicBezTo>
                <a:cubicBezTo>
                  <a:pt x="2055055" y="7272026"/>
                  <a:pt x="2093763" y="7301802"/>
                  <a:pt x="2084831" y="7304781"/>
                </a:cubicBezTo>
                <a:cubicBezTo>
                  <a:pt x="2049100" y="7286915"/>
                  <a:pt x="2016345" y="7272026"/>
                  <a:pt x="1989548" y="7254160"/>
                </a:cubicBezTo>
                <a:cubicBezTo>
                  <a:pt x="1962748" y="7239274"/>
                  <a:pt x="1938927" y="7224384"/>
                  <a:pt x="1918086" y="7209498"/>
                </a:cubicBezTo>
                <a:cubicBezTo>
                  <a:pt x="1879376" y="7182698"/>
                  <a:pt x="1855555" y="7161857"/>
                  <a:pt x="1840668" y="7143991"/>
                </a:cubicBezTo>
                <a:close/>
                <a:moveTo>
                  <a:pt x="7574028" y="5576942"/>
                </a:moveTo>
                <a:lnTo>
                  <a:pt x="7562090" y="5594186"/>
                </a:lnTo>
                <a:lnTo>
                  <a:pt x="7533457" y="5631001"/>
                </a:lnTo>
                <a:lnTo>
                  <a:pt x="7503173" y="5679289"/>
                </a:lnTo>
                <a:lnTo>
                  <a:pt x="7495119" y="5690923"/>
                </a:lnTo>
                <a:cubicBezTo>
                  <a:pt x="7480230" y="5714743"/>
                  <a:pt x="7468320" y="5738564"/>
                  <a:pt x="7456410" y="5762384"/>
                </a:cubicBezTo>
                <a:cubicBezTo>
                  <a:pt x="7441523" y="5786206"/>
                  <a:pt x="7429612" y="5807050"/>
                  <a:pt x="7417702" y="5827891"/>
                </a:cubicBezTo>
                <a:cubicBezTo>
                  <a:pt x="7387926" y="5869578"/>
                  <a:pt x="7358151" y="5911264"/>
                  <a:pt x="7325396" y="5949974"/>
                </a:cubicBezTo>
                <a:lnTo>
                  <a:pt x="7292334" y="6001613"/>
                </a:lnTo>
                <a:lnTo>
                  <a:pt x="7279949" y="6020421"/>
                </a:lnTo>
                <a:lnTo>
                  <a:pt x="7245002" y="6072054"/>
                </a:lnTo>
                <a:cubicBezTo>
                  <a:pt x="7221181" y="6104810"/>
                  <a:pt x="7197361" y="6137561"/>
                  <a:pt x="7173540" y="6170317"/>
                </a:cubicBezTo>
                <a:lnTo>
                  <a:pt x="7167581" y="6173958"/>
                </a:lnTo>
                <a:lnTo>
                  <a:pt x="7162704" y="6181183"/>
                </a:lnTo>
                <a:lnTo>
                  <a:pt x="7170561" y="6176272"/>
                </a:lnTo>
                <a:cubicBezTo>
                  <a:pt x="7194381" y="6143519"/>
                  <a:pt x="7218202" y="6110765"/>
                  <a:pt x="7242022" y="6078013"/>
                </a:cubicBezTo>
                <a:lnTo>
                  <a:pt x="7279949" y="6020421"/>
                </a:lnTo>
                <a:lnTo>
                  <a:pt x="7286316" y="6011014"/>
                </a:lnTo>
                <a:lnTo>
                  <a:pt x="7292334" y="6001613"/>
                </a:lnTo>
                <a:lnTo>
                  <a:pt x="7322420" y="5955930"/>
                </a:lnTo>
                <a:cubicBezTo>
                  <a:pt x="7355171" y="5917222"/>
                  <a:pt x="7384947" y="5875536"/>
                  <a:pt x="7414723" y="5833850"/>
                </a:cubicBezTo>
                <a:cubicBezTo>
                  <a:pt x="7426634" y="5813005"/>
                  <a:pt x="7441523" y="5792164"/>
                  <a:pt x="7453434" y="5768343"/>
                </a:cubicBezTo>
                <a:cubicBezTo>
                  <a:pt x="7465343" y="5744522"/>
                  <a:pt x="7480230" y="5720701"/>
                  <a:pt x="7492141" y="5696881"/>
                </a:cubicBezTo>
                <a:lnTo>
                  <a:pt x="7503173" y="5679289"/>
                </a:lnTo>
                <a:lnTo>
                  <a:pt x="7562090" y="5594186"/>
                </a:lnTo>
                <a:lnTo>
                  <a:pt x="7572537" y="5580753"/>
                </a:lnTo>
                <a:close/>
                <a:moveTo>
                  <a:pt x="7695610" y="5469390"/>
                </a:moveTo>
                <a:lnTo>
                  <a:pt x="7767960" y="5739403"/>
                </a:lnTo>
                <a:lnTo>
                  <a:pt x="7745237" y="5777274"/>
                </a:lnTo>
                <a:cubicBezTo>
                  <a:pt x="7736303" y="5789184"/>
                  <a:pt x="7730348" y="5804071"/>
                  <a:pt x="7718437" y="5821936"/>
                </a:cubicBezTo>
                <a:cubicBezTo>
                  <a:pt x="7706527" y="5851713"/>
                  <a:pt x="7694617" y="5878512"/>
                  <a:pt x="7679730" y="5908288"/>
                </a:cubicBezTo>
                <a:lnTo>
                  <a:pt x="7638044" y="5991660"/>
                </a:lnTo>
                <a:cubicBezTo>
                  <a:pt x="7617199" y="6021437"/>
                  <a:pt x="7596358" y="6054189"/>
                  <a:pt x="7572537" y="6080989"/>
                </a:cubicBezTo>
                <a:cubicBezTo>
                  <a:pt x="7551693" y="6107786"/>
                  <a:pt x="7527872" y="6137561"/>
                  <a:pt x="7507030" y="6164361"/>
                </a:cubicBezTo>
                <a:lnTo>
                  <a:pt x="7509759" y="6158741"/>
                </a:lnTo>
                <a:lnTo>
                  <a:pt x="7435565" y="6259644"/>
                </a:lnTo>
                <a:cubicBezTo>
                  <a:pt x="7417699" y="6241778"/>
                  <a:pt x="7319440" y="6381727"/>
                  <a:pt x="7274774" y="6435324"/>
                </a:cubicBezTo>
                <a:lnTo>
                  <a:pt x="7243120" y="6484028"/>
                </a:lnTo>
                <a:lnTo>
                  <a:pt x="7274775" y="6438299"/>
                </a:lnTo>
                <a:cubicBezTo>
                  <a:pt x="7319440" y="6387679"/>
                  <a:pt x="7417699" y="6247734"/>
                  <a:pt x="7435564" y="6262620"/>
                </a:cubicBezTo>
                <a:cubicBezTo>
                  <a:pt x="7426633" y="6325151"/>
                  <a:pt x="7340281" y="6405544"/>
                  <a:pt x="7313485" y="6447231"/>
                </a:cubicBezTo>
                <a:cubicBezTo>
                  <a:pt x="7289664" y="6475519"/>
                  <a:pt x="7269566" y="6496363"/>
                  <a:pt x="7250582" y="6513113"/>
                </a:cubicBezTo>
                <a:lnTo>
                  <a:pt x="7200087" y="6550232"/>
                </a:lnTo>
                <a:lnTo>
                  <a:pt x="7197357" y="6554428"/>
                </a:lnTo>
                <a:lnTo>
                  <a:pt x="7165787" y="6578714"/>
                </a:lnTo>
                <a:lnTo>
                  <a:pt x="7164606" y="6587180"/>
                </a:lnTo>
                <a:lnTo>
                  <a:pt x="7118751" y="6636309"/>
                </a:lnTo>
                <a:lnTo>
                  <a:pt x="6989132" y="6671040"/>
                </a:lnTo>
                <a:lnTo>
                  <a:pt x="7013864" y="6649337"/>
                </a:lnTo>
                <a:cubicBezTo>
                  <a:pt x="7031357" y="6633332"/>
                  <a:pt x="7048478" y="6616955"/>
                  <a:pt x="7066343" y="6599090"/>
                </a:cubicBezTo>
                <a:cubicBezTo>
                  <a:pt x="7081233" y="6572293"/>
                  <a:pt x="7099098" y="6548472"/>
                  <a:pt x="7111009" y="6524651"/>
                </a:cubicBezTo>
                <a:lnTo>
                  <a:pt x="7175165" y="6465841"/>
                </a:lnTo>
                <a:lnTo>
                  <a:pt x="7175681" y="6462146"/>
                </a:lnTo>
                <a:lnTo>
                  <a:pt x="7113987" y="6518697"/>
                </a:lnTo>
                <a:cubicBezTo>
                  <a:pt x="7102077" y="6542517"/>
                  <a:pt x="7084212" y="6566338"/>
                  <a:pt x="7069322" y="6593135"/>
                </a:cubicBezTo>
                <a:cubicBezTo>
                  <a:pt x="7051456" y="6611000"/>
                  <a:pt x="7034336" y="6627377"/>
                  <a:pt x="7016843" y="6643382"/>
                </a:cubicBezTo>
                <a:lnTo>
                  <a:pt x="6983652" y="6672509"/>
                </a:lnTo>
                <a:lnTo>
                  <a:pt x="6761122" y="6732136"/>
                </a:lnTo>
                <a:lnTo>
                  <a:pt x="6831115" y="6682462"/>
                </a:lnTo>
                <a:cubicBezTo>
                  <a:pt x="6854936" y="6658642"/>
                  <a:pt x="6881735" y="6631845"/>
                  <a:pt x="6917467" y="6593134"/>
                </a:cubicBezTo>
                <a:cubicBezTo>
                  <a:pt x="6917467" y="6590158"/>
                  <a:pt x="6917467" y="6587179"/>
                  <a:pt x="6914488" y="6581224"/>
                </a:cubicBezTo>
                <a:cubicBezTo>
                  <a:pt x="6944264" y="6551448"/>
                  <a:pt x="6971063" y="6521672"/>
                  <a:pt x="6997860" y="6488921"/>
                </a:cubicBezTo>
                <a:cubicBezTo>
                  <a:pt x="7012749" y="6477010"/>
                  <a:pt x="7030615" y="6462121"/>
                  <a:pt x="7048480" y="6447234"/>
                </a:cubicBezTo>
                <a:cubicBezTo>
                  <a:pt x="7057412" y="6435324"/>
                  <a:pt x="7069322" y="6420434"/>
                  <a:pt x="7081233" y="6405548"/>
                </a:cubicBezTo>
                <a:cubicBezTo>
                  <a:pt x="7090167" y="6390658"/>
                  <a:pt x="7102078" y="6375772"/>
                  <a:pt x="7111008" y="6363862"/>
                </a:cubicBezTo>
                <a:cubicBezTo>
                  <a:pt x="7140784" y="6331107"/>
                  <a:pt x="7167585" y="6295375"/>
                  <a:pt x="7197360" y="6262624"/>
                </a:cubicBezTo>
                <a:cubicBezTo>
                  <a:pt x="7224157" y="6229868"/>
                  <a:pt x="7250957" y="6194137"/>
                  <a:pt x="7277754" y="6158406"/>
                </a:cubicBezTo>
                <a:cubicBezTo>
                  <a:pt x="7310509" y="6101833"/>
                  <a:pt x="7355171" y="6036326"/>
                  <a:pt x="7399836" y="5973795"/>
                </a:cubicBezTo>
                <a:cubicBezTo>
                  <a:pt x="7444499" y="5908288"/>
                  <a:pt x="7486186" y="5842781"/>
                  <a:pt x="7510006" y="5786208"/>
                </a:cubicBezTo>
                <a:cubicBezTo>
                  <a:pt x="7539782" y="5735588"/>
                  <a:pt x="7575513" y="5699857"/>
                  <a:pt x="7596358" y="5646260"/>
                </a:cubicBezTo>
                <a:cubicBezTo>
                  <a:pt x="7623155" y="5601597"/>
                  <a:pt x="7649954" y="5548001"/>
                  <a:pt x="7676751" y="5503336"/>
                </a:cubicBezTo>
                <a:close/>
                <a:moveTo>
                  <a:pt x="7636506" y="5248812"/>
                </a:moveTo>
                <a:lnTo>
                  <a:pt x="7659314" y="5333933"/>
                </a:lnTo>
                <a:lnTo>
                  <a:pt x="7617200" y="5408052"/>
                </a:lnTo>
                <a:lnTo>
                  <a:pt x="7615871" y="5411110"/>
                </a:lnTo>
                <a:lnTo>
                  <a:pt x="7659444" y="5334418"/>
                </a:lnTo>
                <a:lnTo>
                  <a:pt x="7691259" y="5453153"/>
                </a:lnTo>
                <a:lnTo>
                  <a:pt x="7688661" y="5458673"/>
                </a:lnTo>
                <a:cubicBezTo>
                  <a:pt x="7679730" y="5476538"/>
                  <a:pt x="7670796" y="5494405"/>
                  <a:pt x="7658886" y="5512270"/>
                </a:cubicBezTo>
                <a:cubicBezTo>
                  <a:pt x="7632089" y="5559912"/>
                  <a:pt x="7605289" y="5610529"/>
                  <a:pt x="7578492" y="5655195"/>
                </a:cubicBezTo>
                <a:cubicBezTo>
                  <a:pt x="7557648" y="5708791"/>
                  <a:pt x="7521917" y="5744522"/>
                  <a:pt x="7492140" y="5795139"/>
                </a:cubicBezTo>
                <a:cubicBezTo>
                  <a:pt x="7468320" y="5851715"/>
                  <a:pt x="7426634" y="5920198"/>
                  <a:pt x="7381971" y="5982730"/>
                </a:cubicBezTo>
                <a:cubicBezTo>
                  <a:pt x="7337306" y="6045258"/>
                  <a:pt x="7292643" y="6110765"/>
                  <a:pt x="7259888" y="6167341"/>
                </a:cubicBezTo>
                <a:cubicBezTo>
                  <a:pt x="7233092" y="6203071"/>
                  <a:pt x="7206291" y="6238802"/>
                  <a:pt x="7179495" y="6271554"/>
                </a:cubicBezTo>
                <a:cubicBezTo>
                  <a:pt x="7149719" y="6304309"/>
                  <a:pt x="7122919" y="6337061"/>
                  <a:pt x="7093143" y="6372792"/>
                </a:cubicBezTo>
                <a:cubicBezTo>
                  <a:pt x="7084212" y="6387682"/>
                  <a:pt x="7072301" y="6399592"/>
                  <a:pt x="7063367" y="6414479"/>
                </a:cubicBezTo>
                <a:cubicBezTo>
                  <a:pt x="7051457" y="6429368"/>
                  <a:pt x="7042525" y="6441279"/>
                  <a:pt x="7030615" y="6456165"/>
                </a:cubicBezTo>
                <a:cubicBezTo>
                  <a:pt x="7012749" y="6471055"/>
                  <a:pt x="6994884" y="6485941"/>
                  <a:pt x="6979994" y="6497851"/>
                </a:cubicBezTo>
                <a:lnTo>
                  <a:pt x="6897207" y="6589515"/>
                </a:lnTo>
                <a:lnTo>
                  <a:pt x="6899598" y="6599089"/>
                </a:lnTo>
                <a:cubicBezTo>
                  <a:pt x="6863867" y="6637800"/>
                  <a:pt x="6840046" y="6664597"/>
                  <a:pt x="6813249" y="6688418"/>
                </a:cubicBezTo>
                <a:lnTo>
                  <a:pt x="6745897" y="6736215"/>
                </a:lnTo>
                <a:lnTo>
                  <a:pt x="6404257" y="6827757"/>
                </a:lnTo>
                <a:lnTo>
                  <a:pt x="6411273" y="6822407"/>
                </a:lnTo>
                <a:cubicBezTo>
                  <a:pt x="6432117" y="6807522"/>
                  <a:pt x="6452959" y="6792632"/>
                  <a:pt x="6467849" y="6786676"/>
                </a:cubicBezTo>
                <a:cubicBezTo>
                  <a:pt x="6515490" y="6750945"/>
                  <a:pt x="6566107" y="6715215"/>
                  <a:pt x="6613749" y="6676507"/>
                </a:cubicBezTo>
                <a:cubicBezTo>
                  <a:pt x="6631615" y="6634821"/>
                  <a:pt x="6688191" y="6599089"/>
                  <a:pt x="6717966" y="6578245"/>
                </a:cubicBezTo>
                <a:cubicBezTo>
                  <a:pt x="6756673" y="6545493"/>
                  <a:pt x="6795384" y="6512738"/>
                  <a:pt x="6834091" y="6479986"/>
                </a:cubicBezTo>
                <a:cubicBezTo>
                  <a:pt x="6959150" y="6354927"/>
                  <a:pt x="7099098" y="6203068"/>
                  <a:pt x="7185447" y="6083964"/>
                </a:cubicBezTo>
                <a:lnTo>
                  <a:pt x="7233801" y="6001764"/>
                </a:lnTo>
                <a:lnTo>
                  <a:pt x="7236067" y="5994637"/>
                </a:lnTo>
                <a:cubicBezTo>
                  <a:pt x="7259888" y="5958905"/>
                  <a:pt x="7289664" y="5917219"/>
                  <a:pt x="7313485" y="5875533"/>
                </a:cubicBezTo>
                <a:cubicBezTo>
                  <a:pt x="7322420" y="5863622"/>
                  <a:pt x="7328374" y="5851713"/>
                  <a:pt x="7337306" y="5839802"/>
                </a:cubicBezTo>
                <a:lnTo>
                  <a:pt x="7368979" y="5795871"/>
                </a:lnTo>
                <a:lnTo>
                  <a:pt x="7378992" y="5777274"/>
                </a:lnTo>
                <a:cubicBezTo>
                  <a:pt x="7405789" y="5738564"/>
                  <a:pt x="7426634" y="5699856"/>
                  <a:pt x="7441520" y="5670081"/>
                </a:cubicBezTo>
                <a:cubicBezTo>
                  <a:pt x="7489162" y="5586708"/>
                  <a:pt x="7524893" y="5503335"/>
                  <a:pt x="7563603" y="5416984"/>
                </a:cubicBezTo>
                <a:cubicBezTo>
                  <a:pt x="7581468" y="5373809"/>
                  <a:pt x="7600078" y="5330634"/>
                  <a:pt x="7619804" y="5285970"/>
                </a:cubicBezTo>
                <a:close/>
                <a:moveTo>
                  <a:pt x="1438185" y="6830951"/>
                </a:moveTo>
                <a:lnTo>
                  <a:pt x="1449489" y="6840648"/>
                </a:lnTo>
                <a:lnTo>
                  <a:pt x="1453350" y="6842615"/>
                </a:lnTo>
                <a:close/>
                <a:moveTo>
                  <a:pt x="1486096" y="6491655"/>
                </a:moveTo>
                <a:lnTo>
                  <a:pt x="1491992" y="6498836"/>
                </a:lnTo>
                <a:lnTo>
                  <a:pt x="1492288" y="6497852"/>
                </a:lnTo>
                <a:close/>
                <a:moveTo>
                  <a:pt x="1195061" y="6558794"/>
                </a:moveTo>
                <a:lnTo>
                  <a:pt x="1307518" y="6691203"/>
                </a:lnTo>
                <a:lnTo>
                  <a:pt x="1218350" y="6584200"/>
                </a:lnTo>
                <a:close/>
                <a:moveTo>
                  <a:pt x="1045653" y="6423410"/>
                </a:moveTo>
                <a:cubicBezTo>
                  <a:pt x="1054584" y="6414479"/>
                  <a:pt x="1084360" y="6429366"/>
                  <a:pt x="1123070" y="6474031"/>
                </a:cubicBezTo>
                <a:lnTo>
                  <a:pt x="1126871" y="6478507"/>
                </a:lnTo>
                <a:lnTo>
                  <a:pt x="1162149" y="6486313"/>
                </a:lnTo>
                <a:cubicBezTo>
                  <a:pt x="1180387" y="6498596"/>
                  <a:pt x="1204951" y="6521673"/>
                  <a:pt x="1242171" y="6560379"/>
                </a:cubicBezTo>
                <a:cubicBezTo>
                  <a:pt x="1280881" y="6593135"/>
                  <a:pt x="1322567" y="6622910"/>
                  <a:pt x="1352343" y="6649708"/>
                </a:cubicBezTo>
                <a:cubicBezTo>
                  <a:pt x="1382119" y="6676507"/>
                  <a:pt x="1399984" y="6700328"/>
                  <a:pt x="1399985" y="6715214"/>
                </a:cubicBezTo>
                <a:cubicBezTo>
                  <a:pt x="1408916" y="6727124"/>
                  <a:pt x="1414871" y="6736059"/>
                  <a:pt x="1426782" y="6747970"/>
                </a:cubicBezTo>
                <a:cubicBezTo>
                  <a:pt x="1465492" y="6780722"/>
                  <a:pt x="1498243" y="6810497"/>
                  <a:pt x="1539930" y="6843252"/>
                </a:cubicBezTo>
                <a:lnTo>
                  <a:pt x="1539890" y="6843288"/>
                </a:lnTo>
                <a:lnTo>
                  <a:pt x="1507178" y="6870049"/>
                </a:lnTo>
                <a:lnTo>
                  <a:pt x="1401804" y="6752965"/>
                </a:lnTo>
                <a:lnTo>
                  <a:pt x="1397009" y="6753924"/>
                </a:lnTo>
                <a:lnTo>
                  <a:pt x="1496727" y="6864723"/>
                </a:lnTo>
                <a:lnTo>
                  <a:pt x="1507178" y="6870049"/>
                </a:lnTo>
                <a:cubicBezTo>
                  <a:pt x="1511644" y="6865584"/>
                  <a:pt x="1517599" y="6861862"/>
                  <a:pt x="1523554" y="6857768"/>
                </a:cubicBezTo>
                <a:lnTo>
                  <a:pt x="1539890" y="6843288"/>
                </a:lnTo>
                <a:lnTo>
                  <a:pt x="1539933" y="6843252"/>
                </a:lnTo>
                <a:cubicBezTo>
                  <a:pt x="1629261" y="6920670"/>
                  <a:pt x="1724544" y="6998087"/>
                  <a:pt x="1822803" y="7066570"/>
                </a:cubicBezTo>
                <a:cubicBezTo>
                  <a:pt x="1804937" y="7072526"/>
                  <a:pt x="1790051" y="7078481"/>
                  <a:pt x="1766230" y="7084436"/>
                </a:cubicBezTo>
                <a:cubicBezTo>
                  <a:pt x="1775161" y="7090391"/>
                  <a:pt x="1778141" y="7093370"/>
                  <a:pt x="1787072" y="7099325"/>
                </a:cubicBezTo>
                <a:cubicBezTo>
                  <a:pt x="1757296" y="7099325"/>
                  <a:pt x="1733475" y="7102301"/>
                  <a:pt x="1703699" y="7102302"/>
                </a:cubicBezTo>
                <a:cubicBezTo>
                  <a:pt x="1685834" y="7090391"/>
                  <a:pt x="1667968" y="7078480"/>
                  <a:pt x="1650102" y="7066570"/>
                </a:cubicBezTo>
                <a:cubicBezTo>
                  <a:pt x="1632237" y="7054660"/>
                  <a:pt x="1617350" y="7039774"/>
                  <a:pt x="1599485" y="7027863"/>
                </a:cubicBezTo>
                <a:cubicBezTo>
                  <a:pt x="1557799" y="6992132"/>
                  <a:pt x="1513133" y="6959377"/>
                  <a:pt x="1474426" y="6923646"/>
                </a:cubicBezTo>
                <a:cubicBezTo>
                  <a:pt x="1435716" y="6887914"/>
                  <a:pt x="1397009" y="6852183"/>
                  <a:pt x="1358298" y="6819431"/>
                </a:cubicBezTo>
                <a:cubicBezTo>
                  <a:pt x="1319591" y="6783700"/>
                  <a:pt x="1286836" y="6747970"/>
                  <a:pt x="1251105" y="6715214"/>
                </a:cubicBezTo>
                <a:cubicBezTo>
                  <a:pt x="1233240" y="6697349"/>
                  <a:pt x="1215374" y="6679483"/>
                  <a:pt x="1200487" y="6664597"/>
                </a:cubicBezTo>
                <a:cubicBezTo>
                  <a:pt x="1185598" y="6646731"/>
                  <a:pt x="1167732" y="6628866"/>
                  <a:pt x="1152846" y="6611000"/>
                </a:cubicBezTo>
                <a:cubicBezTo>
                  <a:pt x="1155822" y="6605045"/>
                  <a:pt x="1185598" y="6622911"/>
                  <a:pt x="1170712" y="6587180"/>
                </a:cubicBezTo>
                <a:cubicBezTo>
                  <a:pt x="1191553" y="6605045"/>
                  <a:pt x="1212398" y="6622910"/>
                  <a:pt x="1230264" y="6640776"/>
                </a:cubicBezTo>
                <a:cubicBezTo>
                  <a:pt x="1254084" y="6658642"/>
                  <a:pt x="1274926" y="6676507"/>
                  <a:pt x="1295770" y="6691393"/>
                </a:cubicBezTo>
                <a:cubicBezTo>
                  <a:pt x="1322567" y="6721170"/>
                  <a:pt x="1349367" y="6747969"/>
                  <a:pt x="1376164" y="6777746"/>
                </a:cubicBezTo>
                <a:lnTo>
                  <a:pt x="1382998" y="6783606"/>
                </a:lnTo>
                <a:lnTo>
                  <a:pt x="1295770" y="6691393"/>
                </a:lnTo>
                <a:cubicBezTo>
                  <a:pt x="1274926" y="6673528"/>
                  <a:pt x="1254084" y="6658642"/>
                  <a:pt x="1233240" y="6640776"/>
                </a:cubicBezTo>
                <a:cubicBezTo>
                  <a:pt x="1212398" y="6622910"/>
                  <a:pt x="1194532" y="6605045"/>
                  <a:pt x="1173688" y="6587179"/>
                </a:cubicBezTo>
                <a:cubicBezTo>
                  <a:pt x="1152846" y="6560379"/>
                  <a:pt x="1129025" y="6533583"/>
                  <a:pt x="1108180" y="6506783"/>
                </a:cubicBezTo>
                <a:cubicBezTo>
                  <a:pt x="1087339" y="6479986"/>
                  <a:pt x="1066494" y="6450210"/>
                  <a:pt x="1045653" y="6423410"/>
                </a:cubicBezTo>
                <a:close/>
                <a:moveTo>
                  <a:pt x="419367" y="2532692"/>
                </a:moveTo>
                <a:lnTo>
                  <a:pt x="420849" y="2533433"/>
                </a:lnTo>
                <a:lnTo>
                  <a:pt x="420989" y="2533017"/>
                </a:lnTo>
                <a:close/>
                <a:moveTo>
                  <a:pt x="599014" y="2105903"/>
                </a:moveTo>
                <a:cubicBezTo>
                  <a:pt x="551372" y="2183321"/>
                  <a:pt x="542438" y="2207142"/>
                  <a:pt x="533506" y="2227983"/>
                </a:cubicBezTo>
                <a:lnTo>
                  <a:pt x="509686" y="2251804"/>
                </a:lnTo>
                <a:lnTo>
                  <a:pt x="506708" y="2254409"/>
                </a:lnTo>
                <a:lnTo>
                  <a:pt x="506574" y="2254516"/>
                </a:lnTo>
                <a:lnTo>
                  <a:pt x="479910" y="2272649"/>
                </a:lnTo>
                <a:lnTo>
                  <a:pt x="479782" y="2275500"/>
                </a:lnTo>
                <a:lnTo>
                  <a:pt x="474599" y="2389489"/>
                </a:lnTo>
                <a:lnTo>
                  <a:pt x="474749" y="2389217"/>
                </a:lnTo>
                <a:lnTo>
                  <a:pt x="479910" y="2275624"/>
                </a:lnTo>
                <a:lnTo>
                  <a:pt x="506574" y="2254516"/>
                </a:lnTo>
                <a:lnTo>
                  <a:pt x="507824" y="2253665"/>
                </a:lnTo>
                <a:lnTo>
                  <a:pt x="509686" y="2251804"/>
                </a:lnTo>
                <a:lnTo>
                  <a:pt x="533507" y="2230959"/>
                </a:lnTo>
                <a:cubicBezTo>
                  <a:pt x="542438" y="2210118"/>
                  <a:pt x="554348" y="2186297"/>
                  <a:pt x="599014" y="2108879"/>
                </a:cubicBezTo>
                <a:lnTo>
                  <a:pt x="601246" y="2110368"/>
                </a:lnTo>
                <a:lnTo>
                  <a:pt x="602362" y="2108135"/>
                </a:lnTo>
                <a:close/>
                <a:moveTo>
                  <a:pt x="634742" y="1846851"/>
                </a:moveTo>
                <a:cubicBezTo>
                  <a:pt x="622831" y="1855786"/>
                  <a:pt x="607945" y="1864717"/>
                  <a:pt x="593055" y="1876627"/>
                </a:cubicBezTo>
                <a:cubicBezTo>
                  <a:pt x="572214" y="1915338"/>
                  <a:pt x="557324" y="1948089"/>
                  <a:pt x="530528" y="2007641"/>
                </a:cubicBezTo>
                <a:lnTo>
                  <a:pt x="544832" y="2019086"/>
                </a:lnTo>
                <a:lnTo>
                  <a:pt x="545298" y="2017076"/>
                </a:lnTo>
                <a:lnTo>
                  <a:pt x="533507" y="2007641"/>
                </a:lnTo>
                <a:cubicBezTo>
                  <a:pt x="560303" y="1948089"/>
                  <a:pt x="575193" y="1915334"/>
                  <a:pt x="596034" y="1876627"/>
                </a:cubicBezTo>
                <a:lnTo>
                  <a:pt x="632947" y="1850262"/>
                </a:lnTo>
                <a:close/>
                <a:moveTo>
                  <a:pt x="864018" y="1677130"/>
                </a:moveTo>
                <a:lnTo>
                  <a:pt x="860257" y="1680141"/>
                </a:lnTo>
                <a:lnTo>
                  <a:pt x="844293" y="1741521"/>
                </a:lnTo>
                <a:cubicBezTo>
                  <a:pt x="840197" y="1755291"/>
                  <a:pt x="837221" y="1763482"/>
                  <a:pt x="834242" y="1772413"/>
                </a:cubicBezTo>
                <a:cubicBezTo>
                  <a:pt x="721094" y="1924269"/>
                  <a:pt x="655586" y="2126745"/>
                  <a:pt x="560303" y="2272649"/>
                </a:cubicBezTo>
                <a:cubicBezTo>
                  <a:pt x="548393" y="2311356"/>
                  <a:pt x="536482" y="2353042"/>
                  <a:pt x="521593" y="2394728"/>
                </a:cubicBezTo>
                <a:cubicBezTo>
                  <a:pt x="506707" y="2436415"/>
                  <a:pt x="497773" y="2478101"/>
                  <a:pt x="485862" y="2519787"/>
                </a:cubicBezTo>
                <a:cubicBezTo>
                  <a:pt x="456086" y="2609115"/>
                  <a:pt x="411424" y="2704398"/>
                  <a:pt x="408444" y="2781816"/>
                </a:cubicBezTo>
                <a:cubicBezTo>
                  <a:pt x="390579" y="2841367"/>
                  <a:pt x="372714" y="2900919"/>
                  <a:pt x="357827" y="2960471"/>
                </a:cubicBezTo>
                <a:cubicBezTo>
                  <a:pt x="348893" y="3005137"/>
                  <a:pt x="342937" y="3049799"/>
                  <a:pt x="334006" y="3094464"/>
                </a:cubicBezTo>
                <a:lnTo>
                  <a:pt x="322096" y="3162947"/>
                </a:lnTo>
                <a:cubicBezTo>
                  <a:pt x="319117" y="3186768"/>
                  <a:pt x="316141" y="3207613"/>
                  <a:pt x="313161" y="3231434"/>
                </a:cubicBezTo>
                <a:cubicBezTo>
                  <a:pt x="304230" y="3293962"/>
                  <a:pt x="292320" y="3353513"/>
                  <a:pt x="286365" y="3416044"/>
                </a:cubicBezTo>
                <a:cubicBezTo>
                  <a:pt x="283386" y="3454752"/>
                  <a:pt x="280409" y="3487507"/>
                  <a:pt x="277431" y="3529193"/>
                </a:cubicBezTo>
                <a:cubicBezTo>
                  <a:pt x="280410" y="3558969"/>
                  <a:pt x="286365" y="3588745"/>
                  <a:pt x="292320" y="3648297"/>
                </a:cubicBezTo>
                <a:lnTo>
                  <a:pt x="299297" y="3583399"/>
                </a:lnTo>
                <a:lnTo>
                  <a:pt x="298275" y="3561945"/>
                </a:lnTo>
                <a:cubicBezTo>
                  <a:pt x="301251" y="3520259"/>
                  <a:pt x="307207" y="3475593"/>
                  <a:pt x="310185" y="3436886"/>
                </a:cubicBezTo>
                <a:cubicBezTo>
                  <a:pt x="316141" y="3374355"/>
                  <a:pt x="328051" y="3314803"/>
                  <a:pt x="336982" y="3252275"/>
                </a:cubicBezTo>
                <a:lnTo>
                  <a:pt x="358237" y="3226770"/>
                </a:lnTo>
                <a:lnTo>
                  <a:pt x="389100" y="3020223"/>
                </a:lnTo>
                <a:lnTo>
                  <a:pt x="387603" y="2984292"/>
                </a:lnTo>
                <a:lnTo>
                  <a:pt x="417019" y="2899960"/>
                </a:lnTo>
                <a:lnTo>
                  <a:pt x="434522" y="2829157"/>
                </a:lnTo>
                <a:lnTo>
                  <a:pt x="429289" y="2841367"/>
                </a:lnTo>
                <a:cubicBezTo>
                  <a:pt x="423334" y="2838391"/>
                  <a:pt x="417379" y="2835412"/>
                  <a:pt x="411424" y="2835412"/>
                </a:cubicBezTo>
                <a:cubicBezTo>
                  <a:pt x="396534" y="2874122"/>
                  <a:pt x="381648" y="2918785"/>
                  <a:pt x="366758" y="2963450"/>
                </a:cubicBezTo>
                <a:cubicBezTo>
                  <a:pt x="366758" y="2984292"/>
                  <a:pt x="366758" y="3008113"/>
                  <a:pt x="369737" y="3034913"/>
                </a:cubicBezTo>
                <a:cubicBezTo>
                  <a:pt x="360803" y="3082554"/>
                  <a:pt x="354848" y="3124240"/>
                  <a:pt x="348893" y="3171882"/>
                </a:cubicBezTo>
                <a:cubicBezTo>
                  <a:pt x="348893" y="3177837"/>
                  <a:pt x="345917" y="3186768"/>
                  <a:pt x="345917" y="3195703"/>
                </a:cubicBezTo>
                <a:cubicBezTo>
                  <a:pt x="334006" y="3207613"/>
                  <a:pt x="328051" y="3219523"/>
                  <a:pt x="316141" y="3231434"/>
                </a:cubicBezTo>
                <a:cubicBezTo>
                  <a:pt x="319117" y="3207613"/>
                  <a:pt x="322096" y="3186768"/>
                  <a:pt x="325072" y="3162947"/>
                </a:cubicBezTo>
                <a:lnTo>
                  <a:pt x="336982" y="3094464"/>
                </a:lnTo>
                <a:cubicBezTo>
                  <a:pt x="345916" y="3049799"/>
                  <a:pt x="351872" y="3005137"/>
                  <a:pt x="360803" y="2960471"/>
                </a:cubicBezTo>
                <a:cubicBezTo>
                  <a:pt x="378669" y="2900919"/>
                  <a:pt x="396534" y="2841367"/>
                  <a:pt x="411424" y="2781816"/>
                </a:cubicBezTo>
                <a:cubicBezTo>
                  <a:pt x="414400" y="2704398"/>
                  <a:pt x="459065" y="2612094"/>
                  <a:pt x="488841" y="2519787"/>
                </a:cubicBezTo>
                <a:cubicBezTo>
                  <a:pt x="500752" y="2478101"/>
                  <a:pt x="509683" y="2436415"/>
                  <a:pt x="524572" y="2394728"/>
                </a:cubicBezTo>
                <a:cubicBezTo>
                  <a:pt x="536482" y="2353042"/>
                  <a:pt x="551369" y="2314335"/>
                  <a:pt x="563280" y="2272649"/>
                </a:cubicBezTo>
                <a:cubicBezTo>
                  <a:pt x="658562" y="2126745"/>
                  <a:pt x="721094" y="1924269"/>
                  <a:pt x="837218" y="1772413"/>
                </a:cubicBezTo>
                <a:cubicBezTo>
                  <a:pt x="843173" y="1751568"/>
                  <a:pt x="849129" y="1739658"/>
                  <a:pt x="864018" y="1677130"/>
                </a:cubicBezTo>
                <a:close/>
                <a:moveTo>
                  <a:pt x="5842554" y="212154"/>
                </a:moveTo>
                <a:cubicBezTo>
                  <a:pt x="5911037" y="238951"/>
                  <a:pt x="5958678" y="259796"/>
                  <a:pt x="5994410" y="280637"/>
                </a:cubicBezTo>
                <a:cubicBezTo>
                  <a:pt x="6030140" y="298503"/>
                  <a:pt x="6050986" y="316368"/>
                  <a:pt x="6059917" y="334234"/>
                </a:cubicBezTo>
                <a:cubicBezTo>
                  <a:pt x="6003344" y="304458"/>
                  <a:pt x="5952723" y="283617"/>
                  <a:pt x="5914016" y="262772"/>
                </a:cubicBezTo>
                <a:cubicBezTo>
                  <a:pt x="5875306" y="241930"/>
                  <a:pt x="5851485" y="224065"/>
                  <a:pt x="5842554" y="212154"/>
                </a:cubicBezTo>
                <a:close/>
                <a:moveTo>
                  <a:pt x="917614" y="1379371"/>
                </a:moveTo>
                <a:lnTo>
                  <a:pt x="932501" y="1391281"/>
                </a:lnTo>
                <a:lnTo>
                  <a:pt x="932501" y="1391278"/>
                </a:lnTo>
                <a:lnTo>
                  <a:pt x="917618" y="1379371"/>
                </a:lnTo>
                <a:close/>
                <a:moveTo>
                  <a:pt x="5364411" y="6459"/>
                </a:moveTo>
                <a:lnTo>
                  <a:pt x="5388519" y="0"/>
                </a:lnTo>
                <a:lnTo>
                  <a:pt x="5400009" y="1487"/>
                </a:lnTo>
                <a:cubicBezTo>
                  <a:pt x="5420480" y="5953"/>
                  <a:pt x="5443556" y="12652"/>
                  <a:pt x="5467377" y="21585"/>
                </a:cubicBezTo>
                <a:cubicBezTo>
                  <a:pt x="5517995" y="42430"/>
                  <a:pt x="5574570" y="72206"/>
                  <a:pt x="5634122" y="104958"/>
                </a:cubicBezTo>
                <a:cubicBezTo>
                  <a:pt x="5513531" y="66995"/>
                  <a:pt x="5423086" y="39079"/>
                  <a:pt x="5377863" y="16189"/>
                </a:cubicBezTo>
                <a:close/>
                <a:moveTo>
                  <a:pt x="939465" y="1192120"/>
                </a:moveTo>
                <a:lnTo>
                  <a:pt x="989575" y="1178693"/>
                </a:lnTo>
                <a:lnTo>
                  <a:pt x="991590" y="1182987"/>
                </a:lnTo>
                <a:lnTo>
                  <a:pt x="984857" y="1201819"/>
                </a:lnTo>
                <a:lnTo>
                  <a:pt x="1013565" y="1172265"/>
                </a:lnTo>
                <a:lnTo>
                  <a:pt x="1103330" y="1148213"/>
                </a:lnTo>
                <a:lnTo>
                  <a:pt x="1033742" y="1224536"/>
                </a:lnTo>
                <a:lnTo>
                  <a:pt x="1048629" y="1242398"/>
                </a:lnTo>
                <a:lnTo>
                  <a:pt x="1048913" y="1242148"/>
                </a:lnTo>
                <a:lnTo>
                  <a:pt x="1036718" y="1227512"/>
                </a:lnTo>
                <a:cubicBezTo>
                  <a:pt x="1051606" y="1211136"/>
                  <a:pt x="1067983" y="1194015"/>
                  <a:pt x="1083988" y="1176894"/>
                </a:cubicBezTo>
                <a:lnTo>
                  <a:pt x="1111437" y="1146040"/>
                </a:lnTo>
                <a:lnTo>
                  <a:pt x="1250892" y="1108673"/>
                </a:lnTo>
                <a:lnTo>
                  <a:pt x="1135723" y="1237561"/>
                </a:lnTo>
                <a:cubicBezTo>
                  <a:pt x="1050117" y="1338427"/>
                  <a:pt x="969722" y="1443387"/>
                  <a:pt x="893794" y="1552068"/>
                </a:cubicBezTo>
                <a:cubicBezTo>
                  <a:pt x="849128" y="1614599"/>
                  <a:pt x="813397" y="1659261"/>
                  <a:pt x="789577" y="1694992"/>
                </a:cubicBezTo>
                <a:cubicBezTo>
                  <a:pt x="765756" y="1730724"/>
                  <a:pt x="750869" y="1757523"/>
                  <a:pt x="741935" y="1781344"/>
                </a:cubicBezTo>
                <a:cubicBezTo>
                  <a:pt x="727049" y="1808141"/>
                  <a:pt x="709183" y="1834941"/>
                  <a:pt x="694294" y="1861738"/>
                </a:cubicBezTo>
                <a:cubicBezTo>
                  <a:pt x="664518" y="1918314"/>
                  <a:pt x="634742" y="1974886"/>
                  <a:pt x="604966" y="2028483"/>
                </a:cubicBezTo>
                <a:lnTo>
                  <a:pt x="507798" y="2181601"/>
                </a:lnTo>
                <a:lnTo>
                  <a:pt x="506706" y="2186297"/>
                </a:lnTo>
                <a:cubicBezTo>
                  <a:pt x="494796" y="2213097"/>
                  <a:pt x="485862" y="2245849"/>
                  <a:pt x="473952" y="2275625"/>
                </a:cubicBezTo>
                <a:cubicBezTo>
                  <a:pt x="465020" y="2293490"/>
                  <a:pt x="459065" y="2305401"/>
                  <a:pt x="450131" y="2317311"/>
                </a:cubicBezTo>
                <a:lnTo>
                  <a:pt x="444176" y="2323266"/>
                </a:lnTo>
                <a:lnTo>
                  <a:pt x="417751" y="2411106"/>
                </a:lnTo>
                <a:cubicBezTo>
                  <a:pt x="412915" y="2433439"/>
                  <a:pt x="411424" y="2449816"/>
                  <a:pt x="411424" y="2463215"/>
                </a:cubicBezTo>
                <a:cubicBezTo>
                  <a:pt x="411424" y="2490011"/>
                  <a:pt x="414400" y="2507877"/>
                  <a:pt x="405469" y="2537653"/>
                </a:cubicBezTo>
                <a:cubicBezTo>
                  <a:pt x="390579" y="2579339"/>
                  <a:pt x="378668" y="2618049"/>
                  <a:pt x="363782" y="2659736"/>
                </a:cubicBezTo>
                <a:cubicBezTo>
                  <a:pt x="351872" y="2701422"/>
                  <a:pt x="336982" y="2740129"/>
                  <a:pt x="325072" y="2781816"/>
                </a:cubicBezTo>
                <a:cubicBezTo>
                  <a:pt x="310186" y="2844347"/>
                  <a:pt x="298275" y="2900919"/>
                  <a:pt x="283386" y="2960471"/>
                </a:cubicBezTo>
                <a:cubicBezTo>
                  <a:pt x="274455" y="3017047"/>
                  <a:pt x="268499" y="3070644"/>
                  <a:pt x="259565" y="3124240"/>
                </a:cubicBezTo>
                <a:cubicBezTo>
                  <a:pt x="250633" y="3177837"/>
                  <a:pt x="247655" y="3234410"/>
                  <a:pt x="244678" y="3288006"/>
                </a:cubicBezTo>
                <a:cubicBezTo>
                  <a:pt x="253610" y="3246320"/>
                  <a:pt x="259565" y="3207613"/>
                  <a:pt x="265520" y="3174858"/>
                </a:cubicBezTo>
                <a:lnTo>
                  <a:pt x="267452" y="3165520"/>
                </a:lnTo>
                <a:lnTo>
                  <a:pt x="271475" y="3121261"/>
                </a:lnTo>
                <a:cubicBezTo>
                  <a:pt x="280410" y="3067664"/>
                  <a:pt x="286365" y="3011092"/>
                  <a:pt x="295296" y="2957495"/>
                </a:cubicBezTo>
                <a:lnTo>
                  <a:pt x="302755" y="2959983"/>
                </a:lnTo>
                <a:lnTo>
                  <a:pt x="303402" y="2957217"/>
                </a:lnTo>
                <a:lnTo>
                  <a:pt x="295299" y="2954516"/>
                </a:lnTo>
                <a:cubicBezTo>
                  <a:pt x="310186" y="2891985"/>
                  <a:pt x="322096" y="2835412"/>
                  <a:pt x="336986" y="2775860"/>
                </a:cubicBezTo>
                <a:cubicBezTo>
                  <a:pt x="348896" y="2734174"/>
                  <a:pt x="360806" y="2692488"/>
                  <a:pt x="375693" y="2653777"/>
                </a:cubicBezTo>
                <a:lnTo>
                  <a:pt x="417188" y="2532257"/>
                </a:lnTo>
                <a:lnTo>
                  <a:pt x="414403" y="2531698"/>
                </a:lnTo>
                <a:cubicBezTo>
                  <a:pt x="423334" y="2501922"/>
                  <a:pt x="420358" y="2484056"/>
                  <a:pt x="420358" y="2457259"/>
                </a:cubicBezTo>
                <a:cubicBezTo>
                  <a:pt x="420358" y="2430460"/>
                  <a:pt x="423334" y="2391752"/>
                  <a:pt x="453110" y="2317311"/>
                </a:cubicBezTo>
                <a:cubicBezTo>
                  <a:pt x="459065" y="2305401"/>
                  <a:pt x="465020" y="2290514"/>
                  <a:pt x="476931" y="2275625"/>
                </a:cubicBezTo>
                <a:lnTo>
                  <a:pt x="477731" y="2273449"/>
                </a:lnTo>
                <a:lnTo>
                  <a:pt x="509686" y="2186297"/>
                </a:lnTo>
                <a:cubicBezTo>
                  <a:pt x="542438" y="2132700"/>
                  <a:pt x="572214" y="2082082"/>
                  <a:pt x="607945" y="2031462"/>
                </a:cubicBezTo>
                <a:cubicBezTo>
                  <a:pt x="637721" y="1974889"/>
                  <a:pt x="664521" y="1918314"/>
                  <a:pt x="697273" y="1864717"/>
                </a:cubicBezTo>
                <a:cubicBezTo>
                  <a:pt x="712162" y="1840896"/>
                  <a:pt x="730028" y="1811120"/>
                  <a:pt x="744914" y="1784323"/>
                </a:cubicBezTo>
                <a:cubicBezTo>
                  <a:pt x="753848" y="1760503"/>
                  <a:pt x="768735" y="1733703"/>
                  <a:pt x="792556" y="1697972"/>
                </a:cubicBezTo>
                <a:cubicBezTo>
                  <a:pt x="816376" y="1662241"/>
                  <a:pt x="852108" y="1617578"/>
                  <a:pt x="896773" y="1555047"/>
                </a:cubicBezTo>
                <a:cubicBezTo>
                  <a:pt x="972701" y="1444876"/>
                  <a:pt x="1053096" y="1339916"/>
                  <a:pt x="1138702" y="1239423"/>
                </a:cubicBezTo>
                <a:lnTo>
                  <a:pt x="1257734" y="1106840"/>
                </a:lnTo>
                <a:lnTo>
                  <a:pt x="1346684" y="1083006"/>
                </a:lnTo>
                <a:lnTo>
                  <a:pt x="1309169" y="1125903"/>
                </a:lnTo>
                <a:cubicBezTo>
                  <a:pt x="1278649" y="1161262"/>
                  <a:pt x="1248129" y="1197738"/>
                  <a:pt x="1218353" y="1236446"/>
                </a:cubicBezTo>
                <a:cubicBezTo>
                  <a:pt x="1200488" y="1257288"/>
                  <a:pt x="1182622" y="1275153"/>
                  <a:pt x="1167733" y="1295998"/>
                </a:cubicBezTo>
                <a:cubicBezTo>
                  <a:pt x="1149867" y="1316840"/>
                  <a:pt x="1134980" y="1337685"/>
                  <a:pt x="1117115" y="1358526"/>
                </a:cubicBezTo>
                <a:lnTo>
                  <a:pt x="893284" y="1605921"/>
                </a:lnTo>
                <a:lnTo>
                  <a:pt x="1120091" y="1355550"/>
                </a:lnTo>
                <a:cubicBezTo>
                  <a:pt x="1137957" y="1334705"/>
                  <a:pt x="1152843" y="1313864"/>
                  <a:pt x="1170708" y="1293019"/>
                </a:cubicBezTo>
                <a:cubicBezTo>
                  <a:pt x="1188574" y="1272177"/>
                  <a:pt x="1206439" y="1254312"/>
                  <a:pt x="1221329" y="1233467"/>
                </a:cubicBezTo>
                <a:cubicBezTo>
                  <a:pt x="1251105" y="1194758"/>
                  <a:pt x="1281625" y="1159027"/>
                  <a:pt x="1312145" y="1124040"/>
                </a:cubicBezTo>
                <a:lnTo>
                  <a:pt x="1347941" y="1082669"/>
                </a:lnTo>
                <a:lnTo>
                  <a:pt x="5198604" y="50887"/>
                </a:lnTo>
                <a:lnTo>
                  <a:pt x="5220239" y="57319"/>
                </a:lnTo>
                <a:lnTo>
                  <a:pt x="5273835" y="72206"/>
                </a:lnTo>
                <a:lnTo>
                  <a:pt x="5327432" y="90071"/>
                </a:lnTo>
                <a:lnTo>
                  <a:pt x="5328122" y="90703"/>
                </a:lnTo>
                <a:lnTo>
                  <a:pt x="5366558" y="97330"/>
                </a:lnTo>
                <a:cubicBezTo>
                  <a:pt x="5399776" y="105145"/>
                  <a:pt x="5439136" y="118172"/>
                  <a:pt x="5459700" y="131942"/>
                </a:cubicBezTo>
                <a:lnTo>
                  <a:pt x="5472710" y="151655"/>
                </a:lnTo>
                <a:lnTo>
                  <a:pt x="5476311" y="152602"/>
                </a:lnTo>
                <a:cubicBezTo>
                  <a:pt x="5503108" y="164513"/>
                  <a:pt x="5532884" y="176423"/>
                  <a:pt x="5559684" y="185354"/>
                </a:cubicBezTo>
                <a:cubicBezTo>
                  <a:pt x="5583505" y="194289"/>
                  <a:pt x="5607325" y="203220"/>
                  <a:pt x="5631147" y="215130"/>
                </a:cubicBezTo>
                <a:cubicBezTo>
                  <a:pt x="5654967" y="227041"/>
                  <a:pt x="5678788" y="235975"/>
                  <a:pt x="5702608" y="247885"/>
                </a:cubicBezTo>
                <a:cubicBezTo>
                  <a:pt x="5714519" y="256817"/>
                  <a:pt x="5732385" y="265751"/>
                  <a:pt x="5756205" y="277661"/>
                </a:cubicBezTo>
                <a:cubicBezTo>
                  <a:pt x="5768115" y="283617"/>
                  <a:pt x="5780026" y="289572"/>
                  <a:pt x="5791937" y="295527"/>
                </a:cubicBezTo>
                <a:cubicBezTo>
                  <a:pt x="5803847" y="301482"/>
                  <a:pt x="5818733" y="307437"/>
                  <a:pt x="5830644" y="316368"/>
                </a:cubicBezTo>
                <a:cubicBezTo>
                  <a:pt x="5884240" y="343168"/>
                  <a:pt x="5937837" y="369965"/>
                  <a:pt x="5961658" y="390810"/>
                </a:cubicBezTo>
                <a:cubicBezTo>
                  <a:pt x="6015254" y="426541"/>
                  <a:pt x="6071830" y="459293"/>
                  <a:pt x="6128403" y="498003"/>
                </a:cubicBezTo>
                <a:cubicBezTo>
                  <a:pt x="6155202" y="515869"/>
                  <a:pt x="6184979" y="536710"/>
                  <a:pt x="6214755" y="557555"/>
                </a:cubicBezTo>
                <a:lnTo>
                  <a:pt x="6217256" y="559340"/>
                </a:lnTo>
                <a:lnTo>
                  <a:pt x="6261383" y="586149"/>
                </a:lnTo>
                <a:lnTo>
                  <a:pt x="6417221" y="698379"/>
                </a:lnTo>
                <a:lnTo>
                  <a:pt x="7635473" y="5244954"/>
                </a:lnTo>
                <a:lnTo>
                  <a:pt x="7555824" y="5419713"/>
                </a:lnTo>
                <a:cubicBezTo>
                  <a:pt x="7525349" y="5481984"/>
                  <a:pt x="7493226" y="5543303"/>
                  <a:pt x="7459513" y="5603611"/>
                </a:cubicBezTo>
                <a:lnTo>
                  <a:pt x="7432760" y="5645910"/>
                </a:lnTo>
                <a:lnTo>
                  <a:pt x="7432588" y="5646260"/>
                </a:lnTo>
                <a:cubicBezTo>
                  <a:pt x="7420679" y="5676036"/>
                  <a:pt x="7396857" y="5714746"/>
                  <a:pt x="7370057" y="5753453"/>
                </a:cubicBezTo>
                <a:cubicBezTo>
                  <a:pt x="7343261" y="5792164"/>
                  <a:pt x="7319440" y="5833850"/>
                  <a:pt x="7307530" y="5869581"/>
                </a:cubicBezTo>
                <a:cubicBezTo>
                  <a:pt x="7286685" y="5896378"/>
                  <a:pt x="7259888" y="5926153"/>
                  <a:pt x="7236067" y="5958909"/>
                </a:cubicBezTo>
                <a:cubicBezTo>
                  <a:pt x="7212246" y="5991661"/>
                  <a:pt x="7191402" y="6027392"/>
                  <a:pt x="7176515" y="6060147"/>
                </a:cubicBezTo>
                <a:cubicBezTo>
                  <a:pt x="7090164" y="6179251"/>
                  <a:pt x="6950219" y="6331107"/>
                  <a:pt x="6825159" y="6456166"/>
                </a:cubicBezTo>
                <a:cubicBezTo>
                  <a:pt x="6786450" y="6488920"/>
                  <a:pt x="6747742" y="6521672"/>
                  <a:pt x="6709032" y="6554427"/>
                </a:cubicBezTo>
                <a:lnTo>
                  <a:pt x="6697890" y="6562899"/>
                </a:lnTo>
                <a:lnTo>
                  <a:pt x="6693086" y="6567763"/>
                </a:lnTo>
                <a:lnTo>
                  <a:pt x="6644525" y="6607349"/>
                </a:lnTo>
                <a:lnTo>
                  <a:pt x="6604818" y="6652687"/>
                </a:lnTo>
                <a:cubicBezTo>
                  <a:pt x="6557176" y="6691397"/>
                  <a:pt x="6509535" y="6727128"/>
                  <a:pt x="6458914" y="6762859"/>
                </a:cubicBezTo>
                <a:lnTo>
                  <a:pt x="6436053" y="6777302"/>
                </a:lnTo>
                <a:lnTo>
                  <a:pt x="6373957" y="6827922"/>
                </a:lnTo>
                <a:lnTo>
                  <a:pt x="6364991" y="6833746"/>
                </a:lnTo>
                <a:lnTo>
                  <a:pt x="6358255" y="6840083"/>
                </a:lnTo>
                <a:lnTo>
                  <a:pt x="3387117" y="7636198"/>
                </a:lnTo>
                <a:lnTo>
                  <a:pt x="3347331" y="7629337"/>
                </a:lnTo>
                <a:cubicBezTo>
                  <a:pt x="3320534" y="7623382"/>
                  <a:pt x="3293734" y="7620405"/>
                  <a:pt x="3266937" y="7614450"/>
                </a:cubicBezTo>
                <a:cubicBezTo>
                  <a:pt x="3159744" y="7596585"/>
                  <a:pt x="3061482" y="7575741"/>
                  <a:pt x="2942378" y="7531078"/>
                </a:cubicBezTo>
                <a:cubicBezTo>
                  <a:pt x="2864961" y="7513212"/>
                  <a:pt x="2820299" y="7495347"/>
                  <a:pt x="2778612" y="7483437"/>
                </a:cubicBezTo>
                <a:cubicBezTo>
                  <a:pt x="2760747" y="7471526"/>
                  <a:pt x="2745857" y="7456636"/>
                  <a:pt x="2730970" y="7441750"/>
                </a:cubicBezTo>
                <a:cubicBezTo>
                  <a:pt x="2695239" y="7435795"/>
                  <a:pt x="2659508" y="7429840"/>
                  <a:pt x="2620798" y="7420906"/>
                </a:cubicBezTo>
                <a:cubicBezTo>
                  <a:pt x="2564225" y="7394109"/>
                  <a:pt x="2513604" y="7367309"/>
                  <a:pt x="2457032" y="7337533"/>
                </a:cubicBezTo>
                <a:cubicBezTo>
                  <a:pt x="2439166" y="7337533"/>
                  <a:pt x="2427256" y="7340512"/>
                  <a:pt x="2409390" y="7340512"/>
                </a:cubicBezTo>
                <a:cubicBezTo>
                  <a:pt x="2349839" y="7310736"/>
                  <a:pt x="2296241" y="7283936"/>
                  <a:pt x="2239666" y="7254160"/>
                </a:cubicBezTo>
                <a:cubicBezTo>
                  <a:pt x="2230735" y="7236294"/>
                  <a:pt x="2218824" y="7218429"/>
                  <a:pt x="2209890" y="7200563"/>
                </a:cubicBezTo>
                <a:cubicBezTo>
                  <a:pt x="2209890" y="7200563"/>
                  <a:pt x="2212869" y="7200563"/>
                  <a:pt x="2215845" y="7197588"/>
                </a:cubicBezTo>
                <a:cubicBezTo>
                  <a:pt x="2248600" y="7218429"/>
                  <a:pt x="2284332" y="7236295"/>
                  <a:pt x="2320063" y="7254160"/>
                </a:cubicBezTo>
                <a:cubicBezTo>
                  <a:pt x="2355794" y="7272026"/>
                  <a:pt x="2388546" y="7289891"/>
                  <a:pt x="2424277" y="7310736"/>
                </a:cubicBezTo>
                <a:cubicBezTo>
                  <a:pt x="2436187" y="7304781"/>
                  <a:pt x="2445122" y="7298825"/>
                  <a:pt x="2454053" y="7292870"/>
                </a:cubicBezTo>
                <a:cubicBezTo>
                  <a:pt x="2397480" y="7266071"/>
                  <a:pt x="2361749" y="7236295"/>
                  <a:pt x="2331973" y="7212474"/>
                </a:cubicBezTo>
                <a:cubicBezTo>
                  <a:pt x="2302197" y="7188653"/>
                  <a:pt x="2272421" y="7173767"/>
                  <a:pt x="2230735" y="7167811"/>
                </a:cubicBezTo>
                <a:cubicBezTo>
                  <a:pt x="2147362" y="7108260"/>
                  <a:pt x="2120562" y="7108259"/>
                  <a:pt x="2090786" y="7087415"/>
                </a:cubicBezTo>
                <a:cubicBezTo>
                  <a:pt x="2049100" y="7060618"/>
                  <a:pt x="2010393" y="7036797"/>
                  <a:pt x="1971682" y="7009998"/>
                </a:cubicBezTo>
                <a:cubicBezTo>
                  <a:pt x="1876399" y="6956401"/>
                  <a:pt x="1903199" y="7012976"/>
                  <a:pt x="1784096" y="6929604"/>
                </a:cubicBezTo>
                <a:cubicBezTo>
                  <a:pt x="1760275" y="6911738"/>
                  <a:pt x="1739430" y="6893873"/>
                  <a:pt x="1712634" y="6870053"/>
                </a:cubicBezTo>
                <a:cubicBezTo>
                  <a:pt x="1718589" y="6870053"/>
                  <a:pt x="1724544" y="6867073"/>
                  <a:pt x="1727520" y="6864097"/>
                </a:cubicBezTo>
                <a:cubicBezTo>
                  <a:pt x="1754320" y="6873029"/>
                  <a:pt x="1775161" y="6878983"/>
                  <a:pt x="1798982" y="6884939"/>
                </a:cubicBezTo>
                <a:cubicBezTo>
                  <a:pt x="1748365" y="6828366"/>
                  <a:pt x="1739430" y="6804545"/>
                  <a:pt x="1650103" y="6730104"/>
                </a:cubicBezTo>
                <a:cubicBezTo>
                  <a:pt x="1620327" y="6706283"/>
                  <a:pt x="1593530" y="6682462"/>
                  <a:pt x="1566730" y="6661621"/>
                </a:cubicBezTo>
                <a:cubicBezTo>
                  <a:pt x="1539933" y="6637800"/>
                  <a:pt x="1513133" y="6616955"/>
                  <a:pt x="1489312" y="6593135"/>
                </a:cubicBezTo>
                <a:cubicBezTo>
                  <a:pt x="1471447" y="6575269"/>
                  <a:pt x="1423806" y="6557403"/>
                  <a:pt x="1391053" y="6512741"/>
                </a:cubicBezTo>
                <a:cubicBezTo>
                  <a:pt x="1340433" y="6459144"/>
                  <a:pt x="1298746" y="6408524"/>
                  <a:pt x="1248129" y="6354927"/>
                </a:cubicBezTo>
                <a:lnTo>
                  <a:pt x="1238322" y="6324279"/>
                </a:lnTo>
                <a:lnTo>
                  <a:pt x="1209418" y="6295375"/>
                </a:lnTo>
                <a:cubicBezTo>
                  <a:pt x="1176667" y="6262623"/>
                  <a:pt x="1143912" y="6226892"/>
                  <a:pt x="1111160" y="6188182"/>
                </a:cubicBezTo>
                <a:cubicBezTo>
                  <a:pt x="1105205" y="6167340"/>
                  <a:pt x="1060539" y="6110764"/>
                  <a:pt x="1099249" y="6134585"/>
                </a:cubicBezTo>
                <a:cubicBezTo>
                  <a:pt x="1084360" y="6116720"/>
                  <a:pt x="1072449" y="6095878"/>
                  <a:pt x="1060539" y="6080988"/>
                </a:cubicBezTo>
                <a:lnTo>
                  <a:pt x="1055928" y="6073758"/>
                </a:lnTo>
                <a:lnTo>
                  <a:pt x="1009918" y="6042278"/>
                </a:lnTo>
                <a:cubicBezTo>
                  <a:pt x="974187" y="6000592"/>
                  <a:pt x="944411" y="5955930"/>
                  <a:pt x="920590" y="5914243"/>
                </a:cubicBezTo>
                <a:cubicBezTo>
                  <a:pt x="896770" y="5869578"/>
                  <a:pt x="878904" y="5827891"/>
                  <a:pt x="869973" y="5795139"/>
                </a:cubicBezTo>
                <a:lnTo>
                  <a:pt x="864018" y="5795140"/>
                </a:lnTo>
                <a:cubicBezTo>
                  <a:pt x="840197" y="5753454"/>
                  <a:pt x="816376" y="5708791"/>
                  <a:pt x="795535" y="5664126"/>
                </a:cubicBezTo>
                <a:cubicBezTo>
                  <a:pt x="774690" y="5619463"/>
                  <a:pt x="750869" y="5577777"/>
                  <a:pt x="730028" y="5533111"/>
                </a:cubicBezTo>
                <a:cubicBezTo>
                  <a:pt x="706207" y="5482494"/>
                  <a:pt x="682386" y="5431873"/>
                  <a:pt x="661541" y="5381255"/>
                </a:cubicBezTo>
                <a:cubicBezTo>
                  <a:pt x="640700" y="5330635"/>
                  <a:pt x="619855" y="5277038"/>
                  <a:pt x="599014" y="5226421"/>
                </a:cubicBezTo>
                <a:cubicBezTo>
                  <a:pt x="622834" y="5259173"/>
                  <a:pt x="643676" y="5291928"/>
                  <a:pt x="661541" y="5330635"/>
                </a:cubicBezTo>
                <a:cubicBezTo>
                  <a:pt x="679407" y="5369346"/>
                  <a:pt x="697273" y="5411032"/>
                  <a:pt x="724073" y="5461649"/>
                </a:cubicBezTo>
                <a:cubicBezTo>
                  <a:pt x="735983" y="5479515"/>
                  <a:pt x="738959" y="5509290"/>
                  <a:pt x="744914" y="5533112"/>
                </a:cubicBezTo>
                <a:lnTo>
                  <a:pt x="753530" y="5545744"/>
                </a:lnTo>
                <a:lnTo>
                  <a:pt x="742926" y="5490615"/>
                </a:lnTo>
                <a:lnTo>
                  <a:pt x="715276" y="5440433"/>
                </a:lnTo>
                <a:lnTo>
                  <a:pt x="670266" y="5339222"/>
                </a:lnTo>
                <a:lnTo>
                  <a:pt x="616876" y="5250239"/>
                </a:lnTo>
                <a:cubicBezTo>
                  <a:pt x="596034" y="5190686"/>
                  <a:pt x="572214" y="5131135"/>
                  <a:pt x="551369" y="5071583"/>
                </a:cubicBezTo>
                <a:lnTo>
                  <a:pt x="495246" y="4888441"/>
                </a:lnTo>
                <a:lnTo>
                  <a:pt x="476818" y="4835054"/>
                </a:lnTo>
                <a:cubicBezTo>
                  <a:pt x="445592" y="4730083"/>
                  <a:pt x="418767" y="4623215"/>
                  <a:pt x="396553" y="4514668"/>
                </a:cubicBezTo>
                <a:lnTo>
                  <a:pt x="361056" y="4282085"/>
                </a:lnTo>
                <a:lnTo>
                  <a:pt x="360803" y="4288478"/>
                </a:lnTo>
                <a:cubicBezTo>
                  <a:pt x="360803" y="4303367"/>
                  <a:pt x="360803" y="4315278"/>
                  <a:pt x="363782" y="4336119"/>
                </a:cubicBezTo>
                <a:cubicBezTo>
                  <a:pt x="369737" y="4371850"/>
                  <a:pt x="375692" y="4407581"/>
                  <a:pt x="378669" y="4446292"/>
                </a:cubicBezTo>
                <a:cubicBezTo>
                  <a:pt x="384624" y="4484999"/>
                  <a:pt x="390579" y="4523709"/>
                  <a:pt x="396534" y="4559440"/>
                </a:cubicBezTo>
                <a:cubicBezTo>
                  <a:pt x="381648" y="4532640"/>
                  <a:pt x="375693" y="4496909"/>
                  <a:pt x="366758" y="4461178"/>
                </a:cubicBezTo>
                <a:cubicBezTo>
                  <a:pt x="360803" y="4422471"/>
                  <a:pt x="354848" y="4380785"/>
                  <a:pt x="345917" y="4336119"/>
                </a:cubicBezTo>
                <a:cubicBezTo>
                  <a:pt x="331027" y="4336119"/>
                  <a:pt x="328051" y="4336119"/>
                  <a:pt x="322096" y="4336119"/>
                </a:cubicBezTo>
                <a:cubicBezTo>
                  <a:pt x="319117" y="4303367"/>
                  <a:pt x="316141" y="4273591"/>
                  <a:pt x="307206" y="4222971"/>
                </a:cubicBezTo>
                <a:cubicBezTo>
                  <a:pt x="301251" y="4199150"/>
                  <a:pt x="292320" y="4175329"/>
                  <a:pt x="286365" y="4151508"/>
                </a:cubicBezTo>
                <a:cubicBezTo>
                  <a:pt x="280409" y="4127688"/>
                  <a:pt x="274454" y="4103867"/>
                  <a:pt x="268499" y="4083025"/>
                </a:cubicBezTo>
                <a:cubicBezTo>
                  <a:pt x="250633" y="4062181"/>
                  <a:pt x="235744" y="4047294"/>
                  <a:pt x="217878" y="4029428"/>
                </a:cubicBezTo>
                <a:cubicBezTo>
                  <a:pt x="211924" y="4029429"/>
                  <a:pt x="208947" y="4029429"/>
                  <a:pt x="202992" y="4029429"/>
                </a:cubicBezTo>
                <a:cubicBezTo>
                  <a:pt x="197037" y="4011563"/>
                  <a:pt x="191082" y="3984763"/>
                  <a:pt x="188103" y="3954987"/>
                </a:cubicBezTo>
                <a:cubicBezTo>
                  <a:pt x="185127" y="3925211"/>
                  <a:pt x="182147" y="3892459"/>
                  <a:pt x="182148" y="3859704"/>
                </a:cubicBezTo>
                <a:cubicBezTo>
                  <a:pt x="182148" y="3797176"/>
                  <a:pt x="185127" y="3740600"/>
                  <a:pt x="194058" y="3725714"/>
                </a:cubicBezTo>
                <a:cubicBezTo>
                  <a:pt x="197037" y="3707849"/>
                  <a:pt x="197037" y="3692959"/>
                  <a:pt x="200013" y="3678073"/>
                </a:cubicBezTo>
                <a:lnTo>
                  <a:pt x="210154" y="3645396"/>
                </a:lnTo>
                <a:lnTo>
                  <a:pt x="205224" y="3570879"/>
                </a:lnTo>
                <a:cubicBezTo>
                  <a:pt x="205968" y="3533660"/>
                  <a:pt x="208944" y="3494950"/>
                  <a:pt x="211924" y="3460707"/>
                </a:cubicBezTo>
                <a:lnTo>
                  <a:pt x="223834" y="3438377"/>
                </a:lnTo>
                <a:lnTo>
                  <a:pt x="223834" y="3424976"/>
                </a:lnTo>
                <a:cubicBezTo>
                  <a:pt x="217878" y="3442841"/>
                  <a:pt x="208947" y="3454752"/>
                  <a:pt x="200013" y="3469641"/>
                </a:cubicBezTo>
                <a:cubicBezTo>
                  <a:pt x="194058" y="3457731"/>
                  <a:pt x="185126" y="3451776"/>
                  <a:pt x="179171" y="3439865"/>
                </a:cubicBezTo>
                <a:cubicBezTo>
                  <a:pt x="167261" y="3422000"/>
                  <a:pt x="170237" y="3261210"/>
                  <a:pt x="140461" y="3386268"/>
                </a:cubicBezTo>
                <a:lnTo>
                  <a:pt x="133390" y="3343838"/>
                </a:lnTo>
                <a:lnTo>
                  <a:pt x="131530" y="3347558"/>
                </a:lnTo>
                <a:cubicBezTo>
                  <a:pt x="128551" y="3386268"/>
                  <a:pt x="122595" y="3427955"/>
                  <a:pt x="119620" y="3466662"/>
                </a:cubicBezTo>
                <a:cubicBezTo>
                  <a:pt x="116641" y="3505372"/>
                  <a:pt x="110685" y="3547059"/>
                  <a:pt x="110685" y="3585766"/>
                </a:cubicBezTo>
                <a:cubicBezTo>
                  <a:pt x="107709" y="3615542"/>
                  <a:pt x="104730" y="3648297"/>
                  <a:pt x="101754" y="3678073"/>
                </a:cubicBezTo>
                <a:lnTo>
                  <a:pt x="101754" y="3868635"/>
                </a:lnTo>
                <a:cubicBezTo>
                  <a:pt x="101754" y="3901390"/>
                  <a:pt x="101754" y="3934142"/>
                  <a:pt x="104730" y="3966898"/>
                </a:cubicBezTo>
                <a:cubicBezTo>
                  <a:pt x="107709" y="3999649"/>
                  <a:pt x="110685" y="4032405"/>
                  <a:pt x="110685" y="4065157"/>
                </a:cubicBezTo>
                <a:cubicBezTo>
                  <a:pt x="98775" y="4068136"/>
                  <a:pt x="101754" y="4178305"/>
                  <a:pt x="83888" y="4157464"/>
                </a:cubicBezTo>
                <a:cubicBezTo>
                  <a:pt x="80909" y="4157464"/>
                  <a:pt x="80909" y="4157464"/>
                  <a:pt x="77933" y="4157464"/>
                </a:cubicBezTo>
                <a:cubicBezTo>
                  <a:pt x="60068" y="4091957"/>
                  <a:pt x="60068" y="4035380"/>
                  <a:pt x="60068" y="3978808"/>
                </a:cubicBezTo>
                <a:cubicBezTo>
                  <a:pt x="60068" y="3922232"/>
                  <a:pt x="68999" y="3865659"/>
                  <a:pt x="60068" y="3794197"/>
                </a:cubicBezTo>
                <a:cubicBezTo>
                  <a:pt x="63044" y="3743576"/>
                  <a:pt x="68999" y="3698914"/>
                  <a:pt x="74954" y="3651272"/>
                </a:cubicBezTo>
                <a:lnTo>
                  <a:pt x="101742" y="3678057"/>
                </a:lnTo>
                <a:lnTo>
                  <a:pt x="77933" y="3648296"/>
                </a:lnTo>
                <a:cubicBezTo>
                  <a:pt x="71978" y="3618521"/>
                  <a:pt x="71978" y="3585766"/>
                  <a:pt x="71978" y="3541103"/>
                </a:cubicBezTo>
                <a:cubicBezTo>
                  <a:pt x="71978" y="3496438"/>
                  <a:pt x="74954" y="3442841"/>
                  <a:pt x="77933" y="3377334"/>
                </a:cubicBezTo>
                <a:cubicBezTo>
                  <a:pt x="77933" y="3362448"/>
                  <a:pt x="80909" y="3347558"/>
                  <a:pt x="80909" y="3332672"/>
                </a:cubicBezTo>
                <a:cubicBezTo>
                  <a:pt x="83888" y="3308851"/>
                  <a:pt x="86864" y="3282051"/>
                  <a:pt x="89844" y="3258230"/>
                </a:cubicBezTo>
                <a:cubicBezTo>
                  <a:pt x="101754" y="3216544"/>
                  <a:pt x="113664" y="3165927"/>
                  <a:pt x="125575" y="3124240"/>
                </a:cubicBezTo>
                <a:lnTo>
                  <a:pt x="143378" y="3035228"/>
                </a:lnTo>
                <a:lnTo>
                  <a:pt x="137485" y="3014068"/>
                </a:lnTo>
                <a:cubicBezTo>
                  <a:pt x="131530" y="3052778"/>
                  <a:pt x="122595" y="3088509"/>
                  <a:pt x="116640" y="3133172"/>
                </a:cubicBezTo>
                <a:cubicBezTo>
                  <a:pt x="104730" y="3174858"/>
                  <a:pt x="92820" y="3225478"/>
                  <a:pt x="80910" y="3267165"/>
                </a:cubicBezTo>
                <a:cubicBezTo>
                  <a:pt x="77933" y="3290986"/>
                  <a:pt x="74954" y="3317782"/>
                  <a:pt x="71978" y="3341603"/>
                </a:cubicBezTo>
                <a:cubicBezTo>
                  <a:pt x="71978" y="3356493"/>
                  <a:pt x="68999" y="3371379"/>
                  <a:pt x="68999" y="3386268"/>
                </a:cubicBezTo>
                <a:cubicBezTo>
                  <a:pt x="68999" y="3451776"/>
                  <a:pt x="66023" y="3505372"/>
                  <a:pt x="63044" y="3550035"/>
                </a:cubicBezTo>
                <a:cubicBezTo>
                  <a:pt x="63044" y="3594700"/>
                  <a:pt x="66023" y="3627452"/>
                  <a:pt x="68999" y="3657228"/>
                </a:cubicBezTo>
                <a:cubicBezTo>
                  <a:pt x="63044" y="3707849"/>
                  <a:pt x="57089" y="3752511"/>
                  <a:pt x="54113" y="3800152"/>
                </a:cubicBezTo>
                <a:cubicBezTo>
                  <a:pt x="63044" y="3871615"/>
                  <a:pt x="54112" y="3928190"/>
                  <a:pt x="54112" y="3984763"/>
                </a:cubicBezTo>
                <a:cubicBezTo>
                  <a:pt x="54112" y="4041339"/>
                  <a:pt x="54112" y="4097911"/>
                  <a:pt x="71978" y="4163419"/>
                </a:cubicBezTo>
                <a:cubicBezTo>
                  <a:pt x="71978" y="4163419"/>
                  <a:pt x="74954" y="4163419"/>
                  <a:pt x="77933" y="4163419"/>
                </a:cubicBezTo>
                <a:cubicBezTo>
                  <a:pt x="89843" y="4219995"/>
                  <a:pt x="101754" y="4273591"/>
                  <a:pt x="116640" y="4333143"/>
                </a:cubicBezTo>
                <a:cubicBezTo>
                  <a:pt x="119620" y="4371850"/>
                  <a:pt x="128551" y="4407581"/>
                  <a:pt x="137485" y="4473088"/>
                </a:cubicBezTo>
                <a:cubicBezTo>
                  <a:pt x="152372" y="4523709"/>
                  <a:pt x="167261" y="4571351"/>
                  <a:pt x="182148" y="4616013"/>
                </a:cubicBezTo>
                <a:cubicBezTo>
                  <a:pt x="188847" y="4700874"/>
                  <a:pt x="234069" y="4835983"/>
                  <a:pt x="252494" y="4923357"/>
                </a:cubicBezTo>
                <a:lnTo>
                  <a:pt x="258633" y="4982258"/>
                </a:lnTo>
                <a:lnTo>
                  <a:pt x="271478" y="4982258"/>
                </a:lnTo>
                <a:cubicBezTo>
                  <a:pt x="304230" y="5065631"/>
                  <a:pt x="325075" y="5110293"/>
                  <a:pt x="336985" y="5140069"/>
                </a:cubicBezTo>
                <a:cubicBezTo>
                  <a:pt x="351872" y="5169845"/>
                  <a:pt x="357827" y="5190690"/>
                  <a:pt x="360806" y="5220465"/>
                </a:cubicBezTo>
                <a:cubicBezTo>
                  <a:pt x="348896" y="5217487"/>
                  <a:pt x="334006" y="5187711"/>
                  <a:pt x="316141" y="5151980"/>
                </a:cubicBezTo>
                <a:cubicBezTo>
                  <a:pt x="298275" y="5116248"/>
                  <a:pt x="283389" y="5074562"/>
                  <a:pt x="268499" y="5044786"/>
                </a:cubicBezTo>
                <a:cubicBezTo>
                  <a:pt x="253613" y="5006079"/>
                  <a:pt x="280410" y="5113273"/>
                  <a:pt x="265523" y="5074562"/>
                </a:cubicBezTo>
                <a:lnTo>
                  <a:pt x="239617" y="4994260"/>
                </a:lnTo>
                <a:lnTo>
                  <a:pt x="220858" y="4997144"/>
                </a:lnTo>
                <a:cubicBezTo>
                  <a:pt x="211923" y="4973324"/>
                  <a:pt x="205968" y="4949503"/>
                  <a:pt x="200013" y="4928662"/>
                </a:cubicBezTo>
                <a:cubicBezTo>
                  <a:pt x="167261" y="4895906"/>
                  <a:pt x="143440" y="4827423"/>
                  <a:pt x="128551" y="4764892"/>
                </a:cubicBezTo>
                <a:cubicBezTo>
                  <a:pt x="113664" y="4702365"/>
                  <a:pt x="101754" y="4642812"/>
                  <a:pt x="83889" y="4618992"/>
                </a:cubicBezTo>
                <a:cubicBezTo>
                  <a:pt x="68999" y="4565395"/>
                  <a:pt x="68999" y="4508820"/>
                  <a:pt x="80909" y="4496909"/>
                </a:cubicBezTo>
                <a:cubicBezTo>
                  <a:pt x="74954" y="4449268"/>
                  <a:pt x="66023" y="4401626"/>
                  <a:pt x="60068" y="4353985"/>
                </a:cubicBezTo>
                <a:cubicBezTo>
                  <a:pt x="54113" y="4306343"/>
                  <a:pt x="51134" y="4258702"/>
                  <a:pt x="45178" y="4211060"/>
                </a:cubicBezTo>
                <a:cubicBezTo>
                  <a:pt x="33268" y="4175329"/>
                  <a:pt x="21357" y="4145553"/>
                  <a:pt x="12426" y="4106846"/>
                </a:cubicBezTo>
                <a:cubicBezTo>
                  <a:pt x="-5440" y="3904370"/>
                  <a:pt x="-8418" y="3669139"/>
                  <a:pt x="33268" y="3553014"/>
                </a:cubicBezTo>
                <a:cubicBezTo>
                  <a:pt x="36247" y="3502393"/>
                  <a:pt x="39223" y="3439865"/>
                  <a:pt x="54112" y="3410089"/>
                </a:cubicBezTo>
                <a:cubicBezTo>
                  <a:pt x="48157" y="3383289"/>
                  <a:pt x="42202" y="3359469"/>
                  <a:pt x="36247" y="3332672"/>
                </a:cubicBezTo>
                <a:cubicBezTo>
                  <a:pt x="42202" y="3282051"/>
                  <a:pt x="36247" y="3165927"/>
                  <a:pt x="71978" y="3118285"/>
                </a:cubicBezTo>
                <a:cubicBezTo>
                  <a:pt x="74954" y="3097440"/>
                  <a:pt x="77933" y="3082554"/>
                  <a:pt x="80909" y="3067664"/>
                </a:cubicBezTo>
                <a:cubicBezTo>
                  <a:pt x="86864" y="2993226"/>
                  <a:pt x="92820" y="2942606"/>
                  <a:pt x="104730" y="2894964"/>
                </a:cubicBezTo>
                <a:cubicBezTo>
                  <a:pt x="125575" y="2853278"/>
                  <a:pt x="152371" y="2784795"/>
                  <a:pt x="167261" y="2769905"/>
                </a:cubicBezTo>
                <a:cubicBezTo>
                  <a:pt x="182147" y="2802660"/>
                  <a:pt x="146416" y="2886033"/>
                  <a:pt x="152372" y="2939630"/>
                </a:cubicBezTo>
                <a:lnTo>
                  <a:pt x="167255" y="2910538"/>
                </a:lnTo>
                <a:lnTo>
                  <a:pt x="176192" y="2840995"/>
                </a:lnTo>
                <a:cubicBezTo>
                  <a:pt x="182148" y="2809356"/>
                  <a:pt x="186615" y="2780328"/>
                  <a:pt x="179172" y="2763950"/>
                </a:cubicBezTo>
                <a:cubicBezTo>
                  <a:pt x="188103" y="2728219"/>
                  <a:pt x="197037" y="2701419"/>
                  <a:pt x="205968" y="2665688"/>
                </a:cubicBezTo>
                <a:cubicBezTo>
                  <a:pt x="220858" y="2618046"/>
                  <a:pt x="232768" y="2567429"/>
                  <a:pt x="247655" y="2516808"/>
                </a:cubicBezTo>
                <a:cubicBezTo>
                  <a:pt x="262544" y="2466191"/>
                  <a:pt x="280409" y="2415570"/>
                  <a:pt x="298275" y="2364953"/>
                </a:cubicBezTo>
                <a:lnTo>
                  <a:pt x="302067" y="2360685"/>
                </a:lnTo>
                <a:lnTo>
                  <a:pt x="325075" y="2239894"/>
                </a:lnTo>
                <a:cubicBezTo>
                  <a:pt x="336985" y="2216073"/>
                  <a:pt x="348896" y="2183318"/>
                  <a:pt x="357827" y="2153542"/>
                </a:cubicBezTo>
                <a:cubicBezTo>
                  <a:pt x="369738" y="2123766"/>
                  <a:pt x="384627" y="2099945"/>
                  <a:pt x="396537" y="2082080"/>
                </a:cubicBezTo>
                <a:cubicBezTo>
                  <a:pt x="423334" y="2031462"/>
                  <a:pt x="444179" y="1980841"/>
                  <a:pt x="473955" y="1933200"/>
                </a:cubicBezTo>
                <a:cubicBezTo>
                  <a:pt x="494796" y="1885558"/>
                  <a:pt x="515641" y="1846851"/>
                  <a:pt x="536483" y="1799210"/>
                </a:cubicBezTo>
                <a:cubicBezTo>
                  <a:pt x="539462" y="1757523"/>
                  <a:pt x="599013" y="1680106"/>
                  <a:pt x="625810" y="1626509"/>
                </a:cubicBezTo>
                <a:cubicBezTo>
                  <a:pt x="640700" y="1608644"/>
                  <a:pt x="658565" y="1590778"/>
                  <a:pt x="691317" y="1552068"/>
                </a:cubicBezTo>
                <a:cubicBezTo>
                  <a:pt x="712162" y="1507406"/>
                  <a:pt x="730028" y="1474651"/>
                  <a:pt x="744914" y="1447854"/>
                </a:cubicBezTo>
                <a:cubicBezTo>
                  <a:pt x="759804" y="1421054"/>
                  <a:pt x="774690" y="1403188"/>
                  <a:pt x="789580" y="1382347"/>
                </a:cubicBezTo>
                <a:cubicBezTo>
                  <a:pt x="807445" y="1364481"/>
                  <a:pt x="834242" y="1334705"/>
                  <a:pt x="837221" y="1358526"/>
                </a:cubicBezTo>
                <a:cubicBezTo>
                  <a:pt x="840197" y="1355547"/>
                  <a:pt x="846152" y="1346616"/>
                  <a:pt x="849132" y="1340660"/>
                </a:cubicBezTo>
                <a:cubicBezTo>
                  <a:pt x="864018" y="1307905"/>
                  <a:pt x="878907" y="1278129"/>
                  <a:pt x="896773" y="1245378"/>
                </a:cubicBezTo>
                <a:cubicBezTo>
                  <a:pt x="904217" y="1237189"/>
                  <a:pt x="912033" y="1227511"/>
                  <a:pt x="919989" y="1217322"/>
                </a:cubicBezTo>
                <a:close/>
              </a:path>
            </a:pathLst>
          </a:custGeom>
          <a:gradFill flip="none" rotWithShape="1">
            <a:gsLst>
              <a:gs pos="0">
                <a:schemeClr val="accent3">
                  <a:lumMod val="75000"/>
                </a:schemeClr>
              </a:gs>
              <a:gs pos="100000">
                <a:schemeClr val="accent3">
                  <a:lumMod val="5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rtl="0"/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17913812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D3794B-289A-4A80-97D7-111025398D45}" type="datetimeFigureOut">
              <a:rPr lang="en-US" dirty="0"/>
              <a:t>7/15/2026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ru-RU" noProof="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 rtl="0"/>
            <a:fld id="{B67B645E-C5E5-4727-B977-D372A0AA71D9}" type="slidenum">
              <a:rPr lang="ru-RU" noProof="0" smtClean="0"/>
              <a:pPr algn="ctr"/>
              <a:t>‹#›</a:t>
            </a:fld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5679312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61015F-7CC6-4D0A-9D87-873EA4C304CC}" type="datetimeFigureOut">
              <a:rPr lang="en-US" dirty="0"/>
              <a:t>7/15/2026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ru-RU" noProof="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B67B645E-C5E5-4727-B977-D372A0AA71D9}" type="slidenum">
              <a:rPr lang="ru-RU" noProof="0" smtClean="0"/>
              <a:pPr/>
              <a:t>‹#›</a:t>
            </a:fld>
            <a:endParaRPr lang="ru-RU" noProof="0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11259940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4754880" cy="4023360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6A301-0538-44EC-B09D-202E1042A48B}" type="datetimeFigureOut">
              <a:rPr lang="en-US" dirty="0"/>
              <a:t>7/15/2026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ru-RU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B67B645E-C5E5-4727-B977-D372A0AA71D9}" type="slidenum">
              <a:rPr lang="ru-RU" noProof="0" smtClean="0"/>
              <a:pPr/>
              <a:t>‹#›</a:t>
            </a:fld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3852566123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9088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ru-RU" smtClean="0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90888" y="2967788"/>
            <a:ext cx="4754880" cy="3341572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89574A-8875-45EF-8EA2-3CAA0F7ABC4C}" type="datetimeFigureOut">
              <a:rPr lang="en-US" dirty="0"/>
              <a:t>7/15/2026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ru-RU" noProof="0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 rtl="0"/>
            <a:fld id="{B67B645E-C5E5-4727-B977-D372A0AA71D9}" type="slidenum">
              <a:rPr lang="ru-RU" noProof="0" smtClean="0"/>
              <a:pPr algn="ctr"/>
              <a:t>‹#›</a:t>
            </a:fld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14902920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EF4D4C-5367-4C26-9E2B-D8088D7FCA81}" type="datetimeFigureOut">
              <a:rPr lang="en-US" dirty="0"/>
              <a:t>7/15/2026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ru-RU" noProof="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 rtl="0"/>
            <a:fld id="{B67B645E-C5E5-4727-B977-D372A0AA71D9}" type="slidenum">
              <a:rPr lang="ru-RU" noProof="0" smtClean="0"/>
              <a:pPr algn="ctr"/>
              <a:t>‹#›</a:t>
            </a:fld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29267938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E91E96-98B0-4413-9547-46F3504108EF}" type="datetimeFigureOut">
              <a:rPr lang="en-US" dirty="0"/>
              <a:t>7/15/2026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ru-RU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B67B645E-C5E5-4727-B977-D372A0AA71D9}" type="slidenum">
              <a:rPr lang="ru-RU" noProof="0" smtClean="0"/>
              <a:pPr/>
              <a:t>‹#›</a:t>
            </a:fld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4279086108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C68B11-C5A8-448C-8CE9-B1A273C79CFC}" type="datetimeFigureOut">
              <a:rPr lang="en-US" dirty="0"/>
              <a:t>7/15/2026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ru-RU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 rtl="0"/>
            <a:fld id="{B67B645E-C5E5-4727-B977-D372A0AA71D9}" type="slidenum">
              <a:rPr lang="ru-RU" noProof="0" smtClean="0"/>
              <a:pPr algn="ctr"/>
              <a:t>‹#›</a:t>
            </a:fld>
            <a:endParaRPr lang="ru-RU" noProof="0" dirty="0"/>
          </a:p>
        </p:txBody>
      </p:sp>
      <p:sp>
        <p:nvSpPr>
          <p:cNvPr id="9" name="Полилиния: Фигура 16">
            <a:extLst>
              <a:ext uri="{FF2B5EF4-FFF2-40B4-BE49-F238E27FC236}">
                <a16:creationId xmlns:a16="http://schemas.microsoft.com/office/drawing/2014/main" id="{019DB6E4-6C15-4E62-A17A-F29ECC34AA96}"/>
              </a:ext>
            </a:extLst>
          </p:cNvPr>
          <p:cNvSpPr/>
          <p:nvPr userDrawn="1"/>
        </p:nvSpPr>
        <p:spPr>
          <a:xfrm rot="10800000">
            <a:off x="2289031" y="4124464"/>
            <a:ext cx="6004835" cy="2733536"/>
          </a:xfrm>
          <a:custGeom>
            <a:avLst/>
            <a:gdLst>
              <a:gd name="connsiteX0" fmla="*/ 5889866 w 6004835"/>
              <a:gd name="connsiteY0" fmla="*/ 308613 h 2733536"/>
              <a:gd name="connsiteX1" fmla="*/ 5902881 w 6004835"/>
              <a:gd name="connsiteY1" fmla="*/ 299937 h 2733536"/>
              <a:gd name="connsiteX2" fmla="*/ 5903209 w 6004835"/>
              <a:gd name="connsiteY2" fmla="*/ 298272 h 2733536"/>
              <a:gd name="connsiteX3" fmla="*/ 5894204 w 6004835"/>
              <a:gd name="connsiteY3" fmla="*/ 304275 h 2733536"/>
              <a:gd name="connsiteX4" fmla="*/ 5872512 w 6004835"/>
              <a:gd name="connsiteY4" fmla="*/ 284751 h 2733536"/>
              <a:gd name="connsiteX5" fmla="*/ 5864801 w 6004835"/>
              <a:gd name="connsiteY5" fmla="*/ 275498 h 2733536"/>
              <a:gd name="connsiteX6" fmla="*/ 5864022 w 6004835"/>
              <a:gd name="connsiteY6" fmla="*/ 279335 h 2733536"/>
              <a:gd name="connsiteX7" fmla="*/ 5870342 w 6004835"/>
              <a:gd name="connsiteY7" fmla="*/ 286921 h 2733536"/>
              <a:gd name="connsiteX8" fmla="*/ 5889866 w 6004835"/>
              <a:gd name="connsiteY8" fmla="*/ 308613 h 2733536"/>
              <a:gd name="connsiteX9" fmla="*/ 5848652 w 6004835"/>
              <a:gd name="connsiteY9" fmla="*/ 620980 h 2733536"/>
              <a:gd name="connsiteX10" fmla="*/ 5852991 w 6004835"/>
              <a:gd name="connsiteY10" fmla="*/ 607965 h 2733536"/>
              <a:gd name="connsiteX11" fmla="*/ 5861668 w 6004835"/>
              <a:gd name="connsiteY11" fmla="*/ 516858 h 2733536"/>
              <a:gd name="connsiteX12" fmla="*/ 5894204 w 6004835"/>
              <a:gd name="connsiteY12" fmla="*/ 421412 h 2733536"/>
              <a:gd name="connsiteX13" fmla="*/ 5920235 w 6004835"/>
              <a:gd name="connsiteY13" fmla="*/ 406229 h 2733536"/>
              <a:gd name="connsiteX14" fmla="*/ 5920235 w 6004835"/>
              <a:gd name="connsiteY14" fmla="*/ 406227 h 2733536"/>
              <a:gd name="connsiteX15" fmla="*/ 5948436 w 6004835"/>
              <a:gd name="connsiteY15" fmla="*/ 241367 h 2733536"/>
              <a:gd name="connsiteX16" fmla="*/ 5963619 w 6004835"/>
              <a:gd name="connsiteY16" fmla="*/ 163275 h 2733536"/>
              <a:gd name="connsiteX17" fmla="*/ 5976634 w 6004835"/>
              <a:gd name="connsiteY17" fmla="*/ 83015 h 2733536"/>
              <a:gd name="connsiteX18" fmla="*/ 5987481 w 6004835"/>
              <a:gd name="connsiteY18" fmla="*/ 7092 h 2733536"/>
              <a:gd name="connsiteX19" fmla="*/ 5987911 w 6004835"/>
              <a:gd name="connsiteY19" fmla="*/ 0 h 2733536"/>
              <a:gd name="connsiteX20" fmla="*/ 6004835 w 6004835"/>
              <a:gd name="connsiteY20" fmla="*/ 0 h 2733536"/>
              <a:gd name="connsiteX21" fmla="*/ 6004835 w 6004835"/>
              <a:gd name="connsiteY21" fmla="*/ 18481 h 2733536"/>
              <a:gd name="connsiteX22" fmla="*/ 5998327 w 6004835"/>
              <a:gd name="connsiteY22" fmla="*/ 80845 h 2733536"/>
              <a:gd name="connsiteX23" fmla="*/ 5991820 w 6004835"/>
              <a:gd name="connsiteY23" fmla="*/ 145921 h 2733536"/>
              <a:gd name="connsiteX24" fmla="*/ 5972296 w 6004835"/>
              <a:gd name="connsiteY24" fmla="*/ 241367 h 2733536"/>
              <a:gd name="connsiteX25" fmla="*/ 5965789 w 6004835"/>
              <a:gd name="connsiteY25" fmla="*/ 321629 h 2733536"/>
              <a:gd name="connsiteX26" fmla="*/ 5933250 w 6004835"/>
              <a:gd name="connsiteY26" fmla="*/ 469135 h 2733536"/>
              <a:gd name="connsiteX27" fmla="*/ 5902881 w 6004835"/>
              <a:gd name="connsiteY27" fmla="*/ 597118 h 2733536"/>
              <a:gd name="connsiteX28" fmla="*/ 5848652 w 6004835"/>
              <a:gd name="connsiteY28" fmla="*/ 620980 h 2733536"/>
              <a:gd name="connsiteX29" fmla="*/ 239070 w 6004835"/>
              <a:gd name="connsiteY29" fmla="*/ 761980 h 2733536"/>
              <a:gd name="connsiteX30" fmla="*/ 206531 w 6004835"/>
              <a:gd name="connsiteY30" fmla="*/ 712087 h 2733536"/>
              <a:gd name="connsiteX31" fmla="*/ 171823 w 6004835"/>
              <a:gd name="connsiteY31" fmla="*/ 633995 h 2733536"/>
              <a:gd name="connsiteX32" fmla="*/ 169655 w 6004835"/>
              <a:gd name="connsiteY32" fmla="*/ 655687 h 2733536"/>
              <a:gd name="connsiteX33" fmla="*/ 150782 w 6004835"/>
              <a:gd name="connsiteY33" fmla="*/ 597186 h 2733536"/>
              <a:gd name="connsiteX34" fmla="*/ 137116 w 6004835"/>
              <a:gd name="connsiteY34" fmla="*/ 599288 h 2733536"/>
              <a:gd name="connsiteX35" fmla="*/ 121930 w 6004835"/>
              <a:gd name="connsiteY35" fmla="*/ 549397 h 2733536"/>
              <a:gd name="connsiteX36" fmla="*/ 69869 w 6004835"/>
              <a:gd name="connsiteY36" fmla="*/ 430089 h 2733536"/>
              <a:gd name="connsiteX37" fmla="*/ 37332 w 6004835"/>
              <a:gd name="connsiteY37" fmla="*/ 323799 h 2733536"/>
              <a:gd name="connsiteX38" fmla="*/ 35162 w 6004835"/>
              <a:gd name="connsiteY38" fmla="*/ 234860 h 2733536"/>
              <a:gd name="connsiteX39" fmla="*/ 19978 w 6004835"/>
              <a:gd name="connsiteY39" fmla="*/ 130738 h 2733536"/>
              <a:gd name="connsiteX40" fmla="*/ 9131 w 6004835"/>
              <a:gd name="connsiteY40" fmla="*/ 26616 h 2733536"/>
              <a:gd name="connsiteX41" fmla="*/ 0 w 6004835"/>
              <a:gd name="connsiteY41" fmla="*/ 0 h 2733536"/>
              <a:gd name="connsiteX42" fmla="*/ 34839 w 6004835"/>
              <a:gd name="connsiteY42" fmla="*/ 0 h 2733536"/>
              <a:gd name="connsiteX43" fmla="*/ 61192 w 6004835"/>
              <a:gd name="connsiteY43" fmla="*/ 115555 h 2733536"/>
              <a:gd name="connsiteX44" fmla="*/ 76378 w 6004835"/>
              <a:gd name="connsiteY44" fmla="*/ 217507 h 2733536"/>
              <a:gd name="connsiteX45" fmla="*/ 108915 w 6004835"/>
              <a:gd name="connsiteY45" fmla="*/ 321629 h 2733536"/>
              <a:gd name="connsiteX46" fmla="*/ 160163 w 6004835"/>
              <a:gd name="connsiteY46" fmla="*/ 545532 h 2733536"/>
              <a:gd name="connsiteX47" fmla="*/ 164636 w 6004835"/>
              <a:gd name="connsiteY47" fmla="*/ 588443 h 2733536"/>
              <a:gd name="connsiteX48" fmla="*/ 173993 w 6004835"/>
              <a:gd name="connsiteY48" fmla="*/ 588443 h 2733536"/>
              <a:gd name="connsiteX49" fmla="*/ 221716 w 6004835"/>
              <a:gd name="connsiteY49" fmla="*/ 703410 h 2733536"/>
              <a:gd name="connsiteX50" fmla="*/ 239070 w 6004835"/>
              <a:gd name="connsiteY50" fmla="*/ 761980 h 2733536"/>
              <a:gd name="connsiteX51" fmla="*/ 5524471 w 6004835"/>
              <a:gd name="connsiteY51" fmla="*/ 900866 h 2733536"/>
              <a:gd name="connsiteX52" fmla="*/ 5577500 w 6004835"/>
              <a:gd name="connsiteY52" fmla="*/ 807532 h 2733536"/>
              <a:gd name="connsiteX53" fmla="*/ 5578092 w 6004835"/>
              <a:gd name="connsiteY53" fmla="*/ 805972 h 2733536"/>
              <a:gd name="connsiteX54" fmla="*/ 5525438 w 6004835"/>
              <a:gd name="connsiteY54" fmla="*/ 898639 h 2733536"/>
              <a:gd name="connsiteX55" fmla="*/ 5544962 w 6004835"/>
              <a:gd name="connsiteY55" fmla="*/ 1319466 h 2733536"/>
              <a:gd name="connsiteX56" fmla="*/ 5575331 w 6004835"/>
              <a:gd name="connsiteY56" fmla="*/ 1258728 h 2733536"/>
              <a:gd name="connsiteX57" fmla="*/ 5601362 w 6004835"/>
              <a:gd name="connsiteY57" fmla="*/ 1197991 h 2733536"/>
              <a:gd name="connsiteX58" fmla="*/ 5620883 w 6004835"/>
              <a:gd name="connsiteY58" fmla="*/ 1165453 h 2733536"/>
              <a:gd name="connsiteX59" fmla="*/ 5646914 w 6004835"/>
              <a:gd name="connsiteY59" fmla="*/ 1122069 h 2733536"/>
              <a:gd name="connsiteX60" fmla="*/ 5670776 w 6004835"/>
              <a:gd name="connsiteY60" fmla="*/ 1078685 h 2733536"/>
              <a:gd name="connsiteX61" fmla="*/ 5718499 w 6004835"/>
              <a:gd name="connsiteY61" fmla="*/ 991917 h 2733536"/>
              <a:gd name="connsiteX62" fmla="*/ 5690298 w 6004835"/>
              <a:gd name="connsiteY62" fmla="*/ 1076515 h 2733536"/>
              <a:gd name="connsiteX63" fmla="*/ 5640407 w 6004835"/>
              <a:gd name="connsiteY63" fmla="*/ 1167622 h 2733536"/>
              <a:gd name="connsiteX64" fmla="*/ 5590514 w 6004835"/>
              <a:gd name="connsiteY64" fmla="*/ 1260899 h 2733536"/>
              <a:gd name="connsiteX65" fmla="*/ 5544962 w 6004835"/>
              <a:gd name="connsiteY65" fmla="*/ 1319466 h 2733536"/>
              <a:gd name="connsiteX66" fmla="*/ 5491969 w 6004835"/>
              <a:gd name="connsiteY66" fmla="*/ 1350769 h 2733536"/>
              <a:gd name="connsiteX67" fmla="*/ 5516761 w 6004835"/>
              <a:gd name="connsiteY67" fmla="*/ 1293436 h 2733536"/>
              <a:gd name="connsiteX68" fmla="*/ 5515661 w 6004835"/>
              <a:gd name="connsiteY68" fmla="*/ 1293907 h 2733536"/>
              <a:gd name="connsiteX69" fmla="*/ 5194333 w 6004835"/>
              <a:gd name="connsiteY69" fmla="*/ 1461874 h 2733536"/>
              <a:gd name="connsiteX70" fmla="*/ 5200056 w 6004835"/>
              <a:gd name="connsiteY70" fmla="*/ 1458296 h 2733536"/>
              <a:gd name="connsiteX71" fmla="*/ 5252117 w 6004835"/>
              <a:gd name="connsiteY71" fmla="*/ 1386713 h 2733536"/>
              <a:gd name="connsiteX72" fmla="*/ 5310687 w 6004835"/>
              <a:gd name="connsiteY72" fmla="*/ 1297774 h 2733536"/>
              <a:gd name="connsiteX73" fmla="*/ 5377932 w 6004835"/>
              <a:gd name="connsiteY73" fmla="*/ 1208838 h 2733536"/>
              <a:gd name="connsiteX74" fmla="*/ 5406132 w 6004835"/>
              <a:gd name="connsiteY74" fmla="*/ 1161115 h 2733536"/>
              <a:gd name="connsiteX75" fmla="*/ 5434331 w 6004835"/>
              <a:gd name="connsiteY75" fmla="*/ 1109054 h 2733536"/>
              <a:gd name="connsiteX76" fmla="*/ 5442366 w 6004835"/>
              <a:gd name="connsiteY76" fmla="*/ 1096242 h 2733536"/>
              <a:gd name="connsiteX77" fmla="*/ 5485295 w 6004835"/>
              <a:gd name="connsiteY77" fmla="*/ 1034233 h 2733536"/>
              <a:gd name="connsiteX78" fmla="*/ 5492901 w 6004835"/>
              <a:gd name="connsiteY78" fmla="*/ 1024454 h 2733536"/>
              <a:gd name="connsiteX79" fmla="*/ 5493987 w 6004835"/>
              <a:gd name="connsiteY79" fmla="*/ 1021677 h 2733536"/>
              <a:gd name="connsiteX80" fmla="*/ 5485295 w 6004835"/>
              <a:gd name="connsiteY80" fmla="*/ 1034233 h 2733536"/>
              <a:gd name="connsiteX81" fmla="*/ 5464430 w 6004835"/>
              <a:gd name="connsiteY81" fmla="*/ 1061060 h 2733536"/>
              <a:gd name="connsiteX82" fmla="*/ 5442366 w 6004835"/>
              <a:gd name="connsiteY82" fmla="*/ 1096242 h 2733536"/>
              <a:gd name="connsiteX83" fmla="*/ 5436501 w 6004835"/>
              <a:gd name="connsiteY83" fmla="*/ 1104713 h 2733536"/>
              <a:gd name="connsiteX84" fmla="*/ 5408301 w 6004835"/>
              <a:gd name="connsiteY84" fmla="*/ 1156774 h 2733536"/>
              <a:gd name="connsiteX85" fmla="*/ 5380102 w 6004835"/>
              <a:gd name="connsiteY85" fmla="*/ 1204497 h 2733536"/>
              <a:gd name="connsiteX86" fmla="*/ 5312856 w 6004835"/>
              <a:gd name="connsiteY86" fmla="*/ 1293436 h 2733536"/>
              <a:gd name="connsiteX87" fmla="*/ 5254288 w 6004835"/>
              <a:gd name="connsiteY87" fmla="*/ 1382372 h 2733536"/>
              <a:gd name="connsiteX88" fmla="*/ 5202227 w 6004835"/>
              <a:gd name="connsiteY88" fmla="*/ 1453958 h 2733536"/>
              <a:gd name="connsiteX89" fmla="*/ 5197886 w 6004835"/>
              <a:gd name="connsiteY89" fmla="*/ 1456611 h 2733536"/>
              <a:gd name="connsiteX90" fmla="*/ 1063152 w 6004835"/>
              <a:gd name="connsiteY90" fmla="*/ 1693288 h 2733536"/>
              <a:gd name="connsiteX91" fmla="*/ 1063368 w 6004835"/>
              <a:gd name="connsiteY91" fmla="*/ 1692571 h 2733536"/>
              <a:gd name="connsiteX92" fmla="*/ 1058857 w 6004835"/>
              <a:gd name="connsiteY92" fmla="*/ 1688057 h 2733536"/>
              <a:gd name="connsiteX93" fmla="*/ 4881181 w 6004835"/>
              <a:gd name="connsiteY93" fmla="*/ 1831400 h 2733536"/>
              <a:gd name="connsiteX94" fmla="*/ 4883666 w 6004835"/>
              <a:gd name="connsiteY94" fmla="*/ 1830829 h 2733536"/>
              <a:gd name="connsiteX95" fmla="*/ 4922398 w 6004835"/>
              <a:gd name="connsiteY95" fmla="*/ 1788016 h 2733536"/>
              <a:gd name="connsiteX96" fmla="*/ 4957104 w 6004835"/>
              <a:gd name="connsiteY96" fmla="*/ 1748970 h 2733536"/>
              <a:gd name="connsiteX97" fmla="*/ 4958733 w 6004835"/>
              <a:gd name="connsiteY97" fmla="*/ 1736905 h 2733536"/>
              <a:gd name="connsiteX98" fmla="*/ 4958540 w 6004835"/>
              <a:gd name="connsiteY98" fmla="*/ 1736973 h 2733536"/>
              <a:gd name="connsiteX99" fmla="*/ 4957104 w 6004835"/>
              <a:gd name="connsiteY99" fmla="*/ 1746802 h 2733536"/>
              <a:gd name="connsiteX100" fmla="*/ 4922398 w 6004835"/>
              <a:gd name="connsiteY100" fmla="*/ 1785848 h 2733536"/>
              <a:gd name="connsiteX101" fmla="*/ 4881181 w 6004835"/>
              <a:gd name="connsiteY101" fmla="*/ 1831400 h 2733536"/>
              <a:gd name="connsiteX102" fmla="*/ 928761 w 6004835"/>
              <a:gd name="connsiteY102" fmla="*/ 1833430 h 2733536"/>
              <a:gd name="connsiteX103" fmla="*/ 863801 w 6004835"/>
              <a:gd name="connsiteY103" fmla="*/ 1755477 h 2733536"/>
              <a:gd name="connsiteX104" fmla="*/ 846834 w 6004835"/>
              <a:gd name="connsiteY104" fmla="*/ 1736969 h 2733536"/>
              <a:gd name="connsiteX105" fmla="*/ 4790074 w 6004835"/>
              <a:gd name="connsiteY105" fmla="*/ 1857431 h 2733536"/>
              <a:gd name="connsiteX106" fmla="*/ 4798856 w 6004835"/>
              <a:gd name="connsiteY106" fmla="*/ 1851810 h 2733536"/>
              <a:gd name="connsiteX107" fmla="*/ 4805146 w 6004835"/>
              <a:gd name="connsiteY107" fmla="*/ 1846231 h 2733536"/>
              <a:gd name="connsiteX108" fmla="*/ 4792338 w 6004835"/>
              <a:gd name="connsiteY108" fmla="*/ 1855078 h 2733536"/>
              <a:gd name="connsiteX109" fmla="*/ 4760985 w 6004835"/>
              <a:gd name="connsiteY109" fmla="*/ 1880234 h 2733536"/>
              <a:gd name="connsiteX110" fmla="*/ 4761875 w 6004835"/>
              <a:gd name="connsiteY110" fmla="*/ 1879123 h 2733536"/>
              <a:gd name="connsiteX111" fmla="*/ 4758282 w 6004835"/>
              <a:gd name="connsiteY111" fmla="*/ 1878611 h 2733536"/>
              <a:gd name="connsiteX112" fmla="*/ 4757537 w 6004835"/>
              <a:gd name="connsiteY112" fmla="*/ 1879123 h 2733536"/>
              <a:gd name="connsiteX113" fmla="*/ 4757537 w 6004835"/>
              <a:gd name="connsiteY113" fmla="*/ 1879743 h 2733536"/>
              <a:gd name="connsiteX114" fmla="*/ 1035001 w 6004835"/>
              <a:gd name="connsiteY114" fmla="*/ 1943735 h 2733536"/>
              <a:gd name="connsiteX115" fmla="*/ 1023953 w 6004835"/>
              <a:gd name="connsiteY115" fmla="*/ 1935238 h 2733536"/>
              <a:gd name="connsiteX116" fmla="*/ 1032188 w 6004835"/>
              <a:gd name="connsiteY116" fmla="*/ 1942302 h 2733536"/>
              <a:gd name="connsiteX117" fmla="*/ 4766902 w 6004835"/>
              <a:gd name="connsiteY117" fmla="*/ 1960050 h 2733536"/>
              <a:gd name="connsiteX118" fmla="*/ 4774891 w 6004835"/>
              <a:gd name="connsiteY118" fmla="*/ 1959385 h 2733536"/>
              <a:gd name="connsiteX119" fmla="*/ 4831290 w 6004835"/>
              <a:gd name="connsiteY119" fmla="*/ 1918169 h 2733536"/>
              <a:gd name="connsiteX120" fmla="*/ 4885522 w 6004835"/>
              <a:gd name="connsiteY120" fmla="*/ 1874785 h 2733536"/>
              <a:gd name="connsiteX121" fmla="*/ 4952766 w 6004835"/>
              <a:gd name="connsiteY121" fmla="*/ 1827062 h 2733536"/>
              <a:gd name="connsiteX122" fmla="*/ 5015674 w 6004835"/>
              <a:gd name="connsiteY122" fmla="*/ 1761986 h 2733536"/>
              <a:gd name="connsiteX123" fmla="*/ 5013504 w 6004835"/>
              <a:gd name="connsiteY123" fmla="*/ 1753309 h 2733536"/>
              <a:gd name="connsiteX124" fmla="*/ 5074242 w 6004835"/>
              <a:gd name="connsiteY124" fmla="*/ 1686064 h 2733536"/>
              <a:gd name="connsiteX125" fmla="*/ 5111120 w 6004835"/>
              <a:gd name="connsiteY125" fmla="*/ 1655695 h 2733536"/>
              <a:gd name="connsiteX126" fmla="*/ 5134980 w 6004835"/>
              <a:gd name="connsiteY126" fmla="*/ 1625326 h 2733536"/>
              <a:gd name="connsiteX127" fmla="*/ 5156672 w 6004835"/>
              <a:gd name="connsiteY127" fmla="*/ 1594957 h 2733536"/>
              <a:gd name="connsiteX128" fmla="*/ 5219580 w 6004835"/>
              <a:gd name="connsiteY128" fmla="*/ 1521204 h 2733536"/>
              <a:gd name="connsiteX129" fmla="*/ 5278148 w 6004835"/>
              <a:gd name="connsiteY129" fmla="*/ 1445281 h 2733536"/>
              <a:gd name="connsiteX130" fmla="*/ 5367087 w 6004835"/>
              <a:gd name="connsiteY130" fmla="*/ 1310790 h 2733536"/>
              <a:gd name="connsiteX131" fmla="*/ 5447346 w 6004835"/>
              <a:gd name="connsiteY131" fmla="*/ 1174130 h 2733536"/>
              <a:gd name="connsiteX132" fmla="*/ 5510255 w 6004835"/>
              <a:gd name="connsiteY132" fmla="*/ 1072176 h 2733536"/>
              <a:gd name="connsiteX133" fmla="*/ 5568822 w 6004835"/>
              <a:gd name="connsiteY133" fmla="*/ 968054 h 2733536"/>
              <a:gd name="connsiteX134" fmla="*/ 5590514 w 6004835"/>
              <a:gd name="connsiteY134" fmla="*/ 929008 h 2733536"/>
              <a:gd name="connsiteX135" fmla="*/ 5607868 w 6004835"/>
              <a:gd name="connsiteY135" fmla="*/ 892133 h 2733536"/>
              <a:gd name="connsiteX136" fmla="*/ 5636069 w 6004835"/>
              <a:gd name="connsiteY136" fmla="*/ 822718 h 2733536"/>
              <a:gd name="connsiteX137" fmla="*/ 5696807 w 6004835"/>
              <a:gd name="connsiteY137" fmla="*/ 690395 h 2733536"/>
              <a:gd name="connsiteX138" fmla="*/ 5720667 w 6004835"/>
              <a:gd name="connsiteY138" fmla="*/ 601458 h 2733536"/>
              <a:gd name="connsiteX139" fmla="*/ 5779237 w 6004835"/>
              <a:gd name="connsiteY139" fmla="*/ 423583 h 2733536"/>
              <a:gd name="connsiteX140" fmla="*/ 5805267 w 6004835"/>
              <a:gd name="connsiteY140" fmla="*/ 284753 h 2733536"/>
              <a:gd name="connsiteX141" fmla="*/ 5839975 w 6004835"/>
              <a:gd name="connsiteY141" fmla="*/ 117723 h 2733536"/>
              <a:gd name="connsiteX142" fmla="*/ 5847800 w 6004835"/>
              <a:gd name="connsiteY142" fmla="*/ 88383 h 2733536"/>
              <a:gd name="connsiteX143" fmla="*/ 5842143 w 6004835"/>
              <a:gd name="connsiteY143" fmla="*/ 87354 h 2733536"/>
              <a:gd name="connsiteX144" fmla="*/ 5844311 w 6004835"/>
              <a:gd name="connsiteY144" fmla="*/ 33125 h 2733536"/>
              <a:gd name="connsiteX145" fmla="*/ 5845466 w 6004835"/>
              <a:gd name="connsiteY145" fmla="*/ 29082 h 2733536"/>
              <a:gd name="connsiteX146" fmla="*/ 5843951 w 6004835"/>
              <a:gd name="connsiteY146" fmla="*/ 29167 h 2733536"/>
              <a:gd name="connsiteX147" fmla="*/ 5841207 w 6004835"/>
              <a:gd name="connsiteY147" fmla="*/ 29319 h 2733536"/>
              <a:gd name="connsiteX148" fmla="*/ 5842143 w 6004835"/>
              <a:gd name="connsiteY148" fmla="*/ 39631 h 2733536"/>
              <a:gd name="connsiteX149" fmla="*/ 5839975 w 6004835"/>
              <a:gd name="connsiteY149" fmla="*/ 93863 h 2733536"/>
              <a:gd name="connsiteX150" fmla="*/ 5831299 w 6004835"/>
              <a:gd name="connsiteY150" fmla="*/ 126400 h 2733536"/>
              <a:gd name="connsiteX151" fmla="*/ 5779237 w 6004835"/>
              <a:gd name="connsiteY151" fmla="*/ 208830 h 2733536"/>
              <a:gd name="connsiteX152" fmla="*/ 5766222 w 6004835"/>
              <a:gd name="connsiteY152" fmla="*/ 280415 h 2733536"/>
              <a:gd name="connsiteX153" fmla="*/ 5753207 w 6004835"/>
              <a:gd name="connsiteY153" fmla="*/ 304275 h 2733536"/>
              <a:gd name="connsiteX154" fmla="*/ 5731514 w 6004835"/>
              <a:gd name="connsiteY154" fmla="*/ 408397 h 2733536"/>
              <a:gd name="connsiteX155" fmla="*/ 5707652 w 6004835"/>
              <a:gd name="connsiteY155" fmla="*/ 490827 h 2733536"/>
              <a:gd name="connsiteX156" fmla="*/ 5681621 w 6004835"/>
              <a:gd name="connsiteY156" fmla="*/ 571089 h 2733536"/>
              <a:gd name="connsiteX157" fmla="*/ 5666438 w 6004835"/>
              <a:gd name="connsiteY157" fmla="*/ 633995 h 2733536"/>
              <a:gd name="connsiteX158" fmla="*/ 5649084 w 6004835"/>
              <a:gd name="connsiteY158" fmla="*/ 699072 h 2733536"/>
              <a:gd name="connsiteX159" fmla="*/ 5662924 w 6004835"/>
              <a:gd name="connsiteY159" fmla="*/ 677546 h 2733536"/>
              <a:gd name="connsiteX160" fmla="*/ 5675115 w 6004835"/>
              <a:gd name="connsiteY160" fmla="*/ 631825 h 2733536"/>
              <a:gd name="connsiteX161" fmla="*/ 5685960 w 6004835"/>
              <a:gd name="connsiteY161" fmla="*/ 566749 h 2733536"/>
              <a:gd name="connsiteX162" fmla="*/ 5711990 w 6004835"/>
              <a:gd name="connsiteY162" fmla="*/ 486489 h 2733536"/>
              <a:gd name="connsiteX163" fmla="*/ 5735853 w 6004835"/>
              <a:gd name="connsiteY163" fmla="*/ 404059 h 2733536"/>
              <a:gd name="connsiteX164" fmla="*/ 5757545 w 6004835"/>
              <a:gd name="connsiteY164" fmla="*/ 299937 h 2733536"/>
              <a:gd name="connsiteX165" fmla="*/ 5770560 w 6004835"/>
              <a:gd name="connsiteY165" fmla="*/ 276074 h 2733536"/>
              <a:gd name="connsiteX166" fmla="*/ 5783576 w 6004835"/>
              <a:gd name="connsiteY166" fmla="*/ 204491 h 2733536"/>
              <a:gd name="connsiteX167" fmla="*/ 5835636 w 6004835"/>
              <a:gd name="connsiteY167" fmla="*/ 122061 h 2733536"/>
              <a:gd name="connsiteX168" fmla="*/ 5800929 w 6004835"/>
              <a:gd name="connsiteY168" fmla="*/ 289089 h 2733536"/>
              <a:gd name="connsiteX169" fmla="*/ 5774899 w 6004835"/>
              <a:gd name="connsiteY169" fmla="*/ 427919 h 2733536"/>
              <a:gd name="connsiteX170" fmla="*/ 5716329 w 6004835"/>
              <a:gd name="connsiteY170" fmla="*/ 605794 h 2733536"/>
              <a:gd name="connsiteX171" fmla="*/ 5704744 w 6004835"/>
              <a:gd name="connsiteY171" fmla="*/ 623818 h 2733536"/>
              <a:gd name="connsiteX172" fmla="*/ 5699791 w 6004835"/>
              <a:gd name="connsiteY172" fmla="*/ 650807 h 2733536"/>
              <a:gd name="connsiteX173" fmla="*/ 5683792 w 6004835"/>
              <a:gd name="connsiteY173" fmla="*/ 696904 h 2733536"/>
              <a:gd name="connsiteX174" fmla="*/ 5623054 w 6004835"/>
              <a:gd name="connsiteY174" fmla="*/ 829224 h 2733536"/>
              <a:gd name="connsiteX175" fmla="*/ 5594853 w 6004835"/>
              <a:gd name="connsiteY175" fmla="*/ 898639 h 2733536"/>
              <a:gd name="connsiteX176" fmla="*/ 5577500 w 6004835"/>
              <a:gd name="connsiteY176" fmla="*/ 935517 h 2733536"/>
              <a:gd name="connsiteX177" fmla="*/ 5555807 w 6004835"/>
              <a:gd name="connsiteY177" fmla="*/ 974563 h 2733536"/>
              <a:gd name="connsiteX178" fmla="*/ 5497239 w 6004835"/>
              <a:gd name="connsiteY178" fmla="*/ 1078685 h 2733536"/>
              <a:gd name="connsiteX179" fmla="*/ 5434331 w 6004835"/>
              <a:gd name="connsiteY179" fmla="*/ 1180637 h 2733536"/>
              <a:gd name="connsiteX180" fmla="*/ 5354071 w 6004835"/>
              <a:gd name="connsiteY180" fmla="*/ 1317298 h 2733536"/>
              <a:gd name="connsiteX181" fmla="*/ 5265133 w 6004835"/>
              <a:gd name="connsiteY181" fmla="*/ 1451789 h 2733536"/>
              <a:gd name="connsiteX182" fmla="*/ 5206565 w 6004835"/>
              <a:gd name="connsiteY182" fmla="*/ 1527711 h 2733536"/>
              <a:gd name="connsiteX183" fmla="*/ 5143657 w 6004835"/>
              <a:gd name="connsiteY183" fmla="*/ 1601464 h 2733536"/>
              <a:gd name="connsiteX184" fmla="*/ 5121965 w 6004835"/>
              <a:gd name="connsiteY184" fmla="*/ 1631833 h 2733536"/>
              <a:gd name="connsiteX185" fmla="*/ 5098105 w 6004835"/>
              <a:gd name="connsiteY185" fmla="*/ 1662202 h 2733536"/>
              <a:gd name="connsiteX186" fmla="*/ 5061227 w 6004835"/>
              <a:gd name="connsiteY186" fmla="*/ 1692571 h 2733536"/>
              <a:gd name="connsiteX187" fmla="*/ 5000915 w 6004835"/>
              <a:gd name="connsiteY187" fmla="*/ 1759348 h 2733536"/>
              <a:gd name="connsiteX188" fmla="*/ 5002657 w 6004835"/>
              <a:gd name="connsiteY188" fmla="*/ 1766324 h 2733536"/>
              <a:gd name="connsiteX189" fmla="*/ 4939751 w 6004835"/>
              <a:gd name="connsiteY189" fmla="*/ 1831400 h 2733536"/>
              <a:gd name="connsiteX190" fmla="*/ 4872505 w 6004835"/>
              <a:gd name="connsiteY190" fmla="*/ 1879123 h 2733536"/>
              <a:gd name="connsiteX191" fmla="*/ 4818275 w 6004835"/>
              <a:gd name="connsiteY191" fmla="*/ 1922507 h 2733536"/>
              <a:gd name="connsiteX192" fmla="*/ 1583173 w 6004835"/>
              <a:gd name="connsiteY192" fmla="*/ 2117115 h 2733536"/>
              <a:gd name="connsiteX193" fmla="*/ 1583979 w 6004835"/>
              <a:gd name="connsiteY193" fmla="*/ 2113398 h 2733536"/>
              <a:gd name="connsiteX194" fmla="*/ 1575826 w 6004835"/>
              <a:gd name="connsiteY194" fmla="*/ 2107629 h 2733536"/>
              <a:gd name="connsiteX195" fmla="*/ 1575847 w 6004835"/>
              <a:gd name="connsiteY195" fmla="*/ 2108247 h 2733536"/>
              <a:gd name="connsiteX196" fmla="*/ 1217383 w 6004835"/>
              <a:gd name="connsiteY196" fmla="*/ 2132920 h 2733536"/>
              <a:gd name="connsiteX197" fmla="*/ 1178338 w 6004835"/>
              <a:gd name="connsiteY197" fmla="*/ 2106889 h 2733536"/>
              <a:gd name="connsiteX198" fmla="*/ 1141462 w 6004835"/>
              <a:gd name="connsiteY198" fmla="*/ 2078691 h 2733536"/>
              <a:gd name="connsiteX199" fmla="*/ 1050355 w 6004835"/>
              <a:gd name="connsiteY199" fmla="*/ 2002767 h 2733536"/>
              <a:gd name="connsiteX200" fmla="*/ 965755 w 6004835"/>
              <a:gd name="connsiteY200" fmla="*/ 1926846 h 2733536"/>
              <a:gd name="connsiteX201" fmla="*/ 887663 w 6004835"/>
              <a:gd name="connsiteY201" fmla="*/ 1850922 h 2733536"/>
              <a:gd name="connsiteX202" fmla="*/ 850788 w 6004835"/>
              <a:gd name="connsiteY202" fmla="*/ 1814047 h 2733536"/>
              <a:gd name="connsiteX203" fmla="*/ 816080 w 6004835"/>
              <a:gd name="connsiteY203" fmla="*/ 1775001 h 2733536"/>
              <a:gd name="connsiteX204" fmla="*/ 829096 w 6004835"/>
              <a:gd name="connsiteY204" fmla="*/ 1757647 h 2733536"/>
              <a:gd name="connsiteX205" fmla="*/ 872480 w 6004835"/>
              <a:gd name="connsiteY205" fmla="*/ 1796693 h 2733536"/>
              <a:gd name="connsiteX206" fmla="*/ 920202 w 6004835"/>
              <a:gd name="connsiteY206" fmla="*/ 1833568 h 2733536"/>
              <a:gd name="connsiteX207" fmla="*/ 978770 w 6004835"/>
              <a:gd name="connsiteY207" fmla="*/ 1896477 h 2733536"/>
              <a:gd name="connsiteX208" fmla="*/ 983748 w 6004835"/>
              <a:gd name="connsiteY208" fmla="*/ 1900747 h 2733536"/>
              <a:gd name="connsiteX209" fmla="*/ 920202 w 6004835"/>
              <a:gd name="connsiteY209" fmla="*/ 1833568 h 2733536"/>
              <a:gd name="connsiteX210" fmla="*/ 874648 w 6004835"/>
              <a:gd name="connsiteY210" fmla="*/ 1796693 h 2733536"/>
              <a:gd name="connsiteX211" fmla="*/ 831264 w 6004835"/>
              <a:gd name="connsiteY211" fmla="*/ 1757647 h 2733536"/>
              <a:gd name="connsiteX212" fmla="*/ 783541 w 6004835"/>
              <a:gd name="connsiteY212" fmla="*/ 1699077 h 2733536"/>
              <a:gd name="connsiteX213" fmla="*/ 737989 w 6004835"/>
              <a:gd name="connsiteY213" fmla="*/ 1638339 h 2733536"/>
              <a:gd name="connsiteX214" fmla="*/ 794388 w 6004835"/>
              <a:gd name="connsiteY214" fmla="*/ 1675217 h 2733536"/>
              <a:gd name="connsiteX215" fmla="*/ 797157 w 6004835"/>
              <a:gd name="connsiteY215" fmla="*/ 1678478 h 2733536"/>
              <a:gd name="connsiteX216" fmla="*/ 822858 w 6004835"/>
              <a:gd name="connsiteY216" fmla="*/ 1684165 h 2733536"/>
              <a:gd name="connsiteX217" fmla="*/ 881154 w 6004835"/>
              <a:gd name="connsiteY217" fmla="*/ 1738123 h 2733536"/>
              <a:gd name="connsiteX218" fmla="*/ 961416 w 6004835"/>
              <a:gd name="connsiteY218" fmla="*/ 1803200 h 2733536"/>
              <a:gd name="connsiteX219" fmla="*/ 996124 w 6004835"/>
              <a:gd name="connsiteY219" fmla="*/ 1850922 h 2733536"/>
              <a:gd name="connsiteX220" fmla="*/ 1015645 w 6004835"/>
              <a:gd name="connsiteY220" fmla="*/ 1874785 h 2733536"/>
              <a:gd name="connsiteX221" fmla="*/ 1098076 w 6004835"/>
              <a:gd name="connsiteY221" fmla="*/ 1944199 h 2733536"/>
              <a:gd name="connsiteX222" fmla="*/ 1074215 w 6004835"/>
              <a:gd name="connsiteY222" fmla="*/ 1963721 h 2733536"/>
              <a:gd name="connsiteX223" fmla="*/ 997449 w 6004835"/>
              <a:gd name="connsiteY223" fmla="*/ 1878424 h 2733536"/>
              <a:gd name="connsiteX224" fmla="*/ 993956 w 6004835"/>
              <a:gd name="connsiteY224" fmla="*/ 1879123 h 2733536"/>
              <a:gd name="connsiteX225" fmla="*/ 1066602 w 6004835"/>
              <a:gd name="connsiteY225" fmla="*/ 1959841 h 2733536"/>
              <a:gd name="connsiteX226" fmla="*/ 1074215 w 6004835"/>
              <a:gd name="connsiteY226" fmla="*/ 1963721 h 2733536"/>
              <a:gd name="connsiteX227" fmla="*/ 1098078 w 6004835"/>
              <a:gd name="connsiteY227" fmla="*/ 1944199 h 2733536"/>
              <a:gd name="connsiteX228" fmla="*/ 1304152 w 6004835"/>
              <a:gd name="connsiteY228" fmla="*/ 2106889 h 2733536"/>
              <a:gd name="connsiteX229" fmla="*/ 1262938 w 6004835"/>
              <a:gd name="connsiteY229" fmla="*/ 2119904 h 2733536"/>
              <a:gd name="connsiteX230" fmla="*/ 1278121 w 6004835"/>
              <a:gd name="connsiteY230" fmla="*/ 2130752 h 2733536"/>
              <a:gd name="connsiteX231" fmla="*/ 1217383 w 6004835"/>
              <a:gd name="connsiteY231" fmla="*/ 2132920 h 2733536"/>
              <a:gd name="connsiteX232" fmla="*/ 1495043 w 6004835"/>
              <a:gd name="connsiteY232" fmla="*/ 2280428 h 2733536"/>
              <a:gd name="connsiteX233" fmla="*/ 1425628 w 6004835"/>
              <a:gd name="connsiteY233" fmla="*/ 2243551 h 2733536"/>
              <a:gd name="connsiteX234" fmla="*/ 1373567 w 6004835"/>
              <a:gd name="connsiteY234" fmla="*/ 2211014 h 2733536"/>
              <a:gd name="connsiteX235" fmla="*/ 1317167 w 6004835"/>
              <a:gd name="connsiteY235" fmla="*/ 2163291 h 2733536"/>
              <a:gd name="connsiteX236" fmla="*/ 1464674 w 6004835"/>
              <a:gd name="connsiteY236" fmla="*/ 2245721 h 2733536"/>
              <a:gd name="connsiteX237" fmla="*/ 1495043 w 6004835"/>
              <a:gd name="connsiteY237" fmla="*/ 2280428 h 2733536"/>
              <a:gd name="connsiteX238" fmla="*/ 1861641 w 6004835"/>
              <a:gd name="connsiteY238" fmla="*/ 2380212 h 2733536"/>
              <a:gd name="connsiteX239" fmla="*/ 1722811 w 6004835"/>
              <a:gd name="connsiteY239" fmla="*/ 2312965 h 2733536"/>
              <a:gd name="connsiteX240" fmla="*/ 1757518 w 6004835"/>
              <a:gd name="connsiteY240" fmla="*/ 2310797 h 2733536"/>
              <a:gd name="connsiteX241" fmla="*/ 1876824 w 6004835"/>
              <a:gd name="connsiteY241" fmla="*/ 2371535 h 2733536"/>
              <a:gd name="connsiteX242" fmla="*/ 1861641 w 6004835"/>
              <a:gd name="connsiteY242" fmla="*/ 2380212 h 2733536"/>
              <a:gd name="connsiteX243" fmla="*/ 3611567 w 6004835"/>
              <a:gd name="connsiteY243" fmla="*/ 2391251 h 2733536"/>
              <a:gd name="connsiteX244" fmla="*/ 3772715 w 6004835"/>
              <a:gd name="connsiteY244" fmla="*/ 2360688 h 2733536"/>
              <a:gd name="connsiteX245" fmla="*/ 3803084 w 6004835"/>
              <a:gd name="connsiteY245" fmla="*/ 2354179 h 2733536"/>
              <a:gd name="connsiteX246" fmla="*/ 3900697 w 6004835"/>
              <a:gd name="connsiteY246" fmla="*/ 2319472 h 2733536"/>
              <a:gd name="connsiteX247" fmla="*/ 3961435 w 6004835"/>
              <a:gd name="connsiteY247" fmla="*/ 2299950 h 2733536"/>
              <a:gd name="connsiteX248" fmla="*/ 4059051 w 6004835"/>
              <a:gd name="connsiteY248" fmla="*/ 2250057 h 2733536"/>
              <a:gd name="connsiteX249" fmla="*/ 4169679 w 6004835"/>
              <a:gd name="connsiteY249" fmla="*/ 2211011 h 2733536"/>
              <a:gd name="connsiteX250" fmla="*/ 4240558 w 6004835"/>
              <a:gd name="connsiteY250" fmla="*/ 2183216 h 2733536"/>
              <a:gd name="connsiteX251" fmla="*/ 4271633 w 6004835"/>
              <a:gd name="connsiteY251" fmla="*/ 2165459 h 2733536"/>
              <a:gd name="connsiteX252" fmla="*/ 4299830 w 6004835"/>
              <a:gd name="connsiteY252" fmla="*/ 2156784 h 2733536"/>
              <a:gd name="connsiteX253" fmla="*/ 4338878 w 6004835"/>
              <a:gd name="connsiteY253" fmla="*/ 2135090 h 2733536"/>
              <a:gd name="connsiteX254" fmla="*/ 4349137 w 6004835"/>
              <a:gd name="connsiteY254" fmla="*/ 2127960 h 2733536"/>
              <a:gd name="connsiteX255" fmla="*/ 4375756 w 6004835"/>
              <a:gd name="connsiteY255" fmla="*/ 2102553 h 2733536"/>
              <a:gd name="connsiteX256" fmla="*/ 4434323 w 6004835"/>
              <a:gd name="connsiteY256" fmla="*/ 2067846 h 2733536"/>
              <a:gd name="connsiteX257" fmla="*/ 4500956 w 6004835"/>
              <a:gd name="connsiteY257" fmla="*/ 2035183 h 2733536"/>
              <a:gd name="connsiteX258" fmla="*/ 4525430 w 6004835"/>
              <a:gd name="connsiteY258" fmla="*/ 2020121 h 2733536"/>
              <a:gd name="connsiteX259" fmla="*/ 4610031 w 6004835"/>
              <a:gd name="connsiteY259" fmla="*/ 1963721 h 2733536"/>
              <a:gd name="connsiteX260" fmla="*/ 4646906 w 6004835"/>
              <a:gd name="connsiteY260" fmla="*/ 1929014 h 2733536"/>
              <a:gd name="connsiteX261" fmla="*/ 4688122 w 6004835"/>
              <a:gd name="connsiteY261" fmla="*/ 1902983 h 2733536"/>
              <a:gd name="connsiteX262" fmla="*/ 4794412 w 6004835"/>
              <a:gd name="connsiteY262" fmla="*/ 1822724 h 2733536"/>
              <a:gd name="connsiteX263" fmla="*/ 4870336 w 6004835"/>
              <a:gd name="connsiteY263" fmla="*/ 1751138 h 2733536"/>
              <a:gd name="connsiteX264" fmla="*/ 4954934 w 6004835"/>
              <a:gd name="connsiteY264" fmla="*/ 1679556 h 2733536"/>
              <a:gd name="connsiteX265" fmla="*/ 5210901 w 6004835"/>
              <a:gd name="connsiteY265" fmla="*/ 1391049 h 2733536"/>
              <a:gd name="connsiteX266" fmla="*/ 5246128 w 6004835"/>
              <a:gd name="connsiteY266" fmla="*/ 1331165 h 2733536"/>
              <a:gd name="connsiteX267" fmla="*/ 5247779 w 6004835"/>
              <a:gd name="connsiteY267" fmla="*/ 1325973 h 2733536"/>
              <a:gd name="connsiteX268" fmla="*/ 5304178 w 6004835"/>
              <a:gd name="connsiteY268" fmla="*/ 1239204 h 2733536"/>
              <a:gd name="connsiteX269" fmla="*/ 5321533 w 6004835"/>
              <a:gd name="connsiteY269" fmla="*/ 1213174 h 2733536"/>
              <a:gd name="connsiteX270" fmla="*/ 5344607 w 6004835"/>
              <a:gd name="connsiteY270" fmla="*/ 1181170 h 2733536"/>
              <a:gd name="connsiteX271" fmla="*/ 5351902 w 6004835"/>
              <a:gd name="connsiteY271" fmla="*/ 1167622 h 2733536"/>
              <a:gd name="connsiteX272" fmla="*/ 5397453 w 6004835"/>
              <a:gd name="connsiteY272" fmla="*/ 1089530 h 2733536"/>
              <a:gd name="connsiteX273" fmla="*/ 5486392 w 6004835"/>
              <a:gd name="connsiteY273" fmla="*/ 905146 h 2733536"/>
              <a:gd name="connsiteX274" fmla="*/ 5573161 w 6004835"/>
              <a:gd name="connsiteY274" fmla="*/ 707748 h 2733536"/>
              <a:gd name="connsiteX275" fmla="*/ 5598649 w 6004835"/>
              <a:gd name="connsiteY275" fmla="*/ 627486 h 2733536"/>
              <a:gd name="connsiteX276" fmla="*/ 5606968 w 6004835"/>
              <a:gd name="connsiteY276" fmla="*/ 596090 h 2733536"/>
              <a:gd name="connsiteX277" fmla="*/ 5543685 w 6004835"/>
              <a:gd name="connsiteY277" fmla="*/ 768994 h 2733536"/>
              <a:gd name="connsiteX278" fmla="*/ 5410562 w 6004835"/>
              <a:gd name="connsiteY278" fmla="*/ 1041106 h 2733536"/>
              <a:gd name="connsiteX279" fmla="*/ 5391072 w 6004835"/>
              <a:gd name="connsiteY279" fmla="*/ 1071921 h 2733536"/>
              <a:gd name="connsiteX280" fmla="*/ 5390947 w 6004835"/>
              <a:gd name="connsiteY280" fmla="*/ 1072176 h 2733536"/>
              <a:gd name="connsiteX281" fmla="*/ 5345392 w 6004835"/>
              <a:gd name="connsiteY281" fmla="*/ 1150268 h 2733536"/>
              <a:gd name="connsiteX282" fmla="*/ 5299840 w 6004835"/>
              <a:gd name="connsiteY282" fmla="*/ 1234868 h 2733536"/>
              <a:gd name="connsiteX283" fmla="*/ 5247779 w 6004835"/>
              <a:gd name="connsiteY283" fmla="*/ 1299945 h 2733536"/>
              <a:gd name="connsiteX284" fmla="*/ 5204395 w 6004835"/>
              <a:gd name="connsiteY284" fmla="*/ 1373698 h 2733536"/>
              <a:gd name="connsiteX285" fmla="*/ 4948428 w 6004835"/>
              <a:gd name="connsiteY285" fmla="*/ 1662202 h 2733536"/>
              <a:gd name="connsiteX286" fmla="*/ 4863827 w 6004835"/>
              <a:gd name="connsiteY286" fmla="*/ 1733787 h 2733536"/>
              <a:gd name="connsiteX287" fmla="*/ 4855711 w 6004835"/>
              <a:gd name="connsiteY287" fmla="*/ 1739959 h 2733536"/>
              <a:gd name="connsiteX288" fmla="*/ 4852211 w 6004835"/>
              <a:gd name="connsiteY288" fmla="*/ 1743502 h 2733536"/>
              <a:gd name="connsiteX289" fmla="*/ 4816833 w 6004835"/>
              <a:gd name="connsiteY289" fmla="*/ 1772341 h 2733536"/>
              <a:gd name="connsiteX290" fmla="*/ 4787906 w 6004835"/>
              <a:gd name="connsiteY290" fmla="*/ 1805370 h 2733536"/>
              <a:gd name="connsiteX291" fmla="*/ 4681613 w 6004835"/>
              <a:gd name="connsiteY291" fmla="*/ 1885632 h 2733536"/>
              <a:gd name="connsiteX292" fmla="*/ 4664959 w 6004835"/>
              <a:gd name="connsiteY292" fmla="*/ 1896153 h 2733536"/>
              <a:gd name="connsiteX293" fmla="*/ 4619721 w 6004835"/>
              <a:gd name="connsiteY293" fmla="*/ 1933031 h 2733536"/>
              <a:gd name="connsiteX294" fmla="*/ 4613189 w 6004835"/>
              <a:gd name="connsiteY294" fmla="*/ 1937274 h 2733536"/>
              <a:gd name="connsiteX295" fmla="*/ 4603522 w 6004835"/>
              <a:gd name="connsiteY295" fmla="*/ 1946370 h 2733536"/>
              <a:gd name="connsiteX296" fmla="*/ 4518924 w 6004835"/>
              <a:gd name="connsiteY296" fmla="*/ 2002769 h 2733536"/>
              <a:gd name="connsiteX297" fmla="*/ 4434323 w 6004835"/>
              <a:gd name="connsiteY297" fmla="*/ 2054830 h 2733536"/>
              <a:gd name="connsiteX298" fmla="*/ 4424640 w 6004835"/>
              <a:gd name="connsiteY298" fmla="*/ 2059738 h 2733536"/>
              <a:gd name="connsiteX299" fmla="*/ 4367359 w 6004835"/>
              <a:gd name="connsiteY299" fmla="*/ 2096944 h 2733536"/>
              <a:gd name="connsiteX300" fmla="*/ 4349602 w 6004835"/>
              <a:gd name="connsiteY300" fmla="*/ 2105901 h 2733536"/>
              <a:gd name="connsiteX301" fmla="*/ 4332371 w 6004835"/>
              <a:gd name="connsiteY301" fmla="*/ 2117736 h 2733536"/>
              <a:gd name="connsiteX302" fmla="*/ 4273802 w 6004835"/>
              <a:gd name="connsiteY302" fmla="*/ 2150276 h 2733536"/>
              <a:gd name="connsiteX303" fmla="*/ 4219078 w 6004835"/>
              <a:gd name="connsiteY303" fmla="*/ 2171738 h 2733536"/>
              <a:gd name="connsiteX304" fmla="*/ 4097113 w 6004835"/>
              <a:gd name="connsiteY304" fmla="*/ 2233257 h 2733536"/>
              <a:gd name="connsiteX305" fmla="*/ 3810966 w 6004835"/>
              <a:gd name="connsiteY305" fmla="*/ 2339980 h 2733536"/>
              <a:gd name="connsiteX306" fmla="*/ 3434318 w 6004835"/>
              <a:gd name="connsiteY306" fmla="*/ 2432271 h 2733536"/>
              <a:gd name="connsiteX307" fmla="*/ 3489904 w 6004835"/>
              <a:gd name="connsiteY307" fmla="*/ 2421968 h 2733536"/>
              <a:gd name="connsiteX308" fmla="*/ 3508260 w 6004835"/>
              <a:gd name="connsiteY308" fmla="*/ 2413988 h 2733536"/>
              <a:gd name="connsiteX309" fmla="*/ 3395689 w 6004835"/>
              <a:gd name="connsiteY309" fmla="*/ 2431169 h 2733536"/>
              <a:gd name="connsiteX310" fmla="*/ 3115443 w 6004835"/>
              <a:gd name="connsiteY310" fmla="*/ 2471317 h 2733536"/>
              <a:gd name="connsiteX311" fmla="*/ 3134967 w 6004835"/>
              <a:gd name="connsiteY311" fmla="*/ 2466978 h 2733536"/>
              <a:gd name="connsiteX312" fmla="*/ 3269458 w 6004835"/>
              <a:gd name="connsiteY312" fmla="*/ 2451795 h 2733536"/>
              <a:gd name="connsiteX313" fmla="*/ 3291589 w 6004835"/>
              <a:gd name="connsiteY313" fmla="*/ 2447491 h 2733536"/>
              <a:gd name="connsiteX314" fmla="*/ 3302325 w 6004835"/>
              <a:gd name="connsiteY314" fmla="*/ 2445418 h 2733536"/>
              <a:gd name="connsiteX315" fmla="*/ 3269182 w 6004835"/>
              <a:gd name="connsiteY315" fmla="*/ 2450476 h 2733536"/>
              <a:gd name="connsiteX316" fmla="*/ 3039972 w 6004835"/>
              <a:gd name="connsiteY316" fmla="*/ 2462050 h 2733536"/>
              <a:gd name="connsiteX317" fmla="*/ 3566117 w 6004835"/>
              <a:gd name="connsiteY317" fmla="*/ 2502995 h 2733536"/>
              <a:gd name="connsiteX318" fmla="*/ 3744787 w 6004835"/>
              <a:gd name="connsiteY318" fmla="*/ 2463184 h 2733536"/>
              <a:gd name="connsiteX319" fmla="*/ 3919185 w 6004835"/>
              <a:gd name="connsiteY319" fmla="*/ 2408971 h 2733536"/>
              <a:gd name="connsiteX320" fmla="*/ 3719971 w 6004835"/>
              <a:gd name="connsiteY320" fmla="*/ 2526104 h 2733536"/>
              <a:gd name="connsiteX321" fmla="*/ 3722825 w 6004835"/>
              <a:gd name="connsiteY321" fmla="*/ 2525548 h 2733536"/>
              <a:gd name="connsiteX322" fmla="*/ 3725537 w 6004835"/>
              <a:gd name="connsiteY322" fmla="*/ 2524533 h 2733536"/>
              <a:gd name="connsiteX323" fmla="*/ 3245598 w 6004835"/>
              <a:gd name="connsiteY323" fmla="*/ 2558088 h 2733536"/>
              <a:gd name="connsiteX324" fmla="*/ 3337099 w 6004835"/>
              <a:gd name="connsiteY324" fmla="*/ 2535211 h 2733536"/>
              <a:gd name="connsiteX325" fmla="*/ 3338873 w 6004835"/>
              <a:gd name="connsiteY325" fmla="*/ 2529887 h 2733536"/>
              <a:gd name="connsiteX326" fmla="*/ 3510242 w 6004835"/>
              <a:gd name="connsiteY326" fmla="*/ 2501688 h 2733536"/>
              <a:gd name="connsiteX327" fmla="*/ 3631717 w 6004835"/>
              <a:gd name="connsiteY327" fmla="*/ 2471319 h 2733536"/>
              <a:gd name="connsiteX328" fmla="*/ 3729331 w 6004835"/>
              <a:gd name="connsiteY328" fmla="*/ 2443118 h 2733536"/>
              <a:gd name="connsiteX329" fmla="*/ 3818270 w 6004835"/>
              <a:gd name="connsiteY329" fmla="*/ 2414920 h 2733536"/>
              <a:gd name="connsiteX330" fmla="*/ 3915883 w 6004835"/>
              <a:gd name="connsiteY330" fmla="*/ 2384551 h 2733536"/>
              <a:gd name="connsiteX331" fmla="*/ 3991807 w 6004835"/>
              <a:gd name="connsiteY331" fmla="*/ 2371535 h 2733536"/>
              <a:gd name="connsiteX332" fmla="*/ 3940410 w 6004835"/>
              <a:gd name="connsiteY332" fmla="*/ 2402373 h 2733536"/>
              <a:gd name="connsiteX333" fmla="*/ 3941914 w 6004835"/>
              <a:gd name="connsiteY333" fmla="*/ 2401904 h 2733536"/>
              <a:gd name="connsiteX334" fmla="*/ 3996145 w 6004835"/>
              <a:gd name="connsiteY334" fmla="*/ 2369365 h 2733536"/>
              <a:gd name="connsiteX335" fmla="*/ 4026514 w 6004835"/>
              <a:gd name="connsiteY335" fmla="*/ 2358520 h 2733536"/>
              <a:gd name="connsiteX336" fmla="*/ 4028536 w 6004835"/>
              <a:gd name="connsiteY336" fmla="*/ 2357960 h 2733536"/>
              <a:gd name="connsiteX337" fmla="*/ 4041697 w 6004835"/>
              <a:gd name="connsiteY337" fmla="*/ 2343334 h 2733536"/>
              <a:gd name="connsiteX338" fmla="*/ 4113282 w 6004835"/>
              <a:gd name="connsiteY338" fmla="*/ 2317304 h 2733536"/>
              <a:gd name="connsiteX339" fmla="*/ 4182697 w 6004835"/>
              <a:gd name="connsiteY339" fmla="*/ 2289105 h 2733536"/>
              <a:gd name="connsiteX340" fmla="*/ 4230420 w 6004835"/>
              <a:gd name="connsiteY340" fmla="*/ 2260904 h 2733536"/>
              <a:gd name="connsiteX341" fmla="*/ 4293326 w 6004835"/>
              <a:gd name="connsiteY341" fmla="*/ 2228367 h 2733536"/>
              <a:gd name="connsiteX342" fmla="*/ 4345387 w 6004835"/>
              <a:gd name="connsiteY342" fmla="*/ 2206675 h 2733536"/>
              <a:gd name="connsiteX343" fmla="*/ 4381087 w 6004835"/>
              <a:gd name="connsiteY343" fmla="*/ 2191155 h 2733536"/>
              <a:gd name="connsiteX344" fmla="*/ 4399618 w 6004835"/>
              <a:gd name="connsiteY344" fmla="*/ 2178474 h 2733536"/>
              <a:gd name="connsiteX345" fmla="*/ 4490725 w 6004835"/>
              <a:gd name="connsiteY345" fmla="*/ 2124245 h 2733536"/>
              <a:gd name="connsiteX346" fmla="*/ 4618708 w 6004835"/>
              <a:gd name="connsiteY346" fmla="*/ 2054830 h 2733536"/>
              <a:gd name="connsiteX347" fmla="*/ 4743722 w 6004835"/>
              <a:gd name="connsiteY347" fmla="*/ 1965236 h 2733536"/>
              <a:gd name="connsiteX348" fmla="*/ 4735845 w 6004835"/>
              <a:gd name="connsiteY348" fmla="*/ 1965892 h 2733536"/>
              <a:gd name="connsiteX349" fmla="*/ 4605692 w 6004835"/>
              <a:gd name="connsiteY349" fmla="*/ 2059169 h 2733536"/>
              <a:gd name="connsiteX350" fmla="*/ 4477707 w 6004835"/>
              <a:gd name="connsiteY350" fmla="*/ 2128584 h 2733536"/>
              <a:gd name="connsiteX351" fmla="*/ 4386601 w 6004835"/>
              <a:gd name="connsiteY351" fmla="*/ 2182813 h 2733536"/>
              <a:gd name="connsiteX352" fmla="*/ 4336710 w 6004835"/>
              <a:gd name="connsiteY352" fmla="*/ 2204505 h 2733536"/>
              <a:gd name="connsiteX353" fmla="*/ 4284649 w 6004835"/>
              <a:gd name="connsiteY353" fmla="*/ 2226197 h 2733536"/>
              <a:gd name="connsiteX354" fmla="*/ 4221740 w 6004835"/>
              <a:gd name="connsiteY354" fmla="*/ 2258736 h 2733536"/>
              <a:gd name="connsiteX355" fmla="*/ 4174018 w 6004835"/>
              <a:gd name="connsiteY355" fmla="*/ 2286935 h 2733536"/>
              <a:gd name="connsiteX356" fmla="*/ 4104603 w 6004835"/>
              <a:gd name="connsiteY356" fmla="*/ 2315136 h 2733536"/>
              <a:gd name="connsiteX357" fmla="*/ 4033020 w 6004835"/>
              <a:gd name="connsiteY357" fmla="*/ 2341166 h 2733536"/>
              <a:gd name="connsiteX358" fmla="*/ 4013496 w 6004835"/>
              <a:gd name="connsiteY358" fmla="*/ 2360688 h 2733536"/>
              <a:gd name="connsiteX359" fmla="*/ 3983127 w 6004835"/>
              <a:gd name="connsiteY359" fmla="*/ 2371535 h 2733536"/>
              <a:gd name="connsiteX360" fmla="*/ 3907206 w 6004835"/>
              <a:gd name="connsiteY360" fmla="*/ 2384551 h 2733536"/>
              <a:gd name="connsiteX361" fmla="*/ 3809590 w 6004835"/>
              <a:gd name="connsiteY361" fmla="*/ 2414920 h 2733536"/>
              <a:gd name="connsiteX362" fmla="*/ 3720654 w 6004835"/>
              <a:gd name="connsiteY362" fmla="*/ 2443118 h 2733536"/>
              <a:gd name="connsiteX363" fmla="*/ 3623038 w 6004835"/>
              <a:gd name="connsiteY363" fmla="*/ 2471319 h 2733536"/>
              <a:gd name="connsiteX364" fmla="*/ 3501563 w 6004835"/>
              <a:gd name="connsiteY364" fmla="*/ 2501688 h 2733536"/>
              <a:gd name="connsiteX365" fmla="*/ 3330196 w 6004835"/>
              <a:gd name="connsiteY365" fmla="*/ 2529887 h 2733536"/>
              <a:gd name="connsiteX366" fmla="*/ 3325858 w 6004835"/>
              <a:gd name="connsiteY366" fmla="*/ 2536395 h 2733536"/>
              <a:gd name="connsiteX367" fmla="*/ 3243464 w 6004835"/>
              <a:gd name="connsiteY367" fmla="*/ 2556994 h 2733536"/>
              <a:gd name="connsiteX368" fmla="*/ 2174005 w 6004835"/>
              <a:gd name="connsiteY368" fmla="*/ 2581948 h 2733536"/>
              <a:gd name="connsiteX369" fmla="*/ 2139297 w 6004835"/>
              <a:gd name="connsiteY369" fmla="*/ 2575439 h 2733536"/>
              <a:gd name="connsiteX370" fmla="*/ 2015653 w 6004835"/>
              <a:gd name="connsiteY370" fmla="*/ 2529887 h 2733536"/>
              <a:gd name="connsiteX371" fmla="*/ 1954915 w 6004835"/>
              <a:gd name="connsiteY371" fmla="*/ 2506024 h 2733536"/>
              <a:gd name="connsiteX372" fmla="*/ 1894178 w 6004835"/>
              <a:gd name="connsiteY372" fmla="*/ 2479994 h 2733536"/>
              <a:gd name="connsiteX373" fmla="*/ 1813916 w 6004835"/>
              <a:gd name="connsiteY373" fmla="*/ 2451795 h 2733536"/>
              <a:gd name="connsiteX374" fmla="*/ 1744501 w 6004835"/>
              <a:gd name="connsiteY374" fmla="*/ 2421426 h 2733536"/>
              <a:gd name="connsiteX375" fmla="*/ 1690272 w 6004835"/>
              <a:gd name="connsiteY375" fmla="*/ 2393225 h 2733536"/>
              <a:gd name="connsiteX376" fmla="*/ 1655564 w 6004835"/>
              <a:gd name="connsiteY376" fmla="*/ 2365027 h 2733536"/>
              <a:gd name="connsiteX377" fmla="*/ 1905022 w 6004835"/>
              <a:gd name="connsiteY377" fmla="*/ 2471317 h 2733536"/>
              <a:gd name="connsiteX378" fmla="*/ 1993961 w 6004835"/>
              <a:gd name="connsiteY378" fmla="*/ 2499518 h 2733536"/>
              <a:gd name="connsiteX379" fmla="*/ 2061206 w 6004835"/>
              <a:gd name="connsiteY379" fmla="*/ 2523378 h 2733536"/>
              <a:gd name="connsiteX380" fmla="*/ 2128453 w 6004835"/>
              <a:gd name="connsiteY380" fmla="*/ 2545070 h 2733536"/>
              <a:gd name="connsiteX381" fmla="*/ 2187020 w 6004835"/>
              <a:gd name="connsiteY381" fmla="*/ 2571101 h 2733536"/>
              <a:gd name="connsiteX382" fmla="*/ 2174005 w 6004835"/>
              <a:gd name="connsiteY382" fmla="*/ 2581948 h 2733536"/>
              <a:gd name="connsiteX383" fmla="*/ 3260781 w 6004835"/>
              <a:gd name="connsiteY383" fmla="*/ 2586286 h 2733536"/>
              <a:gd name="connsiteX384" fmla="*/ 3254275 w 6004835"/>
              <a:gd name="connsiteY384" fmla="*/ 2568932 h 2733536"/>
              <a:gd name="connsiteX385" fmla="*/ 3349720 w 6004835"/>
              <a:gd name="connsiteY385" fmla="*/ 2560256 h 2733536"/>
              <a:gd name="connsiteX386" fmla="*/ 3488550 w 6004835"/>
              <a:gd name="connsiteY386" fmla="*/ 2547240 h 2733536"/>
              <a:gd name="connsiteX387" fmla="*/ 3397443 w 6004835"/>
              <a:gd name="connsiteY387" fmla="*/ 2568932 h 2733536"/>
              <a:gd name="connsiteX388" fmla="*/ 3260781 w 6004835"/>
              <a:gd name="connsiteY388" fmla="*/ 2586286 h 2733536"/>
              <a:gd name="connsiteX389" fmla="*/ 3076397 w 6004835"/>
              <a:gd name="connsiteY389" fmla="*/ 2696917 h 2733536"/>
              <a:gd name="connsiteX390" fmla="*/ 3024336 w 6004835"/>
              <a:gd name="connsiteY390" fmla="*/ 2696917 h 2733536"/>
              <a:gd name="connsiteX391" fmla="*/ 2957092 w 6004835"/>
              <a:gd name="connsiteY391" fmla="*/ 2692578 h 2733536"/>
              <a:gd name="connsiteX392" fmla="*/ 2811753 w 6004835"/>
              <a:gd name="connsiteY392" fmla="*/ 2688240 h 2733536"/>
              <a:gd name="connsiteX393" fmla="*/ 2703293 w 6004835"/>
              <a:gd name="connsiteY393" fmla="*/ 2679563 h 2733536"/>
              <a:gd name="connsiteX394" fmla="*/ 2607847 w 6004835"/>
              <a:gd name="connsiteY394" fmla="*/ 2666548 h 2733536"/>
              <a:gd name="connsiteX395" fmla="*/ 2512402 w 6004835"/>
              <a:gd name="connsiteY395" fmla="*/ 2651363 h 2733536"/>
              <a:gd name="connsiteX396" fmla="*/ 2367066 w 6004835"/>
              <a:gd name="connsiteY396" fmla="*/ 2629670 h 2733536"/>
              <a:gd name="connsiteX397" fmla="*/ 2254267 w 6004835"/>
              <a:gd name="connsiteY397" fmla="*/ 2592795 h 2733536"/>
              <a:gd name="connsiteX398" fmla="*/ 2255572 w 6004835"/>
              <a:gd name="connsiteY398" fmla="*/ 2591848 h 2733536"/>
              <a:gd name="connsiteX399" fmla="*/ 2189190 w 6004835"/>
              <a:gd name="connsiteY399" fmla="*/ 2571103 h 2733536"/>
              <a:gd name="connsiteX400" fmla="*/ 2130621 w 6004835"/>
              <a:gd name="connsiteY400" fmla="*/ 2545072 h 2733536"/>
              <a:gd name="connsiteX401" fmla="*/ 2063376 w 6004835"/>
              <a:gd name="connsiteY401" fmla="*/ 2523380 h 2733536"/>
              <a:gd name="connsiteX402" fmla="*/ 1993961 w 6004835"/>
              <a:gd name="connsiteY402" fmla="*/ 2499518 h 2733536"/>
              <a:gd name="connsiteX403" fmla="*/ 2025414 w 6004835"/>
              <a:gd name="connsiteY403" fmla="*/ 2491925 h 2733536"/>
              <a:gd name="connsiteX404" fmla="*/ 2121944 w 6004835"/>
              <a:gd name="connsiteY404" fmla="*/ 2516871 h 2733536"/>
              <a:gd name="connsiteX405" fmla="*/ 2163160 w 6004835"/>
              <a:gd name="connsiteY405" fmla="*/ 2519039 h 2733536"/>
              <a:gd name="connsiteX406" fmla="*/ 2278127 w 6004835"/>
              <a:gd name="connsiteY406" fmla="*/ 2575441 h 2733536"/>
              <a:gd name="connsiteX407" fmla="*/ 2330188 w 6004835"/>
              <a:gd name="connsiteY407" fmla="*/ 2586286 h 2733536"/>
              <a:gd name="connsiteX408" fmla="*/ 2333445 w 6004835"/>
              <a:gd name="connsiteY408" fmla="*/ 2587372 h 2733536"/>
              <a:gd name="connsiteX409" fmla="*/ 2345374 w 6004835"/>
              <a:gd name="connsiteY409" fmla="*/ 2575441 h 2733536"/>
              <a:gd name="connsiteX410" fmla="*/ 2390926 w 6004835"/>
              <a:gd name="connsiteY410" fmla="*/ 2588457 h 2733536"/>
              <a:gd name="connsiteX411" fmla="*/ 2436481 w 6004835"/>
              <a:gd name="connsiteY411" fmla="*/ 2599301 h 2733536"/>
              <a:gd name="connsiteX412" fmla="*/ 2526239 w 6004835"/>
              <a:gd name="connsiteY412" fmla="*/ 2620176 h 2733536"/>
              <a:gd name="connsiteX413" fmla="*/ 2527588 w 6004835"/>
              <a:gd name="connsiteY413" fmla="*/ 2618825 h 2733536"/>
              <a:gd name="connsiteX414" fmla="*/ 2631710 w 6004835"/>
              <a:gd name="connsiteY414" fmla="*/ 2636179 h 2733536"/>
              <a:gd name="connsiteX415" fmla="*/ 2681600 w 6004835"/>
              <a:gd name="connsiteY415" fmla="*/ 2644856 h 2733536"/>
              <a:gd name="connsiteX416" fmla="*/ 2731493 w 6004835"/>
              <a:gd name="connsiteY416" fmla="*/ 2649194 h 2733536"/>
              <a:gd name="connsiteX417" fmla="*/ 2833445 w 6004835"/>
              <a:gd name="connsiteY417" fmla="*/ 2653533 h 2733536"/>
              <a:gd name="connsiteX418" fmla="*/ 2972275 w 6004835"/>
              <a:gd name="connsiteY418" fmla="*/ 2651363 h 2733536"/>
              <a:gd name="connsiteX419" fmla="*/ 2978301 w 6004835"/>
              <a:gd name="connsiteY419" fmla="*/ 2651363 h 2733536"/>
              <a:gd name="connsiteX420" fmla="*/ 2991799 w 6004835"/>
              <a:gd name="connsiteY420" fmla="*/ 2643770 h 2733536"/>
              <a:gd name="connsiteX421" fmla="*/ 3022168 w 6004835"/>
              <a:gd name="connsiteY421" fmla="*/ 2634009 h 2733536"/>
              <a:gd name="connsiteX422" fmla="*/ 3053079 w 6004835"/>
              <a:gd name="connsiteY422" fmla="*/ 2633467 h 2733536"/>
              <a:gd name="connsiteX423" fmla="*/ 3074229 w 6004835"/>
              <a:gd name="connsiteY423" fmla="*/ 2636177 h 2733536"/>
              <a:gd name="connsiteX424" fmla="*/ 3079922 w 6004835"/>
              <a:gd name="connsiteY424" fmla="*/ 2651363 h 2733536"/>
              <a:gd name="connsiteX425" fmla="*/ 3128458 w 6004835"/>
              <a:gd name="connsiteY425" fmla="*/ 2651363 h 2733536"/>
              <a:gd name="connsiteX426" fmla="*/ 3113275 w 6004835"/>
              <a:gd name="connsiteY426" fmla="*/ 2673055 h 2733536"/>
              <a:gd name="connsiteX427" fmla="*/ 3104598 w 6004835"/>
              <a:gd name="connsiteY427" fmla="*/ 2683901 h 2733536"/>
              <a:gd name="connsiteX428" fmla="*/ 3076397 w 6004835"/>
              <a:gd name="connsiteY428" fmla="*/ 2696917 h 2733536"/>
              <a:gd name="connsiteX429" fmla="*/ 3227761 w 6004835"/>
              <a:gd name="connsiteY429" fmla="*/ 2717163 h 2733536"/>
              <a:gd name="connsiteX430" fmla="*/ 3254252 w 6004835"/>
              <a:gd name="connsiteY430" fmla="*/ 2701267 h 2733536"/>
              <a:gd name="connsiteX431" fmla="*/ 3226074 w 6004835"/>
              <a:gd name="connsiteY431" fmla="*/ 2716438 h 2733536"/>
              <a:gd name="connsiteX432" fmla="*/ 3181606 w 6004835"/>
              <a:gd name="connsiteY432" fmla="*/ 2733521 h 2733536"/>
              <a:gd name="connsiteX433" fmla="*/ 3121952 w 6004835"/>
              <a:gd name="connsiteY433" fmla="*/ 2722945 h 2733536"/>
              <a:gd name="connsiteX434" fmla="*/ 3124122 w 6004835"/>
              <a:gd name="connsiteY434" fmla="*/ 2720777 h 2733536"/>
              <a:gd name="connsiteX435" fmla="*/ 3134967 w 6004835"/>
              <a:gd name="connsiteY435" fmla="*/ 2705591 h 2733536"/>
              <a:gd name="connsiteX436" fmla="*/ 3085076 w 6004835"/>
              <a:gd name="connsiteY436" fmla="*/ 2699085 h 2733536"/>
              <a:gd name="connsiteX437" fmla="*/ 3108936 w 6004835"/>
              <a:gd name="connsiteY437" fmla="*/ 2686069 h 2733536"/>
              <a:gd name="connsiteX438" fmla="*/ 3180522 w 6004835"/>
              <a:gd name="connsiteY438" fmla="*/ 2683899 h 2733536"/>
              <a:gd name="connsiteX439" fmla="*/ 3249936 w 6004835"/>
              <a:gd name="connsiteY439" fmla="*/ 2681731 h 2733536"/>
              <a:gd name="connsiteX440" fmla="*/ 3349718 w 6004835"/>
              <a:gd name="connsiteY440" fmla="*/ 2683899 h 2733536"/>
              <a:gd name="connsiteX441" fmla="*/ 3419133 w 6004835"/>
              <a:gd name="connsiteY441" fmla="*/ 2677393 h 2733536"/>
              <a:gd name="connsiteX442" fmla="*/ 3549285 w 6004835"/>
              <a:gd name="connsiteY442" fmla="*/ 2649192 h 2733536"/>
              <a:gd name="connsiteX443" fmla="*/ 3636054 w 6004835"/>
              <a:gd name="connsiteY443" fmla="*/ 2629670 h 2733536"/>
              <a:gd name="connsiteX444" fmla="*/ 3701130 w 6004835"/>
              <a:gd name="connsiteY444" fmla="*/ 2627500 h 2733536"/>
              <a:gd name="connsiteX445" fmla="*/ 3705658 w 6004835"/>
              <a:gd name="connsiteY445" fmla="*/ 2625398 h 2733536"/>
              <a:gd name="connsiteX446" fmla="*/ 3642563 w 6004835"/>
              <a:gd name="connsiteY446" fmla="*/ 2627502 h 2733536"/>
              <a:gd name="connsiteX447" fmla="*/ 3555794 w 6004835"/>
              <a:gd name="connsiteY447" fmla="*/ 2647024 h 2733536"/>
              <a:gd name="connsiteX448" fmla="*/ 3425641 w 6004835"/>
              <a:gd name="connsiteY448" fmla="*/ 2675225 h 2733536"/>
              <a:gd name="connsiteX449" fmla="*/ 3356227 w 6004835"/>
              <a:gd name="connsiteY449" fmla="*/ 2681731 h 2733536"/>
              <a:gd name="connsiteX450" fmla="*/ 3256443 w 6004835"/>
              <a:gd name="connsiteY450" fmla="*/ 2679563 h 2733536"/>
              <a:gd name="connsiteX451" fmla="*/ 3187028 w 6004835"/>
              <a:gd name="connsiteY451" fmla="*/ 2681731 h 2733536"/>
              <a:gd name="connsiteX452" fmla="*/ 3115443 w 6004835"/>
              <a:gd name="connsiteY452" fmla="*/ 2683901 h 2733536"/>
              <a:gd name="connsiteX453" fmla="*/ 3117613 w 6004835"/>
              <a:gd name="connsiteY453" fmla="*/ 2675225 h 2733536"/>
              <a:gd name="connsiteX454" fmla="*/ 3132797 w 6004835"/>
              <a:gd name="connsiteY454" fmla="*/ 2653533 h 2733536"/>
              <a:gd name="connsiteX455" fmla="*/ 3800914 w 6004835"/>
              <a:gd name="connsiteY455" fmla="*/ 2542902 h 2733536"/>
              <a:gd name="connsiteX456" fmla="*/ 4254280 w 6004835"/>
              <a:gd name="connsiteY456" fmla="*/ 2371535 h 2733536"/>
              <a:gd name="connsiteX457" fmla="*/ 4373586 w 6004835"/>
              <a:gd name="connsiteY457" fmla="*/ 2308627 h 2733536"/>
              <a:gd name="connsiteX458" fmla="*/ 4440832 w 6004835"/>
              <a:gd name="connsiteY458" fmla="*/ 2273920 h 2733536"/>
              <a:gd name="connsiteX459" fmla="*/ 4510247 w 6004835"/>
              <a:gd name="connsiteY459" fmla="*/ 2237044 h 2733536"/>
              <a:gd name="connsiteX460" fmla="*/ 4640399 w 6004835"/>
              <a:gd name="connsiteY460" fmla="*/ 2158953 h 2733536"/>
              <a:gd name="connsiteX461" fmla="*/ 4744522 w 6004835"/>
              <a:gd name="connsiteY461" fmla="*/ 2078691 h 2733536"/>
              <a:gd name="connsiteX462" fmla="*/ 4939751 w 6004835"/>
              <a:gd name="connsiteY462" fmla="*/ 1926846 h 2733536"/>
              <a:gd name="connsiteX463" fmla="*/ 4993980 w 6004835"/>
              <a:gd name="connsiteY463" fmla="*/ 1883461 h 2733536"/>
              <a:gd name="connsiteX464" fmla="*/ 5046041 w 6004835"/>
              <a:gd name="connsiteY464" fmla="*/ 1837909 h 2733536"/>
              <a:gd name="connsiteX465" fmla="*/ 5124133 w 6004835"/>
              <a:gd name="connsiteY465" fmla="*/ 1766324 h 2733536"/>
              <a:gd name="connsiteX466" fmla="*/ 5156672 w 6004835"/>
              <a:gd name="connsiteY466" fmla="*/ 1712095 h 2733536"/>
              <a:gd name="connsiteX467" fmla="*/ 5203411 w 6004835"/>
              <a:gd name="connsiteY467" fmla="*/ 1669250 h 2733536"/>
              <a:gd name="connsiteX468" fmla="*/ 5203787 w 6004835"/>
              <a:gd name="connsiteY468" fmla="*/ 1666559 h 2733536"/>
              <a:gd name="connsiteX469" fmla="*/ 5158842 w 6004835"/>
              <a:gd name="connsiteY469" fmla="*/ 1707756 h 2733536"/>
              <a:gd name="connsiteX470" fmla="*/ 5126303 w 6004835"/>
              <a:gd name="connsiteY470" fmla="*/ 1761986 h 2733536"/>
              <a:gd name="connsiteX471" fmla="*/ 5048212 w 6004835"/>
              <a:gd name="connsiteY471" fmla="*/ 1833571 h 2733536"/>
              <a:gd name="connsiteX472" fmla="*/ 4996150 w 6004835"/>
              <a:gd name="connsiteY472" fmla="*/ 1879123 h 2733536"/>
              <a:gd name="connsiteX473" fmla="*/ 4941922 w 6004835"/>
              <a:gd name="connsiteY473" fmla="*/ 1922507 h 2733536"/>
              <a:gd name="connsiteX474" fmla="*/ 4746692 w 6004835"/>
              <a:gd name="connsiteY474" fmla="*/ 2074352 h 2733536"/>
              <a:gd name="connsiteX475" fmla="*/ 4642570 w 6004835"/>
              <a:gd name="connsiteY475" fmla="*/ 2154614 h 2733536"/>
              <a:gd name="connsiteX476" fmla="*/ 4512418 w 6004835"/>
              <a:gd name="connsiteY476" fmla="*/ 2232706 h 2733536"/>
              <a:gd name="connsiteX477" fmla="*/ 4443003 w 6004835"/>
              <a:gd name="connsiteY477" fmla="*/ 2269581 h 2733536"/>
              <a:gd name="connsiteX478" fmla="*/ 4375756 w 6004835"/>
              <a:gd name="connsiteY478" fmla="*/ 2304289 h 2733536"/>
              <a:gd name="connsiteX479" fmla="*/ 4256451 w 6004835"/>
              <a:gd name="connsiteY479" fmla="*/ 2367197 h 2733536"/>
              <a:gd name="connsiteX480" fmla="*/ 3803084 w 6004835"/>
              <a:gd name="connsiteY480" fmla="*/ 2538564 h 2733536"/>
              <a:gd name="connsiteX481" fmla="*/ 3134967 w 6004835"/>
              <a:gd name="connsiteY481" fmla="*/ 2649194 h 2733536"/>
              <a:gd name="connsiteX482" fmla="*/ 3085076 w 6004835"/>
              <a:gd name="connsiteY482" fmla="*/ 2649194 h 2733536"/>
              <a:gd name="connsiteX483" fmla="*/ 3078567 w 6004835"/>
              <a:gd name="connsiteY483" fmla="*/ 2631841 h 2733536"/>
              <a:gd name="connsiteX484" fmla="*/ 3026506 w 6004835"/>
              <a:gd name="connsiteY484" fmla="*/ 2629670 h 2733536"/>
              <a:gd name="connsiteX485" fmla="*/ 2978784 w 6004835"/>
              <a:gd name="connsiteY485" fmla="*/ 2649194 h 2733536"/>
              <a:gd name="connsiteX486" fmla="*/ 2839954 w 6004835"/>
              <a:gd name="connsiteY486" fmla="*/ 2651363 h 2733536"/>
              <a:gd name="connsiteX487" fmla="*/ 2738002 w 6004835"/>
              <a:gd name="connsiteY487" fmla="*/ 2647024 h 2733536"/>
              <a:gd name="connsiteX488" fmla="*/ 2688109 w 6004835"/>
              <a:gd name="connsiteY488" fmla="*/ 2642686 h 2733536"/>
              <a:gd name="connsiteX489" fmla="*/ 2638218 w 6004835"/>
              <a:gd name="connsiteY489" fmla="*/ 2634009 h 2733536"/>
              <a:gd name="connsiteX490" fmla="*/ 2668273 w 6004835"/>
              <a:gd name="connsiteY490" fmla="*/ 2601952 h 2733536"/>
              <a:gd name="connsiteX491" fmla="*/ 2662079 w 6004835"/>
              <a:gd name="connsiteY491" fmla="*/ 2603640 h 2733536"/>
              <a:gd name="connsiteX492" fmla="*/ 2550104 w 6004835"/>
              <a:gd name="connsiteY492" fmla="*/ 2582904 h 2733536"/>
              <a:gd name="connsiteX493" fmla="*/ 2544941 w 6004835"/>
              <a:gd name="connsiteY493" fmla="*/ 2584118 h 2733536"/>
              <a:gd name="connsiteX494" fmla="*/ 2330190 w 6004835"/>
              <a:gd name="connsiteY494" fmla="*/ 2545072 h 2733536"/>
              <a:gd name="connsiteX495" fmla="*/ 2245590 w 6004835"/>
              <a:gd name="connsiteY495" fmla="*/ 2527719 h 2733536"/>
              <a:gd name="connsiteX496" fmla="*/ 2171837 w 6004835"/>
              <a:gd name="connsiteY496" fmla="*/ 2514703 h 2733536"/>
              <a:gd name="connsiteX497" fmla="*/ 2082900 w 6004835"/>
              <a:gd name="connsiteY497" fmla="*/ 2473487 h 2733536"/>
              <a:gd name="connsiteX498" fmla="*/ 1972269 w 6004835"/>
              <a:gd name="connsiteY498" fmla="*/ 2432273 h 2733536"/>
              <a:gd name="connsiteX499" fmla="*/ 1857302 w 6004835"/>
              <a:gd name="connsiteY499" fmla="*/ 2386719 h 2733536"/>
              <a:gd name="connsiteX500" fmla="*/ 1876824 w 6004835"/>
              <a:gd name="connsiteY500" fmla="*/ 2371535 h 2733536"/>
              <a:gd name="connsiteX501" fmla="*/ 1957086 w 6004835"/>
              <a:gd name="connsiteY501" fmla="*/ 2386719 h 2733536"/>
              <a:gd name="connsiteX502" fmla="*/ 1991793 w 6004835"/>
              <a:gd name="connsiteY502" fmla="*/ 2417088 h 2733536"/>
              <a:gd name="connsiteX503" fmla="*/ 2111099 w 6004835"/>
              <a:gd name="connsiteY503" fmla="*/ 2451795 h 2733536"/>
              <a:gd name="connsiteX504" fmla="*/ 2347544 w 6004835"/>
              <a:gd name="connsiteY504" fmla="*/ 2512533 h 2733536"/>
              <a:gd name="connsiteX505" fmla="*/ 2406112 w 6004835"/>
              <a:gd name="connsiteY505" fmla="*/ 2523380 h 2733536"/>
              <a:gd name="connsiteX506" fmla="*/ 2469020 w 6004835"/>
              <a:gd name="connsiteY506" fmla="*/ 2534225 h 2733536"/>
              <a:gd name="connsiteX507" fmla="*/ 2538435 w 6004835"/>
              <a:gd name="connsiteY507" fmla="*/ 2549411 h 2733536"/>
              <a:gd name="connsiteX508" fmla="*/ 2614930 w 6004835"/>
              <a:gd name="connsiteY508" fmla="*/ 2565951 h 2733536"/>
              <a:gd name="connsiteX509" fmla="*/ 2620863 w 6004835"/>
              <a:gd name="connsiteY509" fmla="*/ 2564594 h 2733536"/>
              <a:gd name="connsiteX510" fmla="*/ 2692448 w 6004835"/>
              <a:gd name="connsiteY510" fmla="*/ 2575441 h 2733536"/>
              <a:gd name="connsiteX511" fmla="*/ 2694616 w 6004835"/>
              <a:gd name="connsiteY511" fmla="*/ 2571103 h 2733536"/>
              <a:gd name="connsiteX512" fmla="*/ 2798738 w 6004835"/>
              <a:gd name="connsiteY512" fmla="*/ 2575441 h 2733536"/>
              <a:gd name="connsiteX513" fmla="*/ 2816092 w 6004835"/>
              <a:gd name="connsiteY513" fmla="*/ 2577609 h 2733536"/>
              <a:gd name="connsiteX514" fmla="*/ 2976613 w 6004835"/>
              <a:gd name="connsiteY514" fmla="*/ 2577609 h 2733536"/>
              <a:gd name="connsiteX515" fmla="*/ 3093751 w 6004835"/>
              <a:gd name="connsiteY515" fmla="*/ 2581948 h 2733536"/>
              <a:gd name="connsiteX516" fmla="*/ 3232580 w 6004835"/>
              <a:gd name="connsiteY516" fmla="*/ 2571103 h 2733536"/>
              <a:gd name="connsiteX517" fmla="*/ 3249934 w 6004835"/>
              <a:gd name="connsiteY517" fmla="*/ 2571103 h 2733536"/>
              <a:gd name="connsiteX518" fmla="*/ 3256443 w 6004835"/>
              <a:gd name="connsiteY518" fmla="*/ 2588457 h 2733536"/>
              <a:gd name="connsiteX519" fmla="*/ 3393102 w 6004835"/>
              <a:gd name="connsiteY519" fmla="*/ 2571103 h 2733536"/>
              <a:gd name="connsiteX520" fmla="*/ 3484209 w 6004835"/>
              <a:gd name="connsiteY520" fmla="*/ 2549411 h 2733536"/>
              <a:gd name="connsiteX521" fmla="*/ 3536270 w 6004835"/>
              <a:gd name="connsiteY521" fmla="*/ 2540734 h 2733536"/>
              <a:gd name="connsiteX522" fmla="*/ 3568809 w 6004835"/>
              <a:gd name="connsiteY522" fmla="*/ 2536395 h 2733536"/>
              <a:gd name="connsiteX523" fmla="*/ 3640392 w 6004835"/>
              <a:gd name="connsiteY523" fmla="*/ 2519042 h 2733536"/>
              <a:gd name="connsiteX524" fmla="*/ 3698962 w 6004835"/>
              <a:gd name="connsiteY524" fmla="*/ 2506026 h 2733536"/>
              <a:gd name="connsiteX525" fmla="*/ 3757530 w 6004835"/>
              <a:gd name="connsiteY525" fmla="*/ 2490841 h 2733536"/>
              <a:gd name="connsiteX526" fmla="*/ 3864961 w 6004835"/>
              <a:gd name="connsiteY526" fmla="*/ 2472248 h 2733536"/>
              <a:gd name="connsiteX527" fmla="*/ 3879008 w 6004835"/>
              <a:gd name="connsiteY527" fmla="*/ 2466981 h 2733536"/>
              <a:gd name="connsiteX528" fmla="*/ 3766209 w 6004835"/>
              <a:gd name="connsiteY528" fmla="*/ 2486502 h 2733536"/>
              <a:gd name="connsiteX529" fmla="*/ 3707639 w 6004835"/>
              <a:gd name="connsiteY529" fmla="*/ 2501688 h 2733536"/>
              <a:gd name="connsiteX530" fmla="*/ 3649071 w 6004835"/>
              <a:gd name="connsiteY530" fmla="*/ 2514703 h 2733536"/>
              <a:gd name="connsiteX531" fmla="*/ 3577486 w 6004835"/>
              <a:gd name="connsiteY531" fmla="*/ 2532057 h 2733536"/>
              <a:gd name="connsiteX532" fmla="*/ 3544949 w 6004835"/>
              <a:gd name="connsiteY532" fmla="*/ 2536395 h 2733536"/>
              <a:gd name="connsiteX533" fmla="*/ 3492888 w 6004835"/>
              <a:gd name="connsiteY533" fmla="*/ 2545072 h 2733536"/>
              <a:gd name="connsiteX534" fmla="*/ 3351888 w 6004835"/>
              <a:gd name="connsiteY534" fmla="*/ 2558088 h 2733536"/>
              <a:gd name="connsiteX535" fmla="*/ 3256443 w 6004835"/>
              <a:gd name="connsiteY535" fmla="*/ 2566764 h 2733536"/>
              <a:gd name="connsiteX536" fmla="*/ 3239089 w 6004835"/>
              <a:gd name="connsiteY536" fmla="*/ 2566764 h 2733536"/>
              <a:gd name="connsiteX537" fmla="*/ 3100260 w 6004835"/>
              <a:gd name="connsiteY537" fmla="*/ 2577609 h 2733536"/>
              <a:gd name="connsiteX538" fmla="*/ 2983122 w 6004835"/>
              <a:gd name="connsiteY538" fmla="*/ 2573271 h 2733536"/>
              <a:gd name="connsiteX539" fmla="*/ 2822600 w 6004835"/>
              <a:gd name="connsiteY539" fmla="*/ 2573271 h 2733536"/>
              <a:gd name="connsiteX540" fmla="*/ 2805247 w 6004835"/>
              <a:gd name="connsiteY540" fmla="*/ 2571103 h 2733536"/>
              <a:gd name="connsiteX541" fmla="*/ 2738002 w 6004835"/>
              <a:gd name="connsiteY541" fmla="*/ 2542902 h 2733536"/>
              <a:gd name="connsiteX542" fmla="*/ 2701125 w 6004835"/>
              <a:gd name="connsiteY542" fmla="*/ 2566764 h 2733536"/>
              <a:gd name="connsiteX543" fmla="*/ 2701031 w 6004835"/>
              <a:gd name="connsiteY543" fmla="*/ 2566951 h 2733536"/>
              <a:gd name="connsiteX544" fmla="*/ 2731493 w 6004835"/>
              <a:gd name="connsiteY544" fmla="*/ 2547240 h 2733536"/>
              <a:gd name="connsiteX545" fmla="*/ 2798740 w 6004835"/>
              <a:gd name="connsiteY545" fmla="*/ 2575439 h 2733536"/>
              <a:gd name="connsiteX546" fmla="*/ 2694618 w 6004835"/>
              <a:gd name="connsiteY546" fmla="*/ 2571101 h 2733536"/>
              <a:gd name="connsiteX547" fmla="*/ 2695438 w 6004835"/>
              <a:gd name="connsiteY547" fmla="*/ 2570570 h 2733536"/>
              <a:gd name="connsiteX548" fmla="*/ 2627371 w 6004835"/>
              <a:gd name="connsiteY548" fmla="*/ 2560256 h 2733536"/>
              <a:gd name="connsiteX549" fmla="*/ 2547112 w 6004835"/>
              <a:gd name="connsiteY549" fmla="*/ 2542902 h 2733536"/>
              <a:gd name="connsiteX550" fmla="*/ 2477697 w 6004835"/>
              <a:gd name="connsiteY550" fmla="*/ 2527719 h 2733536"/>
              <a:gd name="connsiteX551" fmla="*/ 2414789 w 6004835"/>
              <a:gd name="connsiteY551" fmla="*/ 2516871 h 2733536"/>
              <a:gd name="connsiteX552" fmla="*/ 2356221 w 6004835"/>
              <a:gd name="connsiteY552" fmla="*/ 2506026 h 2733536"/>
              <a:gd name="connsiteX553" fmla="*/ 2119775 w 6004835"/>
              <a:gd name="connsiteY553" fmla="*/ 2445289 h 2733536"/>
              <a:gd name="connsiteX554" fmla="*/ 2000470 w 6004835"/>
              <a:gd name="connsiteY554" fmla="*/ 2410581 h 2733536"/>
              <a:gd name="connsiteX555" fmla="*/ 1965763 w 6004835"/>
              <a:gd name="connsiteY555" fmla="*/ 2380212 h 2733536"/>
              <a:gd name="connsiteX556" fmla="*/ 1885501 w 6004835"/>
              <a:gd name="connsiteY556" fmla="*/ 2365027 h 2733536"/>
              <a:gd name="connsiteX557" fmla="*/ 1766195 w 6004835"/>
              <a:gd name="connsiteY557" fmla="*/ 2304289 h 2733536"/>
              <a:gd name="connsiteX558" fmla="*/ 1731488 w 6004835"/>
              <a:gd name="connsiteY558" fmla="*/ 2306459 h 2733536"/>
              <a:gd name="connsiteX559" fmla="*/ 1607842 w 6004835"/>
              <a:gd name="connsiteY559" fmla="*/ 2243551 h 2733536"/>
              <a:gd name="connsiteX560" fmla="*/ 1586149 w 6004835"/>
              <a:gd name="connsiteY560" fmla="*/ 2204505 h 2733536"/>
              <a:gd name="connsiteX561" fmla="*/ 1590488 w 6004835"/>
              <a:gd name="connsiteY561" fmla="*/ 2202337 h 2733536"/>
              <a:gd name="connsiteX562" fmla="*/ 1666411 w 6004835"/>
              <a:gd name="connsiteY562" fmla="*/ 2243551 h 2733536"/>
              <a:gd name="connsiteX563" fmla="*/ 1742333 w 6004835"/>
              <a:gd name="connsiteY563" fmla="*/ 2284767 h 2733536"/>
              <a:gd name="connsiteX564" fmla="*/ 1764025 w 6004835"/>
              <a:gd name="connsiteY564" fmla="*/ 2271752 h 2733536"/>
              <a:gd name="connsiteX565" fmla="*/ 1675088 w 6004835"/>
              <a:gd name="connsiteY565" fmla="*/ 2213182 h 2733536"/>
              <a:gd name="connsiteX566" fmla="*/ 1601335 w 6004835"/>
              <a:gd name="connsiteY566" fmla="*/ 2180645 h 2733536"/>
              <a:gd name="connsiteX567" fmla="*/ 1499381 w 6004835"/>
              <a:gd name="connsiteY567" fmla="*/ 2122075 h 2733536"/>
              <a:gd name="connsiteX568" fmla="*/ 1412612 w 6004835"/>
              <a:gd name="connsiteY568" fmla="*/ 2065675 h 2733536"/>
              <a:gd name="connsiteX569" fmla="*/ 1275953 w 6004835"/>
              <a:gd name="connsiteY569" fmla="*/ 2007108 h 2733536"/>
              <a:gd name="connsiteX570" fmla="*/ 1223892 w 6004835"/>
              <a:gd name="connsiteY570" fmla="*/ 1963723 h 2733536"/>
              <a:gd name="connsiteX571" fmla="*/ 1234737 w 6004835"/>
              <a:gd name="connsiteY571" fmla="*/ 1959385 h 2733536"/>
              <a:gd name="connsiteX572" fmla="*/ 1286798 w 6004835"/>
              <a:gd name="connsiteY572" fmla="*/ 1974568 h 2733536"/>
              <a:gd name="connsiteX573" fmla="*/ 1178338 w 6004835"/>
              <a:gd name="connsiteY573" fmla="*/ 1861769 h 2733536"/>
              <a:gd name="connsiteX574" fmla="*/ 1117600 w 6004835"/>
              <a:gd name="connsiteY574" fmla="*/ 1811879 h 2733536"/>
              <a:gd name="connsiteX575" fmla="*/ 1061200 w 6004835"/>
              <a:gd name="connsiteY575" fmla="*/ 1761986 h 2733536"/>
              <a:gd name="connsiteX576" fmla="*/ 989617 w 6004835"/>
              <a:gd name="connsiteY576" fmla="*/ 1703418 h 2733536"/>
              <a:gd name="connsiteX577" fmla="*/ 885495 w 6004835"/>
              <a:gd name="connsiteY577" fmla="*/ 1588449 h 2733536"/>
              <a:gd name="connsiteX578" fmla="*/ 878351 w 6004835"/>
              <a:gd name="connsiteY578" fmla="*/ 1566121 h 2733536"/>
              <a:gd name="connsiteX579" fmla="*/ 857294 w 6004835"/>
              <a:gd name="connsiteY579" fmla="*/ 1545064 h 2733536"/>
              <a:gd name="connsiteX580" fmla="*/ 785711 w 6004835"/>
              <a:gd name="connsiteY580" fmla="*/ 1466973 h 2733536"/>
              <a:gd name="connsiteX581" fmla="*/ 777034 w 6004835"/>
              <a:gd name="connsiteY581" fmla="*/ 1427927 h 2733536"/>
              <a:gd name="connsiteX582" fmla="*/ 748834 w 6004835"/>
              <a:gd name="connsiteY582" fmla="*/ 1388881 h 2733536"/>
              <a:gd name="connsiteX583" fmla="*/ 745474 w 6004835"/>
              <a:gd name="connsiteY583" fmla="*/ 1383614 h 2733536"/>
              <a:gd name="connsiteX584" fmla="*/ 711956 w 6004835"/>
              <a:gd name="connsiteY584" fmla="*/ 1360680 h 2733536"/>
              <a:gd name="connsiteX585" fmla="*/ 646879 w 6004835"/>
              <a:gd name="connsiteY585" fmla="*/ 1267405 h 2733536"/>
              <a:gd name="connsiteX586" fmla="*/ 610004 w 6004835"/>
              <a:gd name="connsiteY586" fmla="*/ 1180637 h 2733536"/>
              <a:gd name="connsiteX587" fmla="*/ 605666 w 6004835"/>
              <a:gd name="connsiteY587" fmla="*/ 1180637 h 2733536"/>
              <a:gd name="connsiteX588" fmla="*/ 555775 w 6004835"/>
              <a:gd name="connsiteY588" fmla="*/ 1085191 h 2733536"/>
              <a:gd name="connsiteX589" fmla="*/ 508052 w 6004835"/>
              <a:gd name="connsiteY589" fmla="*/ 989746 h 2733536"/>
              <a:gd name="connsiteX590" fmla="*/ 458159 w 6004835"/>
              <a:gd name="connsiteY590" fmla="*/ 879117 h 2733536"/>
              <a:gd name="connsiteX591" fmla="*/ 412607 w 6004835"/>
              <a:gd name="connsiteY591" fmla="*/ 766318 h 2733536"/>
              <a:gd name="connsiteX592" fmla="*/ 458159 w 6004835"/>
              <a:gd name="connsiteY592" fmla="*/ 842240 h 2733536"/>
              <a:gd name="connsiteX593" fmla="*/ 503714 w 6004835"/>
              <a:gd name="connsiteY593" fmla="*/ 937685 h 2733536"/>
              <a:gd name="connsiteX594" fmla="*/ 518897 w 6004835"/>
              <a:gd name="connsiteY594" fmla="*/ 989746 h 2733536"/>
              <a:gd name="connsiteX595" fmla="*/ 525173 w 6004835"/>
              <a:gd name="connsiteY595" fmla="*/ 998949 h 2733536"/>
              <a:gd name="connsiteX596" fmla="*/ 517449 w 6004835"/>
              <a:gd name="connsiteY596" fmla="*/ 958787 h 2733536"/>
              <a:gd name="connsiteX597" fmla="*/ 497305 w 6004835"/>
              <a:gd name="connsiteY597" fmla="*/ 922228 h 2733536"/>
              <a:gd name="connsiteX598" fmla="*/ 464515 w 6004835"/>
              <a:gd name="connsiteY598" fmla="*/ 848496 h 2733536"/>
              <a:gd name="connsiteX599" fmla="*/ 425620 w 6004835"/>
              <a:gd name="connsiteY599" fmla="*/ 783670 h 2733536"/>
              <a:gd name="connsiteX600" fmla="*/ 377897 w 6004835"/>
              <a:gd name="connsiteY600" fmla="*/ 653517 h 2733536"/>
              <a:gd name="connsiteX601" fmla="*/ 337011 w 6004835"/>
              <a:gd name="connsiteY601" fmla="*/ 520096 h 2733536"/>
              <a:gd name="connsiteX602" fmla="*/ 323586 w 6004835"/>
              <a:gd name="connsiteY602" fmla="*/ 481203 h 2733536"/>
              <a:gd name="connsiteX603" fmla="*/ 265112 w 6004835"/>
              <a:gd name="connsiteY603" fmla="*/ 247798 h 2733536"/>
              <a:gd name="connsiteX604" fmla="*/ 239252 w 6004835"/>
              <a:gd name="connsiteY604" fmla="*/ 78358 h 2733536"/>
              <a:gd name="connsiteX605" fmla="*/ 239068 w 6004835"/>
              <a:gd name="connsiteY605" fmla="*/ 83015 h 2733536"/>
              <a:gd name="connsiteX606" fmla="*/ 241238 w 6004835"/>
              <a:gd name="connsiteY606" fmla="*/ 117723 h 2733536"/>
              <a:gd name="connsiteX607" fmla="*/ 252083 w 6004835"/>
              <a:gd name="connsiteY607" fmla="*/ 197985 h 2733536"/>
              <a:gd name="connsiteX608" fmla="*/ 265098 w 6004835"/>
              <a:gd name="connsiteY608" fmla="*/ 280415 h 2733536"/>
              <a:gd name="connsiteX609" fmla="*/ 243406 w 6004835"/>
              <a:gd name="connsiteY609" fmla="*/ 208830 h 2733536"/>
              <a:gd name="connsiteX610" fmla="*/ 228223 w 6004835"/>
              <a:gd name="connsiteY610" fmla="*/ 117723 h 2733536"/>
              <a:gd name="connsiteX611" fmla="*/ 210869 w 6004835"/>
              <a:gd name="connsiteY611" fmla="*/ 117723 h 2733536"/>
              <a:gd name="connsiteX612" fmla="*/ 200022 w 6004835"/>
              <a:gd name="connsiteY612" fmla="*/ 35293 h 2733536"/>
              <a:gd name="connsiteX613" fmla="*/ 189729 w 6004835"/>
              <a:gd name="connsiteY613" fmla="*/ 0 h 2733536"/>
              <a:gd name="connsiteX614" fmla="*/ 5795410 w 6004835"/>
              <a:gd name="connsiteY614" fmla="*/ 0 h 2733536"/>
              <a:gd name="connsiteX615" fmla="*/ 5800929 w 6004835"/>
              <a:gd name="connsiteY615" fmla="*/ 17939 h 2733536"/>
              <a:gd name="connsiteX616" fmla="*/ 5807654 w 6004835"/>
              <a:gd name="connsiteY616" fmla="*/ 17566 h 2733536"/>
              <a:gd name="connsiteX617" fmla="*/ 5803098 w 6004835"/>
              <a:gd name="connsiteY617" fmla="*/ 2753 h 2733536"/>
              <a:gd name="connsiteX618" fmla="*/ 5803442 w 6004835"/>
              <a:gd name="connsiteY618" fmla="*/ 0 h 2733536"/>
              <a:gd name="connsiteX619" fmla="*/ 5888010 w 6004835"/>
              <a:gd name="connsiteY619" fmla="*/ 0 h 2733536"/>
              <a:gd name="connsiteX620" fmla="*/ 5866775 w 6004835"/>
              <a:gd name="connsiteY620" fmla="*/ 88481 h 2733536"/>
              <a:gd name="connsiteX621" fmla="*/ 5866777 w 6004835"/>
              <a:gd name="connsiteY621" fmla="*/ 88481 h 2733536"/>
              <a:gd name="connsiteX622" fmla="*/ 5888012 w 6004835"/>
              <a:gd name="connsiteY622" fmla="*/ 0 h 2733536"/>
              <a:gd name="connsiteX623" fmla="*/ 5898025 w 6004835"/>
              <a:gd name="connsiteY623" fmla="*/ 0 h 2733536"/>
              <a:gd name="connsiteX624" fmla="*/ 5895561 w 6004835"/>
              <a:gd name="connsiteY624" fmla="*/ 48850 h 2733536"/>
              <a:gd name="connsiteX625" fmla="*/ 5894204 w 6004835"/>
              <a:gd name="connsiteY625" fmla="*/ 104708 h 2733536"/>
              <a:gd name="connsiteX626" fmla="*/ 5872512 w 6004835"/>
              <a:gd name="connsiteY626" fmla="*/ 171456 h 2733536"/>
              <a:gd name="connsiteX627" fmla="*/ 5872512 w 6004835"/>
              <a:gd name="connsiteY627" fmla="*/ 179080 h 2733536"/>
              <a:gd name="connsiteX628" fmla="*/ 5898543 w 6004835"/>
              <a:gd name="connsiteY628" fmla="*/ 104708 h 2733536"/>
              <a:gd name="connsiteX629" fmla="*/ 5900678 w 6004835"/>
              <a:gd name="connsiteY629" fmla="*/ 22345 h 2733536"/>
              <a:gd name="connsiteX630" fmla="*/ 5902188 w 6004835"/>
              <a:gd name="connsiteY630" fmla="*/ 0 h 2733536"/>
              <a:gd name="connsiteX631" fmla="*/ 5945314 w 6004835"/>
              <a:gd name="connsiteY631" fmla="*/ 0 h 2733536"/>
              <a:gd name="connsiteX632" fmla="*/ 5941927 w 6004835"/>
              <a:gd name="connsiteY632" fmla="*/ 28786 h 2733536"/>
              <a:gd name="connsiteX633" fmla="*/ 5932679 w 6004835"/>
              <a:gd name="connsiteY633" fmla="*/ 34953 h 2733536"/>
              <a:gd name="connsiteX634" fmla="*/ 5933250 w 6004835"/>
              <a:gd name="connsiteY634" fmla="*/ 37461 h 2733536"/>
              <a:gd name="connsiteX635" fmla="*/ 5942112 w 6004835"/>
              <a:gd name="connsiteY635" fmla="*/ 31553 h 2733536"/>
              <a:gd name="connsiteX636" fmla="*/ 5945824 w 6004835"/>
              <a:gd name="connsiteY636" fmla="*/ 0 h 2733536"/>
              <a:gd name="connsiteX637" fmla="*/ 5983702 w 6004835"/>
              <a:gd name="connsiteY637" fmla="*/ 0 h 2733536"/>
              <a:gd name="connsiteX638" fmla="*/ 5983141 w 6004835"/>
              <a:gd name="connsiteY638" fmla="*/ 9262 h 2733536"/>
              <a:gd name="connsiteX639" fmla="*/ 5972296 w 6004835"/>
              <a:gd name="connsiteY639" fmla="*/ 85186 h 2733536"/>
              <a:gd name="connsiteX640" fmla="*/ 5959281 w 6004835"/>
              <a:gd name="connsiteY640" fmla="*/ 165445 h 2733536"/>
              <a:gd name="connsiteX641" fmla="*/ 5944095 w 6004835"/>
              <a:gd name="connsiteY641" fmla="*/ 243537 h 2733536"/>
              <a:gd name="connsiteX642" fmla="*/ 5915896 w 6004835"/>
              <a:gd name="connsiteY642" fmla="*/ 408397 h 2733536"/>
              <a:gd name="connsiteX643" fmla="*/ 5889866 w 6004835"/>
              <a:gd name="connsiteY643" fmla="*/ 423583 h 2733536"/>
              <a:gd name="connsiteX644" fmla="*/ 5857326 w 6004835"/>
              <a:gd name="connsiteY644" fmla="*/ 519028 h 2733536"/>
              <a:gd name="connsiteX645" fmla="*/ 5848649 w 6004835"/>
              <a:gd name="connsiteY645" fmla="*/ 610135 h 2733536"/>
              <a:gd name="connsiteX646" fmla="*/ 5844311 w 6004835"/>
              <a:gd name="connsiteY646" fmla="*/ 623150 h 2733536"/>
              <a:gd name="connsiteX647" fmla="*/ 5807436 w 6004835"/>
              <a:gd name="connsiteY647" fmla="*/ 722934 h 2733536"/>
              <a:gd name="connsiteX648" fmla="*/ 5796588 w 6004835"/>
              <a:gd name="connsiteY648" fmla="*/ 731611 h 2733536"/>
              <a:gd name="connsiteX649" fmla="*/ 5751036 w 6004835"/>
              <a:gd name="connsiteY649" fmla="*/ 837901 h 2733536"/>
              <a:gd name="connsiteX650" fmla="*/ 5798759 w 6004835"/>
              <a:gd name="connsiteY650" fmla="*/ 731611 h 2733536"/>
              <a:gd name="connsiteX651" fmla="*/ 5809604 w 6004835"/>
              <a:gd name="connsiteY651" fmla="*/ 722934 h 2733536"/>
              <a:gd name="connsiteX652" fmla="*/ 5740189 w 6004835"/>
              <a:gd name="connsiteY652" fmla="*/ 920331 h 2733536"/>
              <a:gd name="connsiteX653" fmla="*/ 5703314 w 6004835"/>
              <a:gd name="connsiteY653" fmla="*/ 939855 h 2733536"/>
              <a:gd name="connsiteX654" fmla="*/ 5695666 w 6004835"/>
              <a:gd name="connsiteY654" fmla="*/ 955153 h 2733536"/>
              <a:gd name="connsiteX655" fmla="*/ 5696807 w 6004835"/>
              <a:gd name="connsiteY655" fmla="*/ 957207 h 2733536"/>
              <a:gd name="connsiteX656" fmla="*/ 5705484 w 6004835"/>
              <a:gd name="connsiteY656" fmla="*/ 939853 h 2733536"/>
              <a:gd name="connsiteX657" fmla="*/ 5742360 w 6004835"/>
              <a:gd name="connsiteY657" fmla="*/ 920331 h 2733536"/>
              <a:gd name="connsiteX658" fmla="*/ 5716329 w 6004835"/>
              <a:gd name="connsiteY658" fmla="*/ 994085 h 2733536"/>
              <a:gd name="connsiteX659" fmla="*/ 5668606 w 6004835"/>
              <a:gd name="connsiteY659" fmla="*/ 1080853 h 2733536"/>
              <a:gd name="connsiteX660" fmla="*/ 5644746 w 6004835"/>
              <a:gd name="connsiteY660" fmla="*/ 1124237 h 2733536"/>
              <a:gd name="connsiteX661" fmla="*/ 5618715 w 6004835"/>
              <a:gd name="connsiteY661" fmla="*/ 1167622 h 2733536"/>
              <a:gd name="connsiteX662" fmla="*/ 5599191 w 6004835"/>
              <a:gd name="connsiteY662" fmla="*/ 1200159 h 2733536"/>
              <a:gd name="connsiteX663" fmla="*/ 5570993 w 6004835"/>
              <a:gd name="connsiteY663" fmla="*/ 1263067 h 2733536"/>
              <a:gd name="connsiteX664" fmla="*/ 5540624 w 6004835"/>
              <a:gd name="connsiteY664" fmla="*/ 1323805 h 2733536"/>
              <a:gd name="connsiteX665" fmla="*/ 5492901 w 6004835"/>
              <a:gd name="connsiteY665" fmla="*/ 1388881 h 2733536"/>
              <a:gd name="connsiteX666" fmla="*/ 5445178 w 6004835"/>
              <a:gd name="connsiteY666" fmla="*/ 1449619 h 2733536"/>
              <a:gd name="connsiteX667" fmla="*/ 5447166 w 6004835"/>
              <a:gd name="connsiteY667" fmla="*/ 1445524 h 2733536"/>
              <a:gd name="connsiteX668" fmla="*/ 5393115 w 6004835"/>
              <a:gd name="connsiteY668" fmla="*/ 1519034 h 2733536"/>
              <a:gd name="connsiteX669" fmla="*/ 5275977 w 6004835"/>
              <a:gd name="connsiteY669" fmla="*/ 1647019 h 2733536"/>
              <a:gd name="connsiteX670" fmla="*/ 5252917 w 6004835"/>
              <a:gd name="connsiteY670" fmla="*/ 1682500 h 2733536"/>
              <a:gd name="connsiteX671" fmla="*/ 5275977 w 6004835"/>
              <a:gd name="connsiteY671" fmla="*/ 1649187 h 2733536"/>
              <a:gd name="connsiteX672" fmla="*/ 5393115 w 6004835"/>
              <a:gd name="connsiteY672" fmla="*/ 1521202 h 2733536"/>
              <a:gd name="connsiteX673" fmla="*/ 5304178 w 6004835"/>
              <a:gd name="connsiteY673" fmla="*/ 1655693 h 2733536"/>
              <a:gd name="connsiteX674" fmla="*/ 5258353 w 6004835"/>
              <a:gd name="connsiteY674" fmla="*/ 1703689 h 2733536"/>
              <a:gd name="connsiteX675" fmla="*/ 5221566 w 6004835"/>
              <a:gd name="connsiteY675" fmla="*/ 1730731 h 2733536"/>
              <a:gd name="connsiteX676" fmla="*/ 5219578 w 6004835"/>
              <a:gd name="connsiteY676" fmla="*/ 1733787 h 2733536"/>
              <a:gd name="connsiteX677" fmla="*/ 5196579 w 6004835"/>
              <a:gd name="connsiteY677" fmla="*/ 1751480 h 2733536"/>
              <a:gd name="connsiteX678" fmla="*/ 5195718 w 6004835"/>
              <a:gd name="connsiteY678" fmla="*/ 1757647 h 2733536"/>
              <a:gd name="connsiteX679" fmla="*/ 5093764 w 6004835"/>
              <a:gd name="connsiteY679" fmla="*/ 1861769 h 2733536"/>
              <a:gd name="connsiteX680" fmla="*/ 4985303 w 6004835"/>
              <a:gd name="connsiteY680" fmla="*/ 1961553 h 2733536"/>
              <a:gd name="connsiteX681" fmla="*/ 4980288 w 6004835"/>
              <a:gd name="connsiteY681" fmla="*/ 1965192 h 2733536"/>
              <a:gd name="connsiteX682" fmla="*/ 4944089 w 6004835"/>
              <a:gd name="connsiteY682" fmla="*/ 2011444 h 2733536"/>
              <a:gd name="connsiteX683" fmla="*/ 4857321 w 6004835"/>
              <a:gd name="connsiteY683" fmla="*/ 2076520 h 2733536"/>
              <a:gd name="connsiteX684" fmla="*/ 4776225 w 6004835"/>
              <a:gd name="connsiteY684" fmla="*/ 2137342 h 2733536"/>
              <a:gd name="connsiteX685" fmla="*/ 4775934 w 6004835"/>
              <a:gd name="connsiteY685" fmla="*/ 2137695 h 2733536"/>
              <a:gd name="connsiteX686" fmla="*/ 4857321 w 6004835"/>
              <a:gd name="connsiteY686" fmla="*/ 2078691 h 2733536"/>
              <a:gd name="connsiteX687" fmla="*/ 4944089 w 6004835"/>
              <a:gd name="connsiteY687" fmla="*/ 2013614 h 2733536"/>
              <a:gd name="connsiteX688" fmla="*/ 4872505 w 6004835"/>
              <a:gd name="connsiteY688" fmla="*/ 2085197 h 2733536"/>
              <a:gd name="connsiteX689" fmla="*/ 4814208 w 6004835"/>
              <a:gd name="connsiteY689" fmla="*/ 2123159 h 2733536"/>
              <a:gd name="connsiteX690" fmla="*/ 4773879 w 6004835"/>
              <a:gd name="connsiteY690" fmla="*/ 2140191 h 2733536"/>
              <a:gd name="connsiteX691" fmla="*/ 4772721 w 6004835"/>
              <a:gd name="connsiteY691" fmla="*/ 2141599 h 2733536"/>
              <a:gd name="connsiteX692" fmla="*/ 4729336 w 6004835"/>
              <a:gd name="connsiteY692" fmla="*/ 2169797 h 2733536"/>
              <a:gd name="connsiteX693" fmla="*/ 4712989 w 6004835"/>
              <a:gd name="connsiteY693" fmla="*/ 2177374 h 2733536"/>
              <a:gd name="connsiteX694" fmla="*/ 4671855 w 6004835"/>
              <a:gd name="connsiteY694" fmla="*/ 2210743 h 2733536"/>
              <a:gd name="connsiteX695" fmla="*/ 4631723 w 6004835"/>
              <a:gd name="connsiteY695" fmla="*/ 2239212 h 2733536"/>
              <a:gd name="connsiteX696" fmla="*/ 4570985 w 6004835"/>
              <a:gd name="connsiteY696" fmla="*/ 2278258 h 2733536"/>
              <a:gd name="connsiteX697" fmla="*/ 4551463 w 6004835"/>
              <a:gd name="connsiteY697" fmla="*/ 2280428 h 2733536"/>
              <a:gd name="connsiteX698" fmla="*/ 4529764 w 6004835"/>
              <a:gd name="connsiteY698" fmla="*/ 2290073 h 2733536"/>
              <a:gd name="connsiteX699" fmla="*/ 4526391 w 6004835"/>
              <a:gd name="connsiteY699" fmla="*/ 2292635 h 2733536"/>
              <a:gd name="connsiteX700" fmla="*/ 4553631 w 6004835"/>
              <a:gd name="connsiteY700" fmla="*/ 2282597 h 2733536"/>
              <a:gd name="connsiteX701" fmla="*/ 4573155 w 6004835"/>
              <a:gd name="connsiteY701" fmla="*/ 2280428 h 2733536"/>
              <a:gd name="connsiteX702" fmla="*/ 4495063 w 6004835"/>
              <a:gd name="connsiteY702" fmla="*/ 2338996 h 2733536"/>
              <a:gd name="connsiteX703" fmla="*/ 4445170 w 6004835"/>
              <a:gd name="connsiteY703" fmla="*/ 2365029 h 2733536"/>
              <a:gd name="connsiteX704" fmla="*/ 4395280 w 6004835"/>
              <a:gd name="connsiteY704" fmla="*/ 2388889 h 2733536"/>
              <a:gd name="connsiteX705" fmla="*/ 4360040 w 6004835"/>
              <a:gd name="connsiteY705" fmla="*/ 2394175 h 2733536"/>
              <a:gd name="connsiteX706" fmla="*/ 4354064 w 6004835"/>
              <a:gd name="connsiteY706" fmla="*/ 2397566 h 2733536"/>
              <a:gd name="connsiteX707" fmla="*/ 4189203 w 6004835"/>
              <a:gd name="connsiteY707" fmla="*/ 2469149 h 2733536"/>
              <a:gd name="connsiteX708" fmla="*/ 4180798 w 6004835"/>
              <a:gd name="connsiteY708" fmla="*/ 2471059 h 2733536"/>
              <a:gd name="connsiteX709" fmla="*/ 4130636 w 6004835"/>
              <a:gd name="connsiteY709" fmla="*/ 2503856 h 2733536"/>
              <a:gd name="connsiteX710" fmla="*/ 4158834 w 6004835"/>
              <a:gd name="connsiteY710" fmla="*/ 2512533 h 2733536"/>
              <a:gd name="connsiteX711" fmla="*/ 4054713 w 6004835"/>
              <a:gd name="connsiteY711" fmla="*/ 2558088 h 2733536"/>
              <a:gd name="connsiteX712" fmla="*/ 4063390 w 6004835"/>
              <a:gd name="connsiteY712" fmla="*/ 2527719 h 2733536"/>
              <a:gd name="connsiteX713" fmla="*/ 4028682 w 6004835"/>
              <a:gd name="connsiteY713" fmla="*/ 2540734 h 2733536"/>
              <a:gd name="connsiteX714" fmla="*/ 3996145 w 6004835"/>
              <a:gd name="connsiteY714" fmla="*/ 2551579 h 2733536"/>
              <a:gd name="connsiteX715" fmla="*/ 3928899 w 6004835"/>
              <a:gd name="connsiteY715" fmla="*/ 2573271 h 2733536"/>
              <a:gd name="connsiteX716" fmla="*/ 3919914 w 6004835"/>
              <a:gd name="connsiteY716" fmla="*/ 2562487 h 2733536"/>
              <a:gd name="connsiteX717" fmla="*/ 3887682 w 6004835"/>
              <a:gd name="connsiteY717" fmla="*/ 2568932 h 2733536"/>
              <a:gd name="connsiteX718" fmla="*/ 3848637 w 6004835"/>
              <a:gd name="connsiteY718" fmla="*/ 2577609 h 2733536"/>
              <a:gd name="connsiteX719" fmla="*/ 3768377 w 6004835"/>
              <a:gd name="connsiteY719" fmla="*/ 2597133 h 2733536"/>
              <a:gd name="connsiteX720" fmla="*/ 3765731 w 6004835"/>
              <a:gd name="connsiteY720" fmla="*/ 2598363 h 2733536"/>
              <a:gd name="connsiteX721" fmla="*/ 3842130 w 6004835"/>
              <a:gd name="connsiteY721" fmla="*/ 2579777 h 2733536"/>
              <a:gd name="connsiteX722" fmla="*/ 3881176 w 6004835"/>
              <a:gd name="connsiteY722" fmla="*/ 2571101 h 2733536"/>
              <a:gd name="connsiteX723" fmla="*/ 3913713 w 6004835"/>
              <a:gd name="connsiteY723" fmla="*/ 2564594 h 2733536"/>
              <a:gd name="connsiteX724" fmla="*/ 3926728 w 6004835"/>
              <a:gd name="connsiteY724" fmla="*/ 2575439 h 2733536"/>
              <a:gd name="connsiteX725" fmla="*/ 3993975 w 6004835"/>
              <a:gd name="connsiteY725" fmla="*/ 2553747 h 2733536"/>
              <a:gd name="connsiteX726" fmla="*/ 4026512 w 6004835"/>
              <a:gd name="connsiteY726" fmla="*/ 2542902 h 2733536"/>
              <a:gd name="connsiteX727" fmla="*/ 4061219 w 6004835"/>
              <a:gd name="connsiteY727" fmla="*/ 2529887 h 2733536"/>
              <a:gd name="connsiteX728" fmla="*/ 4052542 w 6004835"/>
              <a:gd name="connsiteY728" fmla="*/ 2560256 h 2733536"/>
              <a:gd name="connsiteX729" fmla="*/ 3961436 w 6004835"/>
              <a:gd name="connsiteY729" fmla="*/ 2603640 h 2733536"/>
              <a:gd name="connsiteX730" fmla="*/ 3956970 w 6004835"/>
              <a:gd name="connsiteY730" fmla="*/ 2602390 h 2733536"/>
              <a:gd name="connsiteX731" fmla="*/ 3894191 w 6004835"/>
              <a:gd name="connsiteY731" fmla="*/ 2627500 h 2733536"/>
              <a:gd name="connsiteX732" fmla="*/ 3842130 w 6004835"/>
              <a:gd name="connsiteY732" fmla="*/ 2642686 h 2733536"/>
              <a:gd name="connsiteX733" fmla="*/ 3764038 w 6004835"/>
              <a:gd name="connsiteY733" fmla="*/ 2662207 h 2733536"/>
              <a:gd name="connsiteX734" fmla="*/ 3731772 w 6004835"/>
              <a:gd name="connsiteY734" fmla="*/ 2659497 h 2733536"/>
              <a:gd name="connsiteX735" fmla="*/ 3664284 w 6004835"/>
              <a:gd name="connsiteY735" fmla="*/ 2672628 h 2733536"/>
              <a:gd name="connsiteX736" fmla="*/ 3662084 w 6004835"/>
              <a:gd name="connsiteY736" fmla="*/ 2677393 h 2733536"/>
              <a:gd name="connsiteX737" fmla="*/ 3482041 w 6004835"/>
              <a:gd name="connsiteY737" fmla="*/ 2712100 h 2733536"/>
              <a:gd name="connsiteX738" fmla="*/ 3440825 w 6004835"/>
              <a:gd name="connsiteY738" fmla="*/ 2701253 h 2733536"/>
              <a:gd name="connsiteX739" fmla="*/ 3406117 w 6004835"/>
              <a:gd name="connsiteY739" fmla="*/ 2701253 h 2733536"/>
              <a:gd name="connsiteX740" fmla="*/ 3345379 w 6004835"/>
              <a:gd name="connsiteY740" fmla="*/ 2720777 h 2733536"/>
              <a:gd name="connsiteX741" fmla="*/ 3291150 w 6004835"/>
              <a:gd name="connsiteY741" fmla="*/ 2725116 h 2733536"/>
              <a:gd name="connsiteX742" fmla="*/ 3236919 w 6004835"/>
              <a:gd name="connsiteY742" fmla="*/ 2727283 h 2733536"/>
              <a:gd name="connsiteX743" fmla="*/ 3231027 w 6004835"/>
              <a:gd name="connsiteY743" fmla="*/ 2724760 h 2733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</a:cxnLst>
            <a:rect l="l" t="t" r="r" b="b"/>
            <a:pathLst>
              <a:path w="6004835" h="2733536">
                <a:moveTo>
                  <a:pt x="5889866" y="308613"/>
                </a:moveTo>
                <a:cubicBezTo>
                  <a:pt x="5894204" y="304275"/>
                  <a:pt x="5898543" y="299937"/>
                  <a:pt x="5902881" y="299937"/>
                </a:cubicBezTo>
                <a:lnTo>
                  <a:pt x="5903209" y="298272"/>
                </a:lnTo>
                <a:lnTo>
                  <a:pt x="5894204" y="304275"/>
                </a:lnTo>
                <a:cubicBezTo>
                  <a:pt x="5885527" y="299937"/>
                  <a:pt x="5879021" y="291260"/>
                  <a:pt x="5872512" y="284751"/>
                </a:cubicBezTo>
                <a:lnTo>
                  <a:pt x="5864801" y="275498"/>
                </a:lnTo>
                <a:lnTo>
                  <a:pt x="5864022" y="279335"/>
                </a:lnTo>
                <a:lnTo>
                  <a:pt x="5870342" y="286921"/>
                </a:lnTo>
                <a:cubicBezTo>
                  <a:pt x="5876850" y="293430"/>
                  <a:pt x="5883357" y="302107"/>
                  <a:pt x="5889866" y="308613"/>
                </a:cubicBezTo>
                <a:close/>
                <a:moveTo>
                  <a:pt x="5848652" y="620980"/>
                </a:moveTo>
                <a:cubicBezTo>
                  <a:pt x="5848652" y="618810"/>
                  <a:pt x="5850820" y="610133"/>
                  <a:pt x="5852991" y="607965"/>
                </a:cubicBezTo>
                <a:cubicBezTo>
                  <a:pt x="5855158" y="573257"/>
                  <a:pt x="5846481" y="566751"/>
                  <a:pt x="5861668" y="516858"/>
                </a:cubicBezTo>
                <a:cubicBezTo>
                  <a:pt x="5872512" y="486489"/>
                  <a:pt x="5885527" y="453952"/>
                  <a:pt x="5894204" y="421412"/>
                </a:cubicBezTo>
                <a:lnTo>
                  <a:pt x="5920235" y="406229"/>
                </a:lnTo>
                <a:lnTo>
                  <a:pt x="5920235" y="406227"/>
                </a:lnTo>
                <a:cubicBezTo>
                  <a:pt x="5939759" y="319458"/>
                  <a:pt x="5933250" y="299937"/>
                  <a:pt x="5948436" y="241367"/>
                </a:cubicBezTo>
                <a:cubicBezTo>
                  <a:pt x="5952774" y="215336"/>
                  <a:pt x="5959281" y="189306"/>
                  <a:pt x="5963619" y="163275"/>
                </a:cubicBezTo>
                <a:cubicBezTo>
                  <a:pt x="5967958" y="137245"/>
                  <a:pt x="5972296" y="109046"/>
                  <a:pt x="5976634" y="83015"/>
                </a:cubicBezTo>
                <a:cubicBezTo>
                  <a:pt x="5980973" y="56985"/>
                  <a:pt x="5983143" y="30954"/>
                  <a:pt x="5987481" y="7092"/>
                </a:cubicBezTo>
                <a:lnTo>
                  <a:pt x="5987911" y="0"/>
                </a:lnTo>
                <a:lnTo>
                  <a:pt x="6004835" y="0"/>
                </a:lnTo>
                <a:lnTo>
                  <a:pt x="6004835" y="18481"/>
                </a:lnTo>
                <a:cubicBezTo>
                  <a:pt x="6003750" y="36377"/>
                  <a:pt x="6001581" y="55900"/>
                  <a:pt x="5998327" y="80845"/>
                </a:cubicBezTo>
                <a:cubicBezTo>
                  <a:pt x="6000497" y="93860"/>
                  <a:pt x="5996158" y="115552"/>
                  <a:pt x="5991820" y="145921"/>
                </a:cubicBezTo>
                <a:cubicBezTo>
                  <a:pt x="5985311" y="174122"/>
                  <a:pt x="5978805" y="208830"/>
                  <a:pt x="5972296" y="241367"/>
                </a:cubicBezTo>
                <a:cubicBezTo>
                  <a:pt x="5970128" y="267397"/>
                  <a:pt x="5970128" y="295598"/>
                  <a:pt x="5965789" y="321629"/>
                </a:cubicBezTo>
                <a:cubicBezTo>
                  <a:pt x="5950604" y="369351"/>
                  <a:pt x="5948436" y="408397"/>
                  <a:pt x="5933250" y="469135"/>
                </a:cubicBezTo>
                <a:cubicBezTo>
                  <a:pt x="5922405" y="512519"/>
                  <a:pt x="5913728" y="555904"/>
                  <a:pt x="5902881" y="597118"/>
                </a:cubicBezTo>
                <a:cubicBezTo>
                  <a:pt x="5876850" y="623148"/>
                  <a:pt x="5879021" y="584102"/>
                  <a:pt x="5848652" y="620980"/>
                </a:cubicBezTo>
                <a:close/>
                <a:moveTo>
                  <a:pt x="239070" y="761980"/>
                </a:moveTo>
                <a:cubicBezTo>
                  <a:pt x="230393" y="759810"/>
                  <a:pt x="219546" y="738117"/>
                  <a:pt x="206531" y="712087"/>
                </a:cubicBezTo>
                <a:cubicBezTo>
                  <a:pt x="193515" y="686056"/>
                  <a:pt x="182670" y="655687"/>
                  <a:pt x="171823" y="633995"/>
                </a:cubicBezTo>
                <a:cubicBezTo>
                  <a:pt x="160978" y="605797"/>
                  <a:pt x="180500" y="683888"/>
                  <a:pt x="169655" y="655687"/>
                </a:cubicBezTo>
                <a:lnTo>
                  <a:pt x="150782" y="597186"/>
                </a:lnTo>
                <a:lnTo>
                  <a:pt x="137116" y="599288"/>
                </a:lnTo>
                <a:cubicBezTo>
                  <a:pt x="130607" y="581934"/>
                  <a:pt x="126269" y="564580"/>
                  <a:pt x="121930" y="549397"/>
                </a:cubicBezTo>
                <a:cubicBezTo>
                  <a:pt x="98070" y="525535"/>
                  <a:pt x="80716" y="475644"/>
                  <a:pt x="69869" y="430089"/>
                </a:cubicBezTo>
                <a:cubicBezTo>
                  <a:pt x="59024" y="384537"/>
                  <a:pt x="50347" y="341153"/>
                  <a:pt x="37332" y="323799"/>
                </a:cubicBezTo>
                <a:cubicBezTo>
                  <a:pt x="26485" y="284753"/>
                  <a:pt x="26485" y="243537"/>
                  <a:pt x="35162" y="234860"/>
                </a:cubicBezTo>
                <a:cubicBezTo>
                  <a:pt x="30823" y="200153"/>
                  <a:pt x="24317" y="165445"/>
                  <a:pt x="19978" y="130738"/>
                </a:cubicBezTo>
                <a:cubicBezTo>
                  <a:pt x="15640" y="96031"/>
                  <a:pt x="13469" y="61323"/>
                  <a:pt x="9131" y="26616"/>
                </a:cubicBezTo>
                <a:lnTo>
                  <a:pt x="0" y="0"/>
                </a:lnTo>
                <a:lnTo>
                  <a:pt x="34839" y="0"/>
                </a:lnTo>
                <a:lnTo>
                  <a:pt x="61192" y="115555"/>
                </a:lnTo>
                <a:cubicBezTo>
                  <a:pt x="63362" y="143753"/>
                  <a:pt x="69869" y="169784"/>
                  <a:pt x="76378" y="217507"/>
                </a:cubicBezTo>
                <a:cubicBezTo>
                  <a:pt x="87223" y="254384"/>
                  <a:pt x="98070" y="289092"/>
                  <a:pt x="108915" y="321629"/>
                </a:cubicBezTo>
                <a:cubicBezTo>
                  <a:pt x="113795" y="383451"/>
                  <a:pt x="146740" y="481879"/>
                  <a:pt x="160163" y="545532"/>
                </a:cubicBezTo>
                <a:lnTo>
                  <a:pt x="164636" y="588443"/>
                </a:lnTo>
                <a:lnTo>
                  <a:pt x="173993" y="588443"/>
                </a:lnTo>
                <a:cubicBezTo>
                  <a:pt x="197854" y="649181"/>
                  <a:pt x="213039" y="681718"/>
                  <a:pt x="221716" y="703410"/>
                </a:cubicBezTo>
                <a:cubicBezTo>
                  <a:pt x="232561" y="725102"/>
                  <a:pt x="236899" y="740288"/>
                  <a:pt x="239070" y="761980"/>
                </a:cubicBezTo>
                <a:close/>
                <a:moveTo>
                  <a:pt x="5524471" y="900866"/>
                </a:moveTo>
                <a:lnTo>
                  <a:pt x="5577500" y="807532"/>
                </a:lnTo>
                <a:lnTo>
                  <a:pt x="5578092" y="805972"/>
                </a:lnTo>
                <a:lnTo>
                  <a:pt x="5525438" y="898639"/>
                </a:lnTo>
                <a:close/>
                <a:moveTo>
                  <a:pt x="5544962" y="1319466"/>
                </a:moveTo>
                <a:lnTo>
                  <a:pt x="5575331" y="1258728"/>
                </a:lnTo>
                <a:cubicBezTo>
                  <a:pt x="5581838" y="1239207"/>
                  <a:pt x="5592685" y="1219683"/>
                  <a:pt x="5601362" y="1197991"/>
                </a:cubicBezTo>
                <a:cubicBezTo>
                  <a:pt x="5610038" y="1184975"/>
                  <a:pt x="5614377" y="1176298"/>
                  <a:pt x="5620883" y="1165453"/>
                </a:cubicBezTo>
                <a:cubicBezTo>
                  <a:pt x="5629560" y="1150268"/>
                  <a:pt x="5638237" y="1137253"/>
                  <a:pt x="5646914" y="1122069"/>
                </a:cubicBezTo>
                <a:cubicBezTo>
                  <a:pt x="5655591" y="1106884"/>
                  <a:pt x="5662099" y="1093868"/>
                  <a:pt x="5670776" y="1078685"/>
                </a:cubicBezTo>
                <a:cubicBezTo>
                  <a:pt x="5685960" y="1050484"/>
                  <a:pt x="5703314" y="1022285"/>
                  <a:pt x="5718499" y="991917"/>
                </a:cubicBezTo>
                <a:cubicBezTo>
                  <a:pt x="5711990" y="1020115"/>
                  <a:pt x="5703314" y="1046146"/>
                  <a:pt x="5690298" y="1076515"/>
                </a:cubicBezTo>
                <a:cubicBezTo>
                  <a:pt x="5677283" y="1104716"/>
                  <a:pt x="5662099" y="1135084"/>
                  <a:pt x="5640407" y="1167622"/>
                </a:cubicBezTo>
                <a:cubicBezTo>
                  <a:pt x="5623054" y="1202329"/>
                  <a:pt x="5605700" y="1234868"/>
                  <a:pt x="5590514" y="1260899"/>
                </a:cubicBezTo>
                <a:cubicBezTo>
                  <a:pt x="5573161" y="1286929"/>
                  <a:pt x="5557978" y="1306451"/>
                  <a:pt x="5544962" y="1319466"/>
                </a:cubicBezTo>
                <a:close/>
                <a:moveTo>
                  <a:pt x="5491969" y="1350769"/>
                </a:moveTo>
                <a:lnTo>
                  <a:pt x="5516761" y="1293436"/>
                </a:lnTo>
                <a:lnTo>
                  <a:pt x="5515661" y="1293907"/>
                </a:lnTo>
                <a:close/>
                <a:moveTo>
                  <a:pt x="5194333" y="1461874"/>
                </a:moveTo>
                <a:lnTo>
                  <a:pt x="5200056" y="1458296"/>
                </a:lnTo>
                <a:cubicBezTo>
                  <a:pt x="5217410" y="1434436"/>
                  <a:pt x="5234764" y="1410573"/>
                  <a:pt x="5252117" y="1386713"/>
                </a:cubicBezTo>
                <a:cubicBezTo>
                  <a:pt x="5271641" y="1356344"/>
                  <a:pt x="5291163" y="1328143"/>
                  <a:pt x="5310687" y="1297774"/>
                </a:cubicBezTo>
                <a:cubicBezTo>
                  <a:pt x="5334547" y="1269576"/>
                  <a:pt x="5356239" y="1239207"/>
                  <a:pt x="5377932" y="1208838"/>
                </a:cubicBezTo>
                <a:cubicBezTo>
                  <a:pt x="5386608" y="1193652"/>
                  <a:pt x="5397456" y="1178469"/>
                  <a:pt x="5406132" y="1161115"/>
                </a:cubicBezTo>
                <a:cubicBezTo>
                  <a:pt x="5414809" y="1143761"/>
                  <a:pt x="5425654" y="1126408"/>
                  <a:pt x="5434331" y="1109054"/>
                </a:cubicBezTo>
                <a:lnTo>
                  <a:pt x="5442366" y="1096242"/>
                </a:lnTo>
                <a:lnTo>
                  <a:pt x="5485295" y="1034233"/>
                </a:lnTo>
                <a:lnTo>
                  <a:pt x="5492901" y="1024454"/>
                </a:lnTo>
                <a:lnTo>
                  <a:pt x="5493987" y="1021677"/>
                </a:lnTo>
                <a:lnTo>
                  <a:pt x="5485295" y="1034233"/>
                </a:lnTo>
                <a:lnTo>
                  <a:pt x="5464430" y="1061060"/>
                </a:lnTo>
                <a:lnTo>
                  <a:pt x="5442366" y="1096242"/>
                </a:lnTo>
                <a:lnTo>
                  <a:pt x="5436501" y="1104713"/>
                </a:lnTo>
                <a:cubicBezTo>
                  <a:pt x="5425654" y="1122067"/>
                  <a:pt x="5416977" y="1139421"/>
                  <a:pt x="5408301" y="1156774"/>
                </a:cubicBezTo>
                <a:cubicBezTo>
                  <a:pt x="5397456" y="1174128"/>
                  <a:pt x="5388779" y="1189314"/>
                  <a:pt x="5380102" y="1204497"/>
                </a:cubicBezTo>
                <a:cubicBezTo>
                  <a:pt x="5358410" y="1234866"/>
                  <a:pt x="5336718" y="1265235"/>
                  <a:pt x="5312856" y="1293436"/>
                </a:cubicBezTo>
                <a:cubicBezTo>
                  <a:pt x="5293334" y="1323805"/>
                  <a:pt x="5275980" y="1352003"/>
                  <a:pt x="5254288" y="1382372"/>
                </a:cubicBezTo>
                <a:cubicBezTo>
                  <a:pt x="5236934" y="1406235"/>
                  <a:pt x="5219580" y="1430095"/>
                  <a:pt x="5202227" y="1453958"/>
                </a:cubicBezTo>
                <a:lnTo>
                  <a:pt x="5197886" y="1456611"/>
                </a:lnTo>
                <a:close/>
                <a:moveTo>
                  <a:pt x="1063152" y="1693288"/>
                </a:moveTo>
                <a:lnTo>
                  <a:pt x="1063368" y="1692571"/>
                </a:lnTo>
                <a:lnTo>
                  <a:pt x="1058857" y="1688057"/>
                </a:lnTo>
                <a:close/>
                <a:moveTo>
                  <a:pt x="4881181" y="1831400"/>
                </a:moveTo>
                <a:lnTo>
                  <a:pt x="4883666" y="1830829"/>
                </a:lnTo>
                <a:lnTo>
                  <a:pt x="4922398" y="1788016"/>
                </a:lnTo>
                <a:cubicBezTo>
                  <a:pt x="4931074" y="1777171"/>
                  <a:pt x="4939751" y="1766324"/>
                  <a:pt x="4957104" y="1748970"/>
                </a:cubicBezTo>
                <a:cubicBezTo>
                  <a:pt x="4959817" y="1741922"/>
                  <a:pt x="4960225" y="1738125"/>
                  <a:pt x="4958733" y="1736905"/>
                </a:cubicBezTo>
                <a:lnTo>
                  <a:pt x="4958540" y="1736973"/>
                </a:lnTo>
                <a:lnTo>
                  <a:pt x="4957104" y="1746802"/>
                </a:lnTo>
                <a:cubicBezTo>
                  <a:pt x="4939751" y="1764156"/>
                  <a:pt x="4933242" y="1775001"/>
                  <a:pt x="4922398" y="1785848"/>
                </a:cubicBezTo>
                <a:cubicBezTo>
                  <a:pt x="4913720" y="1796693"/>
                  <a:pt x="4902873" y="1809708"/>
                  <a:pt x="4881181" y="1831400"/>
                </a:cubicBezTo>
                <a:close/>
                <a:moveTo>
                  <a:pt x="928761" y="1833430"/>
                </a:moveTo>
                <a:lnTo>
                  <a:pt x="863801" y="1755477"/>
                </a:lnTo>
                <a:lnTo>
                  <a:pt x="846834" y="1736969"/>
                </a:lnTo>
                <a:close/>
                <a:moveTo>
                  <a:pt x="4790074" y="1857431"/>
                </a:moveTo>
                <a:lnTo>
                  <a:pt x="4798856" y="1851810"/>
                </a:lnTo>
                <a:lnTo>
                  <a:pt x="4805146" y="1846231"/>
                </a:lnTo>
                <a:lnTo>
                  <a:pt x="4792338" y="1855078"/>
                </a:lnTo>
                <a:close/>
                <a:moveTo>
                  <a:pt x="4760985" y="1880234"/>
                </a:moveTo>
                <a:lnTo>
                  <a:pt x="4761875" y="1879123"/>
                </a:lnTo>
                <a:lnTo>
                  <a:pt x="4758282" y="1878611"/>
                </a:lnTo>
                <a:lnTo>
                  <a:pt x="4757537" y="1879123"/>
                </a:lnTo>
                <a:lnTo>
                  <a:pt x="4757537" y="1879743"/>
                </a:lnTo>
                <a:close/>
                <a:moveTo>
                  <a:pt x="1035001" y="1943735"/>
                </a:moveTo>
                <a:lnTo>
                  <a:pt x="1023953" y="1935238"/>
                </a:lnTo>
                <a:lnTo>
                  <a:pt x="1032188" y="1942302"/>
                </a:lnTo>
                <a:close/>
                <a:moveTo>
                  <a:pt x="4766902" y="1960050"/>
                </a:moveTo>
                <a:lnTo>
                  <a:pt x="4774891" y="1959385"/>
                </a:lnTo>
                <a:lnTo>
                  <a:pt x="4831290" y="1918169"/>
                </a:lnTo>
                <a:lnTo>
                  <a:pt x="4885522" y="1874785"/>
                </a:lnTo>
                <a:cubicBezTo>
                  <a:pt x="4907214" y="1859601"/>
                  <a:pt x="4931074" y="1844416"/>
                  <a:pt x="4952766" y="1827062"/>
                </a:cubicBezTo>
                <a:cubicBezTo>
                  <a:pt x="4970120" y="1809708"/>
                  <a:pt x="4989644" y="1790187"/>
                  <a:pt x="5015674" y="1761986"/>
                </a:cubicBezTo>
                <a:cubicBezTo>
                  <a:pt x="5015674" y="1759818"/>
                  <a:pt x="5015674" y="1757647"/>
                  <a:pt x="5013504" y="1753309"/>
                </a:cubicBezTo>
                <a:cubicBezTo>
                  <a:pt x="5035196" y="1731617"/>
                  <a:pt x="5054720" y="1709925"/>
                  <a:pt x="5074242" y="1686064"/>
                </a:cubicBezTo>
                <a:cubicBezTo>
                  <a:pt x="5085089" y="1677387"/>
                  <a:pt x="5098105" y="1666540"/>
                  <a:pt x="5111120" y="1655695"/>
                </a:cubicBezTo>
                <a:cubicBezTo>
                  <a:pt x="5117627" y="1647019"/>
                  <a:pt x="5126303" y="1636171"/>
                  <a:pt x="5134980" y="1625326"/>
                </a:cubicBezTo>
                <a:cubicBezTo>
                  <a:pt x="5141489" y="1614479"/>
                  <a:pt x="5150165" y="1603634"/>
                  <a:pt x="5156672" y="1594957"/>
                </a:cubicBezTo>
                <a:cubicBezTo>
                  <a:pt x="5178364" y="1571095"/>
                  <a:pt x="5197888" y="1545064"/>
                  <a:pt x="5219580" y="1521204"/>
                </a:cubicBezTo>
                <a:cubicBezTo>
                  <a:pt x="5239102" y="1497342"/>
                  <a:pt x="5258626" y="1471311"/>
                  <a:pt x="5278148" y="1445281"/>
                </a:cubicBezTo>
                <a:cubicBezTo>
                  <a:pt x="5302010" y="1404067"/>
                  <a:pt x="5334547" y="1356344"/>
                  <a:pt x="5367087" y="1310790"/>
                </a:cubicBezTo>
                <a:cubicBezTo>
                  <a:pt x="5399624" y="1263067"/>
                  <a:pt x="5429993" y="1215344"/>
                  <a:pt x="5447346" y="1174130"/>
                </a:cubicBezTo>
                <a:cubicBezTo>
                  <a:pt x="5469039" y="1137253"/>
                  <a:pt x="5495069" y="1111222"/>
                  <a:pt x="5510255" y="1072176"/>
                </a:cubicBezTo>
                <a:cubicBezTo>
                  <a:pt x="5529776" y="1039639"/>
                  <a:pt x="5549301" y="1000593"/>
                  <a:pt x="5568822" y="968054"/>
                </a:cubicBezTo>
                <a:cubicBezTo>
                  <a:pt x="5577500" y="955039"/>
                  <a:pt x="5584008" y="942023"/>
                  <a:pt x="5590514" y="929008"/>
                </a:cubicBezTo>
                <a:cubicBezTo>
                  <a:pt x="5597024" y="915993"/>
                  <a:pt x="5601362" y="902978"/>
                  <a:pt x="5607868" y="892133"/>
                </a:cubicBezTo>
                <a:cubicBezTo>
                  <a:pt x="5618715" y="868270"/>
                  <a:pt x="5627393" y="844410"/>
                  <a:pt x="5636069" y="822718"/>
                </a:cubicBezTo>
                <a:cubicBezTo>
                  <a:pt x="5653423" y="777163"/>
                  <a:pt x="5668606" y="733779"/>
                  <a:pt x="5696807" y="690395"/>
                </a:cubicBezTo>
                <a:cubicBezTo>
                  <a:pt x="5716329" y="655687"/>
                  <a:pt x="5711990" y="629657"/>
                  <a:pt x="5720667" y="601458"/>
                </a:cubicBezTo>
                <a:cubicBezTo>
                  <a:pt x="5744530" y="542888"/>
                  <a:pt x="5759713" y="484321"/>
                  <a:pt x="5779237" y="423583"/>
                </a:cubicBezTo>
                <a:cubicBezTo>
                  <a:pt x="5770560" y="406229"/>
                  <a:pt x="5800929" y="336814"/>
                  <a:pt x="5805267" y="284753"/>
                </a:cubicBezTo>
                <a:cubicBezTo>
                  <a:pt x="5818283" y="230522"/>
                  <a:pt x="5829128" y="174122"/>
                  <a:pt x="5839975" y="117723"/>
                </a:cubicBezTo>
                <a:lnTo>
                  <a:pt x="5847800" y="88383"/>
                </a:lnTo>
                <a:lnTo>
                  <a:pt x="5842143" y="87354"/>
                </a:lnTo>
                <a:cubicBezTo>
                  <a:pt x="5844311" y="70000"/>
                  <a:pt x="5844311" y="54817"/>
                  <a:pt x="5844311" y="33125"/>
                </a:cubicBezTo>
                <a:lnTo>
                  <a:pt x="5845466" y="29082"/>
                </a:lnTo>
                <a:lnTo>
                  <a:pt x="5843951" y="29167"/>
                </a:lnTo>
                <a:lnTo>
                  <a:pt x="5841207" y="29319"/>
                </a:lnTo>
                <a:lnTo>
                  <a:pt x="5842143" y="39631"/>
                </a:lnTo>
                <a:cubicBezTo>
                  <a:pt x="5842143" y="59155"/>
                  <a:pt x="5842143" y="74339"/>
                  <a:pt x="5839975" y="93863"/>
                </a:cubicBezTo>
                <a:cubicBezTo>
                  <a:pt x="5837805" y="104708"/>
                  <a:pt x="5835636" y="113384"/>
                  <a:pt x="5831299" y="126400"/>
                </a:cubicBezTo>
                <a:cubicBezTo>
                  <a:pt x="5813944" y="154601"/>
                  <a:pt x="5796591" y="182799"/>
                  <a:pt x="5779237" y="208830"/>
                </a:cubicBezTo>
                <a:cubicBezTo>
                  <a:pt x="5774899" y="234860"/>
                  <a:pt x="5772729" y="256552"/>
                  <a:pt x="5766222" y="280415"/>
                </a:cubicBezTo>
                <a:lnTo>
                  <a:pt x="5753207" y="304275"/>
                </a:lnTo>
                <a:cubicBezTo>
                  <a:pt x="5746698" y="338982"/>
                  <a:pt x="5740191" y="371522"/>
                  <a:pt x="5731514" y="408397"/>
                </a:cubicBezTo>
                <a:cubicBezTo>
                  <a:pt x="5722837" y="436598"/>
                  <a:pt x="5716329" y="462629"/>
                  <a:pt x="5707652" y="490827"/>
                </a:cubicBezTo>
                <a:cubicBezTo>
                  <a:pt x="5698975" y="519028"/>
                  <a:pt x="5692468" y="545059"/>
                  <a:pt x="5681621" y="571089"/>
                </a:cubicBezTo>
                <a:cubicBezTo>
                  <a:pt x="5677283" y="592781"/>
                  <a:pt x="5672944" y="612303"/>
                  <a:pt x="5666438" y="633995"/>
                </a:cubicBezTo>
                <a:cubicBezTo>
                  <a:pt x="5662099" y="655687"/>
                  <a:pt x="5657761" y="677380"/>
                  <a:pt x="5649084" y="699072"/>
                </a:cubicBezTo>
                <a:lnTo>
                  <a:pt x="5662924" y="677546"/>
                </a:lnTo>
                <a:lnTo>
                  <a:pt x="5675115" y="631825"/>
                </a:lnTo>
                <a:cubicBezTo>
                  <a:pt x="5677283" y="607965"/>
                  <a:pt x="5681621" y="588441"/>
                  <a:pt x="5685960" y="566749"/>
                </a:cubicBezTo>
                <a:cubicBezTo>
                  <a:pt x="5694637" y="540718"/>
                  <a:pt x="5703314" y="512519"/>
                  <a:pt x="5711990" y="486489"/>
                </a:cubicBezTo>
                <a:cubicBezTo>
                  <a:pt x="5720667" y="458288"/>
                  <a:pt x="5727176" y="432257"/>
                  <a:pt x="5735853" y="404059"/>
                </a:cubicBezTo>
                <a:cubicBezTo>
                  <a:pt x="5744530" y="369351"/>
                  <a:pt x="5748868" y="336812"/>
                  <a:pt x="5757545" y="299937"/>
                </a:cubicBezTo>
                <a:lnTo>
                  <a:pt x="5770560" y="276074"/>
                </a:lnTo>
                <a:cubicBezTo>
                  <a:pt x="5777067" y="252214"/>
                  <a:pt x="5779237" y="230522"/>
                  <a:pt x="5783576" y="204491"/>
                </a:cubicBezTo>
                <a:cubicBezTo>
                  <a:pt x="5800929" y="176290"/>
                  <a:pt x="5818283" y="150260"/>
                  <a:pt x="5835636" y="122061"/>
                </a:cubicBezTo>
                <a:cubicBezTo>
                  <a:pt x="5824789" y="178461"/>
                  <a:pt x="5813944" y="232690"/>
                  <a:pt x="5800929" y="289089"/>
                </a:cubicBezTo>
                <a:cubicBezTo>
                  <a:pt x="5796591" y="341151"/>
                  <a:pt x="5766222" y="412736"/>
                  <a:pt x="5774899" y="427919"/>
                </a:cubicBezTo>
                <a:cubicBezTo>
                  <a:pt x="5755374" y="488657"/>
                  <a:pt x="5738021" y="547227"/>
                  <a:pt x="5716329" y="605794"/>
                </a:cubicBezTo>
                <a:lnTo>
                  <a:pt x="5704744" y="623818"/>
                </a:lnTo>
                <a:lnTo>
                  <a:pt x="5699791" y="650807"/>
                </a:lnTo>
                <a:cubicBezTo>
                  <a:pt x="5697349" y="664909"/>
                  <a:pt x="5693552" y="679550"/>
                  <a:pt x="5683792" y="696904"/>
                </a:cubicBezTo>
                <a:cubicBezTo>
                  <a:pt x="5653423" y="740288"/>
                  <a:pt x="5638237" y="783672"/>
                  <a:pt x="5623054" y="829224"/>
                </a:cubicBezTo>
                <a:cubicBezTo>
                  <a:pt x="5614377" y="850916"/>
                  <a:pt x="5605700" y="874779"/>
                  <a:pt x="5594853" y="898639"/>
                </a:cubicBezTo>
                <a:cubicBezTo>
                  <a:pt x="5590514" y="911654"/>
                  <a:pt x="5584008" y="922502"/>
                  <a:pt x="5577500" y="935517"/>
                </a:cubicBezTo>
                <a:cubicBezTo>
                  <a:pt x="5570993" y="948532"/>
                  <a:pt x="5564484" y="961547"/>
                  <a:pt x="5555807" y="974563"/>
                </a:cubicBezTo>
                <a:cubicBezTo>
                  <a:pt x="5536285" y="1009270"/>
                  <a:pt x="5516761" y="1046146"/>
                  <a:pt x="5497239" y="1078685"/>
                </a:cubicBezTo>
                <a:cubicBezTo>
                  <a:pt x="5482054" y="1117731"/>
                  <a:pt x="5456023" y="1143761"/>
                  <a:pt x="5434331" y="1180637"/>
                </a:cubicBezTo>
                <a:cubicBezTo>
                  <a:pt x="5416977" y="1221853"/>
                  <a:pt x="5386608" y="1271744"/>
                  <a:pt x="5354071" y="1317298"/>
                </a:cubicBezTo>
                <a:cubicBezTo>
                  <a:pt x="5321533" y="1362851"/>
                  <a:pt x="5288995" y="1410573"/>
                  <a:pt x="5265133" y="1451789"/>
                </a:cubicBezTo>
                <a:cubicBezTo>
                  <a:pt x="5245611" y="1477820"/>
                  <a:pt x="5226087" y="1503851"/>
                  <a:pt x="5206565" y="1527711"/>
                </a:cubicBezTo>
                <a:cubicBezTo>
                  <a:pt x="5184873" y="1551573"/>
                  <a:pt x="5165349" y="1575433"/>
                  <a:pt x="5143657" y="1601464"/>
                </a:cubicBezTo>
                <a:cubicBezTo>
                  <a:pt x="5137151" y="1612311"/>
                  <a:pt x="5128474" y="1620988"/>
                  <a:pt x="5121965" y="1631833"/>
                </a:cubicBezTo>
                <a:cubicBezTo>
                  <a:pt x="5113288" y="1642680"/>
                  <a:pt x="5106781" y="1651357"/>
                  <a:pt x="5098105" y="1662202"/>
                </a:cubicBezTo>
                <a:cubicBezTo>
                  <a:pt x="5085089" y="1673049"/>
                  <a:pt x="5072074" y="1683894"/>
                  <a:pt x="5061227" y="1692571"/>
                </a:cubicBezTo>
                <a:lnTo>
                  <a:pt x="5000915" y="1759348"/>
                </a:lnTo>
                <a:lnTo>
                  <a:pt x="5002657" y="1766324"/>
                </a:lnTo>
                <a:cubicBezTo>
                  <a:pt x="4976626" y="1794525"/>
                  <a:pt x="4959273" y="1814047"/>
                  <a:pt x="4939751" y="1831400"/>
                </a:cubicBezTo>
                <a:cubicBezTo>
                  <a:pt x="4918059" y="1846586"/>
                  <a:pt x="4894196" y="1861769"/>
                  <a:pt x="4872505" y="1879123"/>
                </a:cubicBezTo>
                <a:lnTo>
                  <a:pt x="4818275" y="1922507"/>
                </a:lnTo>
                <a:close/>
                <a:moveTo>
                  <a:pt x="1583173" y="2117115"/>
                </a:moveTo>
                <a:lnTo>
                  <a:pt x="1583979" y="2113398"/>
                </a:lnTo>
                <a:lnTo>
                  <a:pt x="1575826" y="2107629"/>
                </a:lnTo>
                <a:lnTo>
                  <a:pt x="1575847" y="2108247"/>
                </a:lnTo>
                <a:close/>
                <a:moveTo>
                  <a:pt x="1217383" y="2132920"/>
                </a:moveTo>
                <a:cubicBezTo>
                  <a:pt x="1204368" y="2124243"/>
                  <a:pt x="1191353" y="2115566"/>
                  <a:pt x="1178338" y="2106889"/>
                </a:cubicBezTo>
                <a:cubicBezTo>
                  <a:pt x="1165322" y="2098212"/>
                  <a:pt x="1154477" y="2087367"/>
                  <a:pt x="1141462" y="2078691"/>
                </a:cubicBezTo>
                <a:cubicBezTo>
                  <a:pt x="1111093" y="2052660"/>
                  <a:pt x="1078554" y="2028798"/>
                  <a:pt x="1050355" y="2002767"/>
                </a:cubicBezTo>
                <a:cubicBezTo>
                  <a:pt x="1022154" y="1976736"/>
                  <a:pt x="993956" y="1950706"/>
                  <a:pt x="965755" y="1926846"/>
                </a:cubicBezTo>
                <a:cubicBezTo>
                  <a:pt x="937556" y="1900815"/>
                  <a:pt x="913694" y="1874785"/>
                  <a:pt x="887663" y="1850922"/>
                </a:cubicBezTo>
                <a:cubicBezTo>
                  <a:pt x="874648" y="1837907"/>
                  <a:pt x="861633" y="1824892"/>
                  <a:pt x="850788" y="1814047"/>
                </a:cubicBezTo>
                <a:cubicBezTo>
                  <a:pt x="839940" y="1801031"/>
                  <a:pt x="826925" y="1788016"/>
                  <a:pt x="816080" y="1775001"/>
                </a:cubicBezTo>
                <a:cubicBezTo>
                  <a:pt x="818248" y="1770662"/>
                  <a:pt x="839940" y="1783678"/>
                  <a:pt x="829096" y="1757647"/>
                </a:cubicBezTo>
                <a:cubicBezTo>
                  <a:pt x="844279" y="1770662"/>
                  <a:pt x="859465" y="1783678"/>
                  <a:pt x="872480" y="1796693"/>
                </a:cubicBezTo>
                <a:cubicBezTo>
                  <a:pt x="889833" y="1809708"/>
                  <a:pt x="905017" y="1822724"/>
                  <a:pt x="920202" y="1833568"/>
                </a:cubicBezTo>
                <a:cubicBezTo>
                  <a:pt x="939724" y="1855261"/>
                  <a:pt x="959248" y="1874785"/>
                  <a:pt x="978770" y="1896477"/>
                </a:cubicBezTo>
                <a:lnTo>
                  <a:pt x="983748" y="1900747"/>
                </a:lnTo>
                <a:lnTo>
                  <a:pt x="920202" y="1833568"/>
                </a:lnTo>
                <a:cubicBezTo>
                  <a:pt x="905017" y="1820553"/>
                  <a:pt x="889833" y="1809708"/>
                  <a:pt x="874648" y="1796693"/>
                </a:cubicBezTo>
                <a:cubicBezTo>
                  <a:pt x="859465" y="1783678"/>
                  <a:pt x="846449" y="1770662"/>
                  <a:pt x="831264" y="1757647"/>
                </a:cubicBezTo>
                <a:cubicBezTo>
                  <a:pt x="816080" y="1738123"/>
                  <a:pt x="798727" y="1718601"/>
                  <a:pt x="783541" y="1699077"/>
                </a:cubicBezTo>
                <a:cubicBezTo>
                  <a:pt x="768358" y="1679556"/>
                  <a:pt x="753172" y="1657863"/>
                  <a:pt x="737989" y="1638339"/>
                </a:cubicBezTo>
                <a:cubicBezTo>
                  <a:pt x="744495" y="1631833"/>
                  <a:pt x="766187" y="1642678"/>
                  <a:pt x="794388" y="1675217"/>
                </a:cubicBezTo>
                <a:lnTo>
                  <a:pt x="797157" y="1678478"/>
                </a:lnTo>
                <a:lnTo>
                  <a:pt x="822858" y="1684165"/>
                </a:lnTo>
                <a:cubicBezTo>
                  <a:pt x="836144" y="1693113"/>
                  <a:pt x="854040" y="1709925"/>
                  <a:pt x="881154" y="1738123"/>
                </a:cubicBezTo>
                <a:cubicBezTo>
                  <a:pt x="909355" y="1761986"/>
                  <a:pt x="939724" y="1783678"/>
                  <a:pt x="961416" y="1803200"/>
                </a:cubicBezTo>
                <a:cubicBezTo>
                  <a:pt x="983108" y="1822724"/>
                  <a:pt x="996124" y="1840077"/>
                  <a:pt x="996124" y="1850922"/>
                </a:cubicBezTo>
                <a:cubicBezTo>
                  <a:pt x="1002630" y="1859599"/>
                  <a:pt x="1006969" y="1866108"/>
                  <a:pt x="1015645" y="1874785"/>
                </a:cubicBezTo>
                <a:cubicBezTo>
                  <a:pt x="1043846" y="1898645"/>
                  <a:pt x="1067707" y="1920337"/>
                  <a:pt x="1098076" y="1944199"/>
                </a:cubicBezTo>
                <a:cubicBezTo>
                  <a:pt x="1091569" y="1952876"/>
                  <a:pt x="1080722" y="1957215"/>
                  <a:pt x="1074215" y="1963721"/>
                </a:cubicBezTo>
                <a:lnTo>
                  <a:pt x="997449" y="1878424"/>
                </a:lnTo>
                <a:lnTo>
                  <a:pt x="993956" y="1879123"/>
                </a:lnTo>
                <a:lnTo>
                  <a:pt x="1066602" y="1959841"/>
                </a:lnTo>
                <a:lnTo>
                  <a:pt x="1074215" y="1963721"/>
                </a:lnTo>
                <a:cubicBezTo>
                  <a:pt x="1080724" y="1957215"/>
                  <a:pt x="1089401" y="1950706"/>
                  <a:pt x="1098078" y="1944199"/>
                </a:cubicBezTo>
                <a:cubicBezTo>
                  <a:pt x="1163154" y="2000599"/>
                  <a:pt x="1232569" y="2056998"/>
                  <a:pt x="1304152" y="2106889"/>
                </a:cubicBezTo>
                <a:cubicBezTo>
                  <a:pt x="1291137" y="2111228"/>
                  <a:pt x="1280292" y="2115566"/>
                  <a:pt x="1262938" y="2119904"/>
                </a:cubicBezTo>
                <a:cubicBezTo>
                  <a:pt x="1269444" y="2124243"/>
                  <a:pt x="1271615" y="2126413"/>
                  <a:pt x="1278121" y="2130752"/>
                </a:cubicBezTo>
                <a:cubicBezTo>
                  <a:pt x="1256429" y="2130752"/>
                  <a:pt x="1239076" y="2132920"/>
                  <a:pt x="1217383" y="2132920"/>
                </a:cubicBezTo>
                <a:close/>
                <a:moveTo>
                  <a:pt x="1495043" y="2280428"/>
                </a:moveTo>
                <a:cubicBezTo>
                  <a:pt x="1469012" y="2267413"/>
                  <a:pt x="1445150" y="2256566"/>
                  <a:pt x="1425628" y="2243551"/>
                </a:cubicBezTo>
                <a:cubicBezTo>
                  <a:pt x="1406104" y="2232706"/>
                  <a:pt x="1388750" y="2221859"/>
                  <a:pt x="1373567" y="2211014"/>
                </a:cubicBezTo>
                <a:cubicBezTo>
                  <a:pt x="1345366" y="2191490"/>
                  <a:pt x="1328012" y="2176306"/>
                  <a:pt x="1317167" y="2163291"/>
                </a:cubicBezTo>
                <a:cubicBezTo>
                  <a:pt x="1388750" y="2193660"/>
                  <a:pt x="1425628" y="2221859"/>
                  <a:pt x="1464674" y="2245721"/>
                </a:cubicBezTo>
                <a:cubicBezTo>
                  <a:pt x="1473350" y="2256566"/>
                  <a:pt x="1501549" y="2278258"/>
                  <a:pt x="1495043" y="2280428"/>
                </a:cubicBezTo>
                <a:close/>
                <a:moveTo>
                  <a:pt x="1861641" y="2380212"/>
                </a:moveTo>
                <a:cubicBezTo>
                  <a:pt x="1816086" y="2358520"/>
                  <a:pt x="1768363" y="2334658"/>
                  <a:pt x="1722811" y="2312965"/>
                </a:cubicBezTo>
                <a:cubicBezTo>
                  <a:pt x="1735826" y="2312965"/>
                  <a:pt x="1744503" y="2312965"/>
                  <a:pt x="1757518" y="2310797"/>
                </a:cubicBezTo>
                <a:cubicBezTo>
                  <a:pt x="1798732" y="2332490"/>
                  <a:pt x="1833440" y="2352011"/>
                  <a:pt x="1876824" y="2371535"/>
                </a:cubicBezTo>
                <a:cubicBezTo>
                  <a:pt x="1872485" y="2373703"/>
                  <a:pt x="1868147" y="2375874"/>
                  <a:pt x="1861641" y="2380212"/>
                </a:cubicBezTo>
                <a:close/>
                <a:moveTo>
                  <a:pt x="3611567" y="2391251"/>
                </a:moveTo>
                <a:lnTo>
                  <a:pt x="3772715" y="2360688"/>
                </a:lnTo>
                <a:cubicBezTo>
                  <a:pt x="3783560" y="2358518"/>
                  <a:pt x="3792237" y="2356350"/>
                  <a:pt x="3803084" y="2354179"/>
                </a:cubicBezTo>
                <a:cubicBezTo>
                  <a:pt x="3826944" y="2334658"/>
                  <a:pt x="3874667" y="2323810"/>
                  <a:pt x="3900697" y="2319472"/>
                </a:cubicBezTo>
                <a:cubicBezTo>
                  <a:pt x="3922390" y="2312965"/>
                  <a:pt x="3944082" y="2306457"/>
                  <a:pt x="3961435" y="2299950"/>
                </a:cubicBezTo>
                <a:cubicBezTo>
                  <a:pt x="3987466" y="2276088"/>
                  <a:pt x="4037359" y="2263072"/>
                  <a:pt x="4059051" y="2250057"/>
                </a:cubicBezTo>
                <a:cubicBezTo>
                  <a:pt x="4095926" y="2237042"/>
                  <a:pt x="4132804" y="2224027"/>
                  <a:pt x="4169679" y="2211011"/>
                </a:cubicBezTo>
                <a:lnTo>
                  <a:pt x="4240558" y="2183216"/>
                </a:lnTo>
                <a:lnTo>
                  <a:pt x="4271633" y="2165459"/>
                </a:lnTo>
                <a:lnTo>
                  <a:pt x="4299830" y="2156784"/>
                </a:lnTo>
                <a:lnTo>
                  <a:pt x="4338878" y="2135090"/>
                </a:lnTo>
                <a:lnTo>
                  <a:pt x="4349137" y="2127960"/>
                </a:lnTo>
                <a:lnTo>
                  <a:pt x="4375756" y="2102553"/>
                </a:lnTo>
                <a:cubicBezTo>
                  <a:pt x="4393110" y="2091706"/>
                  <a:pt x="4414801" y="2078691"/>
                  <a:pt x="4434323" y="2067846"/>
                </a:cubicBezTo>
                <a:lnTo>
                  <a:pt x="4500956" y="2035183"/>
                </a:lnTo>
                <a:lnTo>
                  <a:pt x="4525430" y="2020121"/>
                </a:lnTo>
                <a:cubicBezTo>
                  <a:pt x="4553631" y="2002767"/>
                  <a:pt x="4581830" y="1983245"/>
                  <a:pt x="4610031" y="1963721"/>
                </a:cubicBezTo>
                <a:cubicBezTo>
                  <a:pt x="4616537" y="1950706"/>
                  <a:pt x="4631723" y="1939861"/>
                  <a:pt x="4646906" y="1929014"/>
                </a:cubicBezTo>
                <a:cubicBezTo>
                  <a:pt x="4662092" y="1918169"/>
                  <a:pt x="4677275" y="1907322"/>
                  <a:pt x="4688122" y="1902983"/>
                </a:cubicBezTo>
                <a:cubicBezTo>
                  <a:pt x="4722830" y="1876953"/>
                  <a:pt x="4759705" y="1850922"/>
                  <a:pt x="4794412" y="1822724"/>
                </a:cubicBezTo>
                <a:cubicBezTo>
                  <a:pt x="4807428" y="1792355"/>
                  <a:pt x="4848644" y="1766324"/>
                  <a:pt x="4870336" y="1751138"/>
                </a:cubicBezTo>
                <a:cubicBezTo>
                  <a:pt x="4898535" y="1727278"/>
                  <a:pt x="4926735" y="1703416"/>
                  <a:pt x="4954934" y="1679556"/>
                </a:cubicBezTo>
                <a:cubicBezTo>
                  <a:pt x="5046041" y="1588449"/>
                  <a:pt x="5147995" y="1477818"/>
                  <a:pt x="5210901" y="1391049"/>
                </a:cubicBezTo>
                <a:lnTo>
                  <a:pt x="5246128" y="1331165"/>
                </a:lnTo>
                <a:lnTo>
                  <a:pt x="5247779" y="1325973"/>
                </a:lnTo>
                <a:cubicBezTo>
                  <a:pt x="5265133" y="1299942"/>
                  <a:pt x="5286825" y="1269573"/>
                  <a:pt x="5304178" y="1239204"/>
                </a:cubicBezTo>
                <a:cubicBezTo>
                  <a:pt x="5310687" y="1230528"/>
                  <a:pt x="5315026" y="1221851"/>
                  <a:pt x="5321533" y="1213174"/>
                </a:cubicBezTo>
                <a:lnTo>
                  <a:pt x="5344607" y="1181170"/>
                </a:lnTo>
                <a:lnTo>
                  <a:pt x="5351902" y="1167622"/>
                </a:lnTo>
                <a:cubicBezTo>
                  <a:pt x="5371423" y="1139421"/>
                  <a:pt x="5386608" y="1111222"/>
                  <a:pt x="5397453" y="1089530"/>
                </a:cubicBezTo>
                <a:cubicBezTo>
                  <a:pt x="5432161" y="1028792"/>
                  <a:pt x="5458192" y="968054"/>
                  <a:pt x="5486392" y="905146"/>
                </a:cubicBezTo>
                <a:cubicBezTo>
                  <a:pt x="5512423" y="842240"/>
                  <a:pt x="5540621" y="779331"/>
                  <a:pt x="5573161" y="707748"/>
                </a:cubicBezTo>
                <a:cubicBezTo>
                  <a:pt x="5576415" y="688227"/>
                  <a:pt x="5589430" y="655145"/>
                  <a:pt x="5598649" y="627486"/>
                </a:cubicBezTo>
                <a:lnTo>
                  <a:pt x="5606968" y="596090"/>
                </a:lnTo>
                <a:lnTo>
                  <a:pt x="5543685" y="768994"/>
                </a:lnTo>
                <a:cubicBezTo>
                  <a:pt x="5504169" y="862422"/>
                  <a:pt x="5459683" y="953235"/>
                  <a:pt x="5410562" y="1041106"/>
                </a:cubicBezTo>
                <a:lnTo>
                  <a:pt x="5391072" y="1071921"/>
                </a:lnTo>
                <a:lnTo>
                  <a:pt x="5390947" y="1072176"/>
                </a:lnTo>
                <a:cubicBezTo>
                  <a:pt x="5382270" y="1093868"/>
                  <a:pt x="5364916" y="1122069"/>
                  <a:pt x="5345392" y="1150268"/>
                </a:cubicBezTo>
                <a:cubicBezTo>
                  <a:pt x="5325870" y="1178469"/>
                  <a:pt x="5308517" y="1208838"/>
                  <a:pt x="5299840" y="1234868"/>
                </a:cubicBezTo>
                <a:cubicBezTo>
                  <a:pt x="5284654" y="1254390"/>
                  <a:pt x="5265133" y="1276082"/>
                  <a:pt x="5247779" y="1299945"/>
                </a:cubicBezTo>
                <a:cubicBezTo>
                  <a:pt x="5230425" y="1323805"/>
                  <a:pt x="5215240" y="1349835"/>
                  <a:pt x="5204395" y="1373698"/>
                </a:cubicBezTo>
                <a:cubicBezTo>
                  <a:pt x="5141486" y="1460466"/>
                  <a:pt x="5039535" y="1571095"/>
                  <a:pt x="4948428" y="1662202"/>
                </a:cubicBezTo>
                <a:cubicBezTo>
                  <a:pt x="4920227" y="1686064"/>
                  <a:pt x="4892029" y="1709925"/>
                  <a:pt x="4863827" y="1733787"/>
                </a:cubicBezTo>
                <a:lnTo>
                  <a:pt x="4855711" y="1739959"/>
                </a:lnTo>
                <a:lnTo>
                  <a:pt x="4852211" y="1743502"/>
                </a:lnTo>
                <a:lnTo>
                  <a:pt x="4816833" y="1772341"/>
                </a:lnTo>
                <a:lnTo>
                  <a:pt x="4787906" y="1805370"/>
                </a:lnTo>
                <a:cubicBezTo>
                  <a:pt x="4753198" y="1833571"/>
                  <a:pt x="4718491" y="1859601"/>
                  <a:pt x="4681613" y="1885632"/>
                </a:cubicBezTo>
                <a:lnTo>
                  <a:pt x="4664959" y="1896153"/>
                </a:lnTo>
                <a:lnTo>
                  <a:pt x="4619721" y="1933031"/>
                </a:lnTo>
                <a:lnTo>
                  <a:pt x="4613189" y="1937274"/>
                </a:lnTo>
                <a:lnTo>
                  <a:pt x="4603522" y="1946370"/>
                </a:lnTo>
                <a:cubicBezTo>
                  <a:pt x="4575323" y="1965892"/>
                  <a:pt x="4547122" y="1985416"/>
                  <a:pt x="4518924" y="2002769"/>
                </a:cubicBezTo>
                <a:cubicBezTo>
                  <a:pt x="4490723" y="2020123"/>
                  <a:pt x="4462525" y="2037477"/>
                  <a:pt x="4434323" y="2054830"/>
                </a:cubicBezTo>
                <a:lnTo>
                  <a:pt x="4424640" y="2059738"/>
                </a:lnTo>
                <a:lnTo>
                  <a:pt x="4367359" y="2096944"/>
                </a:lnTo>
                <a:lnTo>
                  <a:pt x="4349602" y="2105901"/>
                </a:lnTo>
                <a:lnTo>
                  <a:pt x="4332371" y="2117736"/>
                </a:lnTo>
                <a:cubicBezTo>
                  <a:pt x="4315018" y="2128584"/>
                  <a:pt x="4295494" y="2139429"/>
                  <a:pt x="4273802" y="2150276"/>
                </a:cubicBezTo>
                <a:lnTo>
                  <a:pt x="4219078" y="2171738"/>
                </a:lnTo>
                <a:lnTo>
                  <a:pt x="4097113" y="2233257"/>
                </a:lnTo>
                <a:cubicBezTo>
                  <a:pt x="4004268" y="2273872"/>
                  <a:pt x="3908778" y="2309558"/>
                  <a:pt x="3810966" y="2339980"/>
                </a:cubicBezTo>
                <a:close/>
                <a:moveTo>
                  <a:pt x="3434318" y="2432271"/>
                </a:moveTo>
                <a:cubicBezTo>
                  <a:pt x="3458180" y="2431187"/>
                  <a:pt x="3476076" y="2426849"/>
                  <a:pt x="3489904" y="2421968"/>
                </a:cubicBezTo>
                <a:lnTo>
                  <a:pt x="3508260" y="2413988"/>
                </a:lnTo>
                <a:lnTo>
                  <a:pt x="3395689" y="2431169"/>
                </a:lnTo>
                <a:close/>
                <a:moveTo>
                  <a:pt x="3115443" y="2471317"/>
                </a:moveTo>
                <a:cubicBezTo>
                  <a:pt x="3119781" y="2469149"/>
                  <a:pt x="3126290" y="2469149"/>
                  <a:pt x="3134967" y="2466978"/>
                </a:cubicBezTo>
                <a:cubicBezTo>
                  <a:pt x="3180519" y="2460472"/>
                  <a:pt x="3223903" y="2456133"/>
                  <a:pt x="3269458" y="2451795"/>
                </a:cubicBezTo>
                <a:cubicBezTo>
                  <a:pt x="3274338" y="2450711"/>
                  <a:pt x="3282339" y="2449219"/>
                  <a:pt x="3291589" y="2447491"/>
                </a:cubicBezTo>
                <a:lnTo>
                  <a:pt x="3302325" y="2445418"/>
                </a:lnTo>
                <a:lnTo>
                  <a:pt x="3269182" y="2450476"/>
                </a:lnTo>
                <a:lnTo>
                  <a:pt x="3039972" y="2462050"/>
                </a:lnTo>
                <a:close/>
                <a:moveTo>
                  <a:pt x="3566117" y="2502995"/>
                </a:moveTo>
                <a:lnTo>
                  <a:pt x="3744787" y="2463184"/>
                </a:lnTo>
                <a:lnTo>
                  <a:pt x="3919185" y="2408971"/>
                </a:lnTo>
                <a:close/>
                <a:moveTo>
                  <a:pt x="3719971" y="2526104"/>
                </a:moveTo>
                <a:lnTo>
                  <a:pt x="3722825" y="2525548"/>
                </a:lnTo>
                <a:lnTo>
                  <a:pt x="3725537" y="2524533"/>
                </a:lnTo>
                <a:close/>
                <a:moveTo>
                  <a:pt x="3245598" y="2558088"/>
                </a:moveTo>
                <a:lnTo>
                  <a:pt x="3337099" y="2535211"/>
                </a:lnTo>
                <a:lnTo>
                  <a:pt x="3338873" y="2529887"/>
                </a:lnTo>
                <a:cubicBezTo>
                  <a:pt x="3356227" y="2519042"/>
                  <a:pt x="3399611" y="2508195"/>
                  <a:pt x="3510242" y="2501688"/>
                </a:cubicBezTo>
                <a:cubicBezTo>
                  <a:pt x="3555794" y="2493011"/>
                  <a:pt x="3594840" y="2482164"/>
                  <a:pt x="3631717" y="2471319"/>
                </a:cubicBezTo>
                <a:cubicBezTo>
                  <a:pt x="3666425" y="2460472"/>
                  <a:pt x="3698962" y="2453965"/>
                  <a:pt x="3729331" y="2443118"/>
                </a:cubicBezTo>
                <a:cubicBezTo>
                  <a:pt x="3759700" y="2434441"/>
                  <a:pt x="3787901" y="2425764"/>
                  <a:pt x="3818270" y="2414920"/>
                </a:cubicBezTo>
                <a:cubicBezTo>
                  <a:pt x="3848639" y="2406243"/>
                  <a:pt x="3879008" y="2395396"/>
                  <a:pt x="3915883" y="2384551"/>
                </a:cubicBezTo>
                <a:cubicBezTo>
                  <a:pt x="3941914" y="2380212"/>
                  <a:pt x="3967944" y="2378042"/>
                  <a:pt x="3991807" y="2371535"/>
                </a:cubicBezTo>
                <a:lnTo>
                  <a:pt x="3940410" y="2402373"/>
                </a:lnTo>
                <a:lnTo>
                  <a:pt x="3941914" y="2401904"/>
                </a:lnTo>
                <a:cubicBezTo>
                  <a:pt x="3959267" y="2391057"/>
                  <a:pt x="3980959" y="2378042"/>
                  <a:pt x="3996145" y="2369365"/>
                </a:cubicBezTo>
                <a:cubicBezTo>
                  <a:pt x="4006990" y="2365027"/>
                  <a:pt x="4015667" y="2362858"/>
                  <a:pt x="4026514" y="2358520"/>
                </a:cubicBezTo>
                <a:lnTo>
                  <a:pt x="4028536" y="2357960"/>
                </a:lnTo>
                <a:lnTo>
                  <a:pt x="4041697" y="2343334"/>
                </a:lnTo>
                <a:cubicBezTo>
                  <a:pt x="4065560" y="2334658"/>
                  <a:pt x="4089420" y="2325981"/>
                  <a:pt x="4113282" y="2317304"/>
                </a:cubicBezTo>
                <a:cubicBezTo>
                  <a:pt x="4137142" y="2306459"/>
                  <a:pt x="4161005" y="2297782"/>
                  <a:pt x="4182697" y="2289105"/>
                </a:cubicBezTo>
                <a:cubicBezTo>
                  <a:pt x="4184865" y="2280428"/>
                  <a:pt x="4206558" y="2271752"/>
                  <a:pt x="4230420" y="2260904"/>
                </a:cubicBezTo>
                <a:cubicBezTo>
                  <a:pt x="4254280" y="2250059"/>
                  <a:pt x="4280310" y="2239212"/>
                  <a:pt x="4293326" y="2228367"/>
                </a:cubicBezTo>
                <a:cubicBezTo>
                  <a:pt x="4310679" y="2221859"/>
                  <a:pt x="4328033" y="2215352"/>
                  <a:pt x="4345387" y="2206675"/>
                </a:cubicBezTo>
                <a:lnTo>
                  <a:pt x="4381087" y="2191155"/>
                </a:lnTo>
                <a:lnTo>
                  <a:pt x="4399618" y="2178474"/>
                </a:lnTo>
                <a:cubicBezTo>
                  <a:pt x="4429987" y="2158953"/>
                  <a:pt x="4462525" y="2141599"/>
                  <a:pt x="4490725" y="2124245"/>
                </a:cubicBezTo>
                <a:cubicBezTo>
                  <a:pt x="4525432" y="2111230"/>
                  <a:pt x="4570985" y="2085199"/>
                  <a:pt x="4618708" y="2054830"/>
                </a:cubicBezTo>
                <a:lnTo>
                  <a:pt x="4743722" y="1965236"/>
                </a:lnTo>
                <a:lnTo>
                  <a:pt x="4735845" y="1965892"/>
                </a:lnTo>
                <a:cubicBezTo>
                  <a:pt x="4698967" y="1996261"/>
                  <a:pt x="4651244" y="2028800"/>
                  <a:pt x="4605692" y="2059169"/>
                </a:cubicBezTo>
                <a:cubicBezTo>
                  <a:pt x="4560137" y="2089538"/>
                  <a:pt x="4512415" y="2113398"/>
                  <a:pt x="4477707" y="2128584"/>
                </a:cubicBezTo>
                <a:cubicBezTo>
                  <a:pt x="4449509" y="2145937"/>
                  <a:pt x="4419140" y="2163291"/>
                  <a:pt x="4386601" y="2182813"/>
                </a:cubicBezTo>
                <a:cubicBezTo>
                  <a:pt x="4369247" y="2189322"/>
                  <a:pt x="4354064" y="2197998"/>
                  <a:pt x="4336710" y="2204505"/>
                </a:cubicBezTo>
                <a:cubicBezTo>
                  <a:pt x="4319356" y="2211014"/>
                  <a:pt x="4302002" y="2217520"/>
                  <a:pt x="4284649" y="2226197"/>
                </a:cubicBezTo>
                <a:cubicBezTo>
                  <a:pt x="4271633" y="2237044"/>
                  <a:pt x="4245603" y="2247889"/>
                  <a:pt x="4221740" y="2258736"/>
                </a:cubicBezTo>
                <a:cubicBezTo>
                  <a:pt x="4197881" y="2269581"/>
                  <a:pt x="4176188" y="2278258"/>
                  <a:pt x="4174018" y="2286935"/>
                </a:cubicBezTo>
                <a:cubicBezTo>
                  <a:pt x="4152326" y="2295612"/>
                  <a:pt x="4128465" y="2306459"/>
                  <a:pt x="4104603" y="2315136"/>
                </a:cubicBezTo>
                <a:cubicBezTo>
                  <a:pt x="4080743" y="2325981"/>
                  <a:pt x="4056881" y="2332490"/>
                  <a:pt x="4033020" y="2341166"/>
                </a:cubicBezTo>
                <a:cubicBezTo>
                  <a:pt x="4028682" y="2345505"/>
                  <a:pt x="4020005" y="2354182"/>
                  <a:pt x="4013496" y="2360688"/>
                </a:cubicBezTo>
                <a:cubicBezTo>
                  <a:pt x="4002651" y="2365027"/>
                  <a:pt x="3993975" y="2367197"/>
                  <a:pt x="3983127" y="2371535"/>
                </a:cubicBezTo>
                <a:cubicBezTo>
                  <a:pt x="3957097" y="2378042"/>
                  <a:pt x="3931066" y="2380212"/>
                  <a:pt x="3907206" y="2384551"/>
                </a:cubicBezTo>
                <a:cubicBezTo>
                  <a:pt x="3872499" y="2395396"/>
                  <a:pt x="3839959" y="2406243"/>
                  <a:pt x="3809590" y="2414920"/>
                </a:cubicBezTo>
                <a:cubicBezTo>
                  <a:pt x="3779222" y="2423596"/>
                  <a:pt x="3748853" y="2432273"/>
                  <a:pt x="3720654" y="2443118"/>
                </a:cubicBezTo>
                <a:cubicBezTo>
                  <a:pt x="3690285" y="2453965"/>
                  <a:pt x="3657746" y="2460472"/>
                  <a:pt x="3623038" y="2471319"/>
                </a:cubicBezTo>
                <a:cubicBezTo>
                  <a:pt x="3588331" y="2482164"/>
                  <a:pt x="3549285" y="2493011"/>
                  <a:pt x="3501563" y="2501688"/>
                </a:cubicBezTo>
                <a:cubicBezTo>
                  <a:pt x="3388764" y="2508195"/>
                  <a:pt x="3347550" y="2521210"/>
                  <a:pt x="3330196" y="2529887"/>
                </a:cubicBezTo>
                <a:cubicBezTo>
                  <a:pt x="3328026" y="2532057"/>
                  <a:pt x="3328026" y="2534225"/>
                  <a:pt x="3325858" y="2536395"/>
                </a:cubicBezTo>
                <a:lnTo>
                  <a:pt x="3243464" y="2556994"/>
                </a:lnTo>
                <a:close/>
                <a:moveTo>
                  <a:pt x="2174005" y="2581948"/>
                </a:moveTo>
                <a:cubicBezTo>
                  <a:pt x="2163160" y="2579777"/>
                  <a:pt x="2150145" y="2577609"/>
                  <a:pt x="2139297" y="2575439"/>
                </a:cubicBezTo>
                <a:cubicBezTo>
                  <a:pt x="2098084" y="2562424"/>
                  <a:pt x="2056867" y="2545070"/>
                  <a:pt x="2015653" y="2529887"/>
                </a:cubicBezTo>
                <a:lnTo>
                  <a:pt x="1954915" y="2506024"/>
                </a:lnTo>
                <a:cubicBezTo>
                  <a:pt x="1935391" y="2497347"/>
                  <a:pt x="1913699" y="2488671"/>
                  <a:pt x="1894178" y="2479994"/>
                </a:cubicBezTo>
                <a:cubicBezTo>
                  <a:pt x="1865977" y="2471317"/>
                  <a:pt x="1839946" y="2460472"/>
                  <a:pt x="1813916" y="2451795"/>
                </a:cubicBezTo>
                <a:cubicBezTo>
                  <a:pt x="1790055" y="2440948"/>
                  <a:pt x="1766193" y="2432271"/>
                  <a:pt x="1744501" y="2421426"/>
                </a:cubicBezTo>
                <a:cubicBezTo>
                  <a:pt x="1722809" y="2412749"/>
                  <a:pt x="1705455" y="2401902"/>
                  <a:pt x="1690272" y="2393225"/>
                </a:cubicBezTo>
                <a:cubicBezTo>
                  <a:pt x="1675086" y="2382380"/>
                  <a:pt x="1664241" y="2373703"/>
                  <a:pt x="1655564" y="2365027"/>
                </a:cubicBezTo>
                <a:cubicBezTo>
                  <a:pt x="1770531" y="2406240"/>
                  <a:pt x="1844285" y="2443118"/>
                  <a:pt x="1905022" y="2471317"/>
                </a:cubicBezTo>
                <a:cubicBezTo>
                  <a:pt x="1933223" y="2482164"/>
                  <a:pt x="1963592" y="2490841"/>
                  <a:pt x="1993961" y="2499518"/>
                </a:cubicBezTo>
                <a:cubicBezTo>
                  <a:pt x="2017822" y="2508195"/>
                  <a:pt x="2039514" y="2514701"/>
                  <a:pt x="2061206" y="2523378"/>
                </a:cubicBezTo>
                <a:cubicBezTo>
                  <a:pt x="2082898" y="2532055"/>
                  <a:pt x="2104590" y="2538564"/>
                  <a:pt x="2128453" y="2545070"/>
                </a:cubicBezTo>
                <a:cubicBezTo>
                  <a:pt x="2150145" y="2553747"/>
                  <a:pt x="2169666" y="2562424"/>
                  <a:pt x="2187020" y="2571101"/>
                </a:cubicBezTo>
                <a:cubicBezTo>
                  <a:pt x="2182682" y="2573271"/>
                  <a:pt x="2178343" y="2577609"/>
                  <a:pt x="2174005" y="2581948"/>
                </a:cubicBezTo>
                <a:close/>
                <a:moveTo>
                  <a:pt x="3260781" y="2586286"/>
                </a:moveTo>
                <a:cubicBezTo>
                  <a:pt x="3260781" y="2579777"/>
                  <a:pt x="3256443" y="2575439"/>
                  <a:pt x="3254275" y="2568932"/>
                </a:cubicBezTo>
                <a:cubicBezTo>
                  <a:pt x="3284644" y="2568932"/>
                  <a:pt x="3312842" y="2564594"/>
                  <a:pt x="3349720" y="2560256"/>
                </a:cubicBezTo>
                <a:cubicBezTo>
                  <a:pt x="3384427" y="2555917"/>
                  <a:pt x="3427812" y="2553747"/>
                  <a:pt x="3488550" y="2547240"/>
                </a:cubicBezTo>
                <a:cubicBezTo>
                  <a:pt x="3453842" y="2555917"/>
                  <a:pt x="3429980" y="2564594"/>
                  <a:pt x="3397443" y="2568932"/>
                </a:cubicBezTo>
                <a:cubicBezTo>
                  <a:pt x="3364903" y="2573271"/>
                  <a:pt x="3325858" y="2579777"/>
                  <a:pt x="3260781" y="2586286"/>
                </a:cubicBezTo>
                <a:close/>
                <a:moveTo>
                  <a:pt x="3076397" y="2696917"/>
                </a:moveTo>
                <a:cubicBezTo>
                  <a:pt x="3056875" y="2696917"/>
                  <a:pt x="3043860" y="2696917"/>
                  <a:pt x="3024336" y="2696917"/>
                </a:cubicBezTo>
                <a:cubicBezTo>
                  <a:pt x="3002644" y="2694747"/>
                  <a:pt x="2978784" y="2694747"/>
                  <a:pt x="2957092" y="2692578"/>
                </a:cubicBezTo>
                <a:cubicBezTo>
                  <a:pt x="2907199" y="2690408"/>
                  <a:pt x="2859476" y="2690408"/>
                  <a:pt x="2811753" y="2688240"/>
                </a:cubicBezTo>
                <a:cubicBezTo>
                  <a:pt x="2777046" y="2686069"/>
                  <a:pt x="2740170" y="2683901"/>
                  <a:pt x="2703293" y="2679563"/>
                </a:cubicBezTo>
                <a:cubicBezTo>
                  <a:pt x="2672924" y="2677393"/>
                  <a:pt x="2640387" y="2670887"/>
                  <a:pt x="2607847" y="2666548"/>
                </a:cubicBezTo>
                <a:cubicBezTo>
                  <a:pt x="2575310" y="2662210"/>
                  <a:pt x="2544941" y="2657871"/>
                  <a:pt x="2512402" y="2651363"/>
                </a:cubicBezTo>
                <a:cubicBezTo>
                  <a:pt x="2464679" y="2642686"/>
                  <a:pt x="2412618" y="2638347"/>
                  <a:pt x="2367066" y="2629670"/>
                </a:cubicBezTo>
                <a:cubicBezTo>
                  <a:pt x="2321511" y="2618825"/>
                  <a:pt x="2280297" y="2607978"/>
                  <a:pt x="2254267" y="2592795"/>
                </a:cubicBezTo>
                <a:lnTo>
                  <a:pt x="2255572" y="2591848"/>
                </a:lnTo>
                <a:lnTo>
                  <a:pt x="2189190" y="2571103"/>
                </a:lnTo>
                <a:cubicBezTo>
                  <a:pt x="2171837" y="2562424"/>
                  <a:pt x="2152313" y="2553749"/>
                  <a:pt x="2130621" y="2545072"/>
                </a:cubicBezTo>
                <a:cubicBezTo>
                  <a:pt x="2106760" y="2538564"/>
                  <a:pt x="2085068" y="2532057"/>
                  <a:pt x="2063376" y="2523380"/>
                </a:cubicBezTo>
                <a:cubicBezTo>
                  <a:pt x="2039514" y="2514703"/>
                  <a:pt x="2017822" y="2508195"/>
                  <a:pt x="1993961" y="2499518"/>
                </a:cubicBezTo>
                <a:cubicBezTo>
                  <a:pt x="1996132" y="2490841"/>
                  <a:pt x="2005351" y="2488673"/>
                  <a:pt x="2025414" y="2491925"/>
                </a:cubicBezTo>
                <a:cubicBezTo>
                  <a:pt x="2045480" y="2495179"/>
                  <a:pt x="2076391" y="2503856"/>
                  <a:pt x="2121944" y="2516871"/>
                </a:cubicBezTo>
                <a:cubicBezTo>
                  <a:pt x="2134959" y="2519039"/>
                  <a:pt x="2150145" y="2519039"/>
                  <a:pt x="2163160" y="2519039"/>
                </a:cubicBezTo>
                <a:cubicBezTo>
                  <a:pt x="2202206" y="2538564"/>
                  <a:pt x="2239081" y="2558088"/>
                  <a:pt x="2278127" y="2575441"/>
                </a:cubicBezTo>
                <a:cubicBezTo>
                  <a:pt x="2293313" y="2577609"/>
                  <a:pt x="2312834" y="2581948"/>
                  <a:pt x="2330188" y="2586286"/>
                </a:cubicBezTo>
                <a:lnTo>
                  <a:pt x="2333445" y="2587372"/>
                </a:lnTo>
                <a:lnTo>
                  <a:pt x="2345374" y="2575441"/>
                </a:lnTo>
                <a:cubicBezTo>
                  <a:pt x="2360557" y="2579780"/>
                  <a:pt x="2375743" y="2584118"/>
                  <a:pt x="2390926" y="2588457"/>
                </a:cubicBezTo>
                <a:cubicBezTo>
                  <a:pt x="2406112" y="2592795"/>
                  <a:pt x="2421295" y="2594963"/>
                  <a:pt x="2436481" y="2599301"/>
                </a:cubicBezTo>
                <a:lnTo>
                  <a:pt x="2526239" y="2620176"/>
                </a:lnTo>
                <a:lnTo>
                  <a:pt x="2527588" y="2618825"/>
                </a:lnTo>
                <a:cubicBezTo>
                  <a:pt x="2560125" y="2623164"/>
                  <a:pt x="2597002" y="2629670"/>
                  <a:pt x="2631710" y="2636179"/>
                </a:cubicBezTo>
                <a:cubicBezTo>
                  <a:pt x="2646893" y="2638347"/>
                  <a:pt x="2664247" y="2640518"/>
                  <a:pt x="2681600" y="2644856"/>
                </a:cubicBezTo>
                <a:cubicBezTo>
                  <a:pt x="2698954" y="2647024"/>
                  <a:pt x="2716308" y="2649194"/>
                  <a:pt x="2731493" y="2649194"/>
                </a:cubicBezTo>
                <a:cubicBezTo>
                  <a:pt x="2761862" y="2649194"/>
                  <a:pt x="2794399" y="2651363"/>
                  <a:pt x="2833445" y="2653533"/>
                </a:cubicBezTo>
                <a:cubicBezTo>
                  <a:pt x="2872491" y="2653533"/>
                  <a:pt x="2918046" y="2655701"/>
                  <a:pt x="2972275" y="2651363"/>
                </a:cubicBezTo>
                <a:lnTo>
                  <a:pt x="2978301" y="2651363"/>
                </a:lnTo>
                <a:lnTo>
                  <a:pt x="2991799" y="2643770"/>
                </a:lnTo>
                <a:cubicBezTo>
                  <a:pt x="3001018" y="2640518"/>
                  <a:pt x="3012407" y="2637263"/>
                  <a:pt x="3022168" y="2634009"/>
                </a:cubicBezTo>
                <a:cubicBezTo>
                  <a:pt x="3033015" y="2634009"/>
                  <a:pt x="3043860" y="2633467"/>
                  <a:pt x="3053079" y="2633467"/>
                </a:cubicBezTo>
                <a:cubicBezTo>
                  <a:pt x="3062298" y="2633467"/>
                  <a:pt x="3069891" y="2634009"/>
                  <a:pt x="3074229" y="2636177"/>
                </a:cubicBezTo>
                <a:lnTo>
                  <a:pt x="3079922" y="2651363"/>
                </a:lnTo>
                <a:lnTo>
                  <a:pt x="3128458" y="2651363"/>
                </a:lnTo>
                <a:cubicBezTo>
                  <a:pt x="3124120" y="2657871"/>
                  <a:pt x="3117613" y="2666548"/>
                  <a:pt x="3113275" y="2673055"/>
                </a:cubicBezTo>
                <a:cubicBezTo>
                  <a:pt x="3111104" y="2675225"/>
                  <a:pt x="3108936" y="2677393"/>
                  <a:pt x="3104598" y="2683901"/>
                </a:cubicBezTo>
                <a:cubicBezTo>
                  <a:pt x="3098089" y="2688240"/>
                  <a:pt x="3087244" y="2692578"/>
                  <a:pt x="3076397" y="2696917"/>
                </a:cubicBezTo>
                <a:close/>
                <a:moveTo>
                  <a:pt x="3227761" y="2717163"/>
                </a:moveTo>
                <a:lnTo>
                  <a:pt x="3254252" y="2701267"/>
                </a:lnTo>
                <a:lnTo>
                  <a:pt x="3226074" y="2716438"/>
                </a:lnTo>
                <a:close/>
                <a:moveTo>
                  <a:pt x="3181606" y="2733521"/>
                </a:moveTo>
                <a:cubicBezTo>
                  <a:pt x="3163710" y="2733792"/>
                  <a:pt x="3145814" y="2730538"/>
                  <a:pt x="3121952" y="2722945"/>
                </a:cubicBezTo>
                <a:cubicBezTo>
                  <a:pt x="3121952" y="2722945"/>
                  <a:pt x="3124122" y="2720777"/>
                  <a:pt x="3124122" y="2720777"/>
                </a:cubicBezTo>
                <a:cubicBezTo>
                  <a:pt x="3128460" y="2716438"/>
                  <a:pt x="3130628" y="2712100"/>
                  <a:pt x="3134967" y="2705591"/>
                </a:cubicBezTo>
                <a:cubicBezTo>
                  <a:pt x="3117613" y="2703423"/>
                  <a:pt x="3100260" y="2701253"/>
                  <a:pt x="3085076" y="2699085"/>
                </a:cubicBezTo>
                <a:cubicBezTo>
                  <a:pt x="3091583" y="2694747"/>
                  <a:pt x="3102430" y="2690408"/>
                  <a:pt x="3108936" y="2686069"/>
                </a:cubicBezTo>
                <a:cubicBezTo>
                  <a:pt x="3132799" y="2686069"/>
                  <a:pt x="3156659" y="2686069"/>
                  <a:pt x="3180522" y="2683899"/>
                </a:cubicBezTo>
                <a:cubicBezTo>
                  <a:pt x="3204382" y="2681731"/>
                  <a:pt x="3226074" y="2681731"/>
                  <a:pt x="3249936" y="2681731"/>
                </a:cubicBezTo>
                <a:lnTo>
                  <a:pt x="3349718" y="2683899"/>
                </a:lnTo>
                <a:lnTo>
                  <a:pt x="3419133" y="2677393"/>
                </a:lnTo>
                <a:cubicBezTo>
                  <a:pt x="3464687" y="2668716"/>
                  <a:pt x="3508071" y="2657869"/>
                  <a:pt x="3549285" y="2649192"/>
                </a:cubicBezTo>
                <a:cubicBezTo>
                  <a:pt x="3586163" y="2638347"/>
                  <a:pt x="3612194" y="2634009"/>
                  <a:pt x="3636054" y="2629670"/>
                </a:cubicBezTo>
                <a:cubicBezTo>
                  <a:pt x="3659916" y="2627500"/>
                  <a:pt x="3681608" y="2627500"/>
                  <a:pt x="3701130" y="2627500"/>
                </a:cubicBezTo>
                <a:lnTo>
                  <a:pt x="3705658" y="2625398"/>
                </a:lnTo>
                <a:lnTo>
                  <a:pt x="3642563" y="2627502"/>
                </a:lnTo>
                <a:cubicBezTo>
                  <a:pt x="3618700" y="2629670"/>
                  <a:pt x="3590501" y="2636179"/>
                  <a:pt x="3555794" y="2647024"/>
                </a:cubicBezTo>
                <a:cubicBezTo>
                  <a:pt x="3514578" y="2655701"/>
                  <a:pt x="3471194" y="2666548"/>
                  <a:pt x="3425641" y="2675225"/>
                </a:cubicBezTo>
                <a:cubicBezTo>
                  <a:pt x="3403949" y="2677393"/>
                  <a:pt x="3382257" y="2679563"/>
                  <a:pt x="3356227" y="2681731"/>
                </a:cubicBezTo>
                <a:cubicBezTo>
                  <a:pt x="3325858" y="2681731"/>
                  <a:pt x="3291150" y="2681731"/>
                  <a:pt x="3256443" y="2679563"/>
                </a:cubicBezTo>
                <a:cubicBezTo>
                  <a:pt x="3234751" y="2679563"/>
                  <a:pt x="3210888" y="2681731"/>
                  <a:pt x="3187028" y="2681731"/>
                </a:cubicBezTo>
                <a:cubicBezTo>
                  <a:pt x="3163166" y="2683901"/>
                  <a:pt x="3139305" y="2683901"/>
                  <a:pt x="3115443" y="2683901"/>
                </a:cubicBezTo>
                <a:cubicBezTo>
                  <a:pt x="3113275" y="2679563"/>
                  <a:pt x="3115443" y="2677393"/>
                  <a:pt x="3117613" y="2675225"/>
                </a:cubicBezTo>
                <a:cubicBezTo>
                  <a:pt x="3121952" y="2668716"/>
                  <a:pt x="3128458" y="2662210"/>
                  <a:pt x="3132797" y="2653533"/>
                </a:cubicBezTo>
                <a:cubicBezTo>
                  <a:pt x="3345379" y="2644856"/>
                  <a:pt x="3586163" y="2603640"/>
                  <a:pt x="3800914" y="2542902"/>
                </a:cubicBezTo>
                <a:cubicBezTo>
                  <a:pt x="3959268" y="2497350"/>
                  <a:pt x="4108941" y="2443118"/>
                  <a:pt x="4254280" y="2371535"/>
                </a:cubicBezTo>
                <a:cubicBezTo>
                  <a:pt x="4288987" y="2352011"/>
                  <a:pt x="4330201" y="2330319"/>
                  <a:pt x="4373586" y="2308627"/>
                </a:cubicBezTo>
                <a:cubicBezTo>
                  <a:pt x="4395277" y="2297782"/>
                  <a:pt x="4419140" y="2286935"/>
                  <a:pt x="4440832" y="2273920"/>
                </a:cubicBezTo>
                <a:cubicBezTo>
                  <a:pt x="4462525" y="2260904"/>
                  <a:pt x="4486384" y="2250059"/>
                  <a:pt x="4510247" y="2237044"/>
                </a:cubicBezTo>
                <a:cubicBezTo>
                  <a:pt x="4555799" y="2211014"/>
                  <a:pt x="4599183" y="2184983"/>
                  <a:pt x="4640399" y="2158953"/>
                </a:cubicBezTo>
                <a:cubicBezTo>
                  <a:pt x="4681613" y="2130752"/>
                  <a:pt x="4716321" y="2104721"/>
                  <a:pt x="4744522" y="2078691"/>
                </a:cubicBezTo>
                <a:cubicBezTo>
                  <a:pt x="4809598" y="2030968"/>
                  <a:pt x="4874674" y="1983245"/>
                  <a:pt x="4939751" y="1926846"/>
                </a:cubicBezTo>
                <a:cubicBezTo>
                  <a:pt x="4957104" y="1911662"/>
                  <a:pt x="4976626" y="1898647"/>
                  <a:pt x="4993980" y="1883461"/>
                </a:cubicBezTo>
                <a:cubicBezTo>
                  <a:pt x="5011334" y="1868278"/>
                  <a:pt x="5028688" y="1853093"/>
                  <a:pt x="5046041" y="1837909"/>
                </a:cubicBezTo>
                <a:cubicBezTo>
                  <a:pt x="5074242" y="1814047"/>
                  <a:pt x="5098102" y="1792355"/>
                  <a:pt x="5124133" y="1766324"/>
                </a:cubicBezTo>
                <a:cubicBezTo>
                  <a:pt x="5134980" y="1746802"/>
                  <a:pt x="5147995" y="1729449"/>
                  <a:pt x="5156672" y="1712095"/>
                </a:cubicBezTo>
                <a:lnTo>
                  <a:pt x="5203411" y="1669250"/>
                </a:lnTo>
                <a:lnTo>
                  <a:pt x="5203787" y="1666559"/>
                </a:lnTo>
                <a:lnTo>
                  <a:pt x="5158842" y="1707756"/>
                </a:lnTo>
                <a:cubicBezTo>
                  <a:pt x="5150165" y="1725110"/>
                  <a:pt x="5137151" y="1742464"/>
                  <a:pt x="5126303" y="1761986"/>
                </a:cubicBezTo>
                <a:cubicBezTo>
                  <a:pt x="5100272" y="1788016"/>
                  <a:pt x="5076412" y="1809708"/>
                  <a:pt x="5048212" y="1833571"/>
                </a:cubicBezTo>
                <a:cubicBezTo>
                  <a:pt x="5030858" y="1848754"/>
                  <a:pt x="5013504" y="1863940"/>
                  <a:pt x="4996150" y="1879123"/>
                </a:cubicBezTo>
                <a:cubicBezTo>
                  <a:pt x="4978797" y="1894309"/>
                  <a:pt x="4961443" y="1907324"/>
                  <a:pt x="4941922" y="1922507"/>
                </a:cubicBezTo>
                <a:cubicBezTo>
                  <a:pt x="4876845" y="1976739"/>
                  <a:pt x="4813937" y="2026629"/>
                  <a:pt x="4746692" y="2074352"/>
                </a:cubicBezTo>
                <a:cubicBezTo>
                  <a:pt x="4718491" y="2100383"/>
                  <a:pt x="4681616" y="2128584"/>
                  <a:pt x="4642570" y="2154614"/>
                </a:cubicBezTo>
                <a:cubicBezTo>
                  <a:pt x="4601354" y="2180645"/>
                  <a:pt x="4557970" y="2208843"/>
                  <a:pt x="4512418" y="2232706"/>
                </a:cubicBezTo>
                <a:cubicBezTo>
                  <a:pt x="4488555" y="2245721"/>
                  <a:pt x="4466863" y="2256566"/>
                  <a:pt x="4443003" y="2269581"/>
                </a:cubicBezTo>
                <a:cubicBezTo>
                  <a:pt x="4421310" y="2282597"/>
                  <a:pt x="4397448" y="2293444"/>
                  <a:pt x="4375756" y="2304289"/>
                </a:cubicBezTo>
                <a:cubicBezTo>
                  <a:pt x="4332371" y="2325981"/>
                  <a:pt x="4291157" y="2347673"/>
                  <a:pt x="4256451" y="2367197"/>
                </a:cubicBezTo>
                <a:cubicBezTo>
                  <a:pt x="4111112" y="2436612"/>
                  <a:pt x="3961438" y="2490841"/>
                  <a:pt x="3803084" y="2538564"/>
                </a:cubicBezTo>
                <a:cubicBezTo>
                  <a:pt x="3588333" y="2599301"/>
                  <a:pt x="3347550" y="2640518"/>
                  <a:pt x="3134967" y="2649194"/>
                </a:cubicBezTo>
                <a:cubicBezTo>
                  <a:pt x="3117613" y="2649194"/>
                  <a:pt x="3098091" y="2649194"/>
                  <a:pt x="3085076" y="2649194"/>
                </a:cubicBezTo>
                <a:cubicBezTo>
                  <a:pt x="3082906" y="2642686"/>
                  <a:pt x="3078567" y="2638347"/>
                  <a:pt x="3078567" y="2631841"/>
                </a:cubicBezTo>
                <a:cubicBezTo>
                  <a:pt x="3069891" y="2627502"/>
                  <a:pt x="3048198" y="2629670"/>
                  <a:pt x="3026506" y="2629670"/>
                </a:cubicBezTo>
                <a:cubicBezTo>
                  <a:pt x="3006985" y="2636179"/>
                  <a:pt x="2980954" y="2642686"/>
                  <a:pt x="2978784" y="2649194"/>
                </a:cubicBezTo>
                <a:cubicBezTo>
                  <a:pt x="2924554" y="2651363"/>
                  <a:pt x="2881170" y="2651363"/>
                  <a:pt x="2839954" y="2651363"/>
                </a:cubicBezTo>
                <a:cubicBezTo>
                  <a:pt x="2800908" y="2649194"/>
                  <a:pt x="2768371" y="2647024"/>
                  <a:pt x="2738002" y="2647024"/>
                </a:cubicBezTo>
                <a:cubicBezTo>
                  <a:pt x="2720649" y="2644856"/>
                  <a:pt x="2705463" y="2642686"/>
                  <a:pt x="2688109" y="2642686"/>
                </a:cubicBezTo>
                <a:cubicBezTo>
                  <a:pt x="2670756" y="2640518"/>
                  <a:pt x="2653402" y="2638347"/>
                  <a:pt x="2638218" y="2634009"/>
                </a:cubicBezTo>
                <a:lnTo>
                  <a:pt x="2668273" y="2601952"/>
                </a:lnTo>
                <a:lnTo>
                  <a:pt x="2662079" y="2603640"/>
                </a:lnTo>
                <a:lnTo>
                  <a:pt x="2550104" y="2582904"/>
                </a:lnTo>
                <a:lnTo>
                  <a:pt x="2544941" y="2584118"/>
                </a:lnTo>
                <a:cubicBezTo>
                  <a:pt x="2460343" y="2571103"/>
                  <a:pt x="2390928" y="2558088"/>
                  <a:pt x="2330190" y="2545072"/>
                </a:cubicBezTo>
                <a:cubicBezTo>
                  <a:pt x="2299821" y="2538564"/>
                  <a:pt x="2271621" y="2532057"/>
                  <a:pt x="2245590" y="2527719"/>
                </a:cubicBezTo>
                <a:cubicBezTo>
                  <a:pt x="2219559" y="2521210"/>
                  <a:pt x="2195699" y="2516871"/>
                  <a:pt x="2171837" y="2514703"/>
                </a:cubicBezTo>
                <a:cubicBezTo>
                  <a:pt x="2143638" y="2501688"/>
                  <a:pt x="2113269" y="2488673"/>
                  <a:pt x="2082900" y="2473487"/>
                </a:cubicBezTo>
                <a:cubicBezTo>
                  <a:pt x="2052531" y="2462642"/>
                  <a:pt x="2019992" y="2449627"/>
                  <a:pt x="1972269" y="2432273"/>
                </a:cubicBezTo>
                <a:cubicBezTo>
                  <a:pt x="1933223" y="2417088"/>
                  <a:pt x="1894178" y="2401904"/>
                  <a:pt x="1857302" y="2386719"/>
                </a:cubicBezTo>
                <a:cubicBezTo>
                  <a:pt x="1868147" y="2375874"/>
                  <a:pt x="1872485" y="2373703"/>
                  <a:pt x="1876824" y="2371535"/>
                </a:cubicBezTo>
                <a:cubicBezTo>
                  <a:pt x="1905025" y="2378042"/>
                  <a:pt x="1931055" y="2382380"/>
                  <a:pt x="1957086" y="2386719"/>
                </a:cubicBezTo>
                <a:cubicBezTo>
                  <a:pt x="1970101" y="2397566"/>
                  <a:pt x="1980946" y="2406243"/>
                  <a:pt x="1991793" y="2417088"/>
                </a:cubicBezTo>
                <a:cubicBezTo>
                  <a:pt x="2022162" y="2423596"/>
                  <a:pt x="2054699" y="2436612"/>
                  <a:pt x="2111099" y="2451795"/>
                </a:cubicBezTo>
                <a:cubicBezTo>
                  <a:pt x="2197867" y="2484334"/>
                  <a:pt x="2269452" y="2499518"/>
                  <a:pt x="2347544" y="2512533"/>
                </a:cubicBezTo>
                <a:cubicBezTo>
                  <a:pt x="2367066" y="2516871"/>
                  <a:pt x="2386590" y="2519042"/>
                  <a:pt x="2406112" y="2523380"/>
                </a:cubicBezTo>
                <a:cubicBezTo>
                  <a:pt x="2425636" y="2525548"/>
                  <a:pt x="2447328" y="2529887"/>
                  <a:pt x="2469020" y="2534225"/>
                </a:cubicBezTo>
                <a:cubicBezTo>
                  <a:pt x="2490712" y="2538564"/>
                  <a:pt x="2514572" y="2542902"/>
                  <a:pt x="2538435" y="2549411"/>
                </a:cubicBezTo>
                <a:lnTo>
                  <a:pt x="2614930" y="2565951"/>
                </a:lnTo>
                <a:lnTo>
                  <a:pt x="2620863" y="2564594"/>
                </a:lnTo>
                <a:cubicBezTo>
                  <a:pt x="2644725" y="2568932"/>
                  <a:pt x="2666417" y="2571103"/>
                  <a:pt x="2692448" y="2575441"/>
                </a:cubicBezTo>
                <a:cubicBezTo>
                  <a:pt x="2694616" y="2573271"/>
                  <a:pt x="2694616" y="2573271"/>
                  <a:pt x="2694616" y="2571103"/>
                </a:cubicBezTo>
                <a:cubicBezTo>
                  <a:pt x="2729323" y="2573271"/>
                  <a:pt x="2766201" y="2573271"/>
                  <a:pt x="2798738" y="2575441"/>
                </a:cubicBezTo>
                <a:cubicBezTo>
                  <a:pt x="2805247" y="2575441"/>
                  <a:pt x="2813924" y="2577609"/>
                  <a:pt x="2816092" y="2577609"/>
                </a:cubicBezTo>
                <a:cubicBezTo>
                  <a:pt x="2872491" y="2579780"/>
                  <a:pt x="2924552" y="2577609"/>
                  <a:pt x="2976613" y="2577609"/>
                </a:cubicBezTo>
                <a:cubicBezTo>
                  <a:pt x="3017829" y="2579780"/>
                  <a:pt x="3056875" y="2579780"/>
                  <a:pt x="3093751" y="2581948"/>
                </a:cubicBezTo>
                <a:cubicBezTo>
                  <a:pt x="3141473" y="2579780"/>
                  <a:pt x="3189196" y="2573271"/>
                  <a:pt x="3232580" y="2571103"/>
                </a:cubicBezTo>
                <a:cubicBezTo>
                  <a:pt x="3239089" y="2571103"/>
                  <a:pt x="3247766" y="2571103"/>
                  <a:pt x="3249934" y="2571103"/>
                </a:cubicBezTo>
                <a:cubicBezTo>
                  <a:pt x="3252104" y="2577609"/>
                  <a:pt x="3256443" y="2581948"/>
                  <a:pt x="3256443" y="2588457"/>
                </a:cubicBezTo>
                <a:cubicBezTo>
                  <a:pt x="3321519" y="2584118"/>
                  <a:pt x="3360565" y="2577609"/>
                  <a:pt x="3393102" y="2571103"/>
                </a:cubicBezTo>
                <a:cubicBezTo>
                  <a:pt x="3425641" y="2566764"/>
                  <a:pt x="3449502" y="2560256"/>
                  <a:pt x="3484209" y="2549411"/>
                </a:cubicBezTo>
                <a:cubicBezTo>
                  <a:pt x="3501563" y="2547240"/>
                  <a:pt x="3518916" y="2545072"/>
                  <a:pt x="3536270" y="2540734"/>
                </a:cubicBezTo>
                <a:cubicBezTo>
                  <a:pt x="3547117" y="2538564"/>
                  <a:pt x="3557962" y="2538564"/>
                  <a:pt x="3568809" y="2536395"/>
                </a:cubicBezTo>
                <a:cubicBezTo>
                  <a:pt x="3594840" y="2529887"/>
                  <a:pt x="3616532" y="2525548"/>
                  <a:pt x="3640392" y="2519042"/>
                </a:cubicBezTo>
                <a:cubicBezTo>
                  <a:pt x="3659916" y="2514703"/>
                  <a:pt x="3679438" y="2510365"/>
                  <a:pt x="3698962" y="2506026"/>
                </a:cubicBezTo>
                <a:cubicBezTo>
                  <a:pt x="3718484" y="2501688"/>
                  <a:pt x="3738008" y="2495179"/>
                  <a:pt x="3757530" y="2490841"/>
                </a:cubicBezTo>
                <a:lnTo>
                  <a:pt x="3864961" y="2472248"/>
                </a:lnTo>
                <a:lnTo>
                  <a:pt x="3879008" y="2466981"/>
                </a:lnTo>
                <a:cubicBezTo>
                  <a:pt x="3842130" y="2473487"/>
                  <a:pt x="3803084" y="2479996"/>
                  <a:pt x="3766209" y="2486502"/>
                </a:cubicBezTo>
                <a:cubicBezTo>
                  <a:pt x="3746685" y="2490841"/>
                  <a:pt x="3727163" y="2497350"/>
                  <a:pt x="3707639" y="2501688"/>
                </a:cubicBezTo>
                <a:cubicBezTo>
                  <a:pt x="3688117" y="2506026"/>
                  <a:pt x="3668593" y="2510365"/>
                  <a:pt x="3649071" y="2514703"/>
                </a:cubicBezTo>
                <a:cubicBezTo>
                  <a:pt x="3623041" y="2521210"/>
                  <a:pt x="3603517" y="2525548"/>
                  <a:pt x="3577486" y="2532057"/>
                </a:cubicBezTo>
                <a:cubicBezTo>
                  <a:pt x="3566641" y="2534225"/>
                  <a:pt x="3555794" y="2534225"/>
                  <a:pt x="3544949" y="2536395"/>
                </a:cubicBezTo>
                <a:cubicBezTo>
                  <a:pt x="3527595" y="2538564"/>
                  <a:pt x="3510242" y="2540734"/>
                  <a:pt x="3492888" y="2545072"/>
                </a:cubicBezTo>
                <a:cubicBezTo>
                  <a:pt x="3432150" y="2551579"/>
                  <a:pt x="3388766" y="2553749"/>
                  <a:pt x="3351888" y="2558088"/>
                </a:cubicBezTo>
                <a:cubicBezTo>
                  <a:pt x="3317181" y="2562426"/>
                  <a:pt x="3288982" y="2566764"/>
                  <a:pt x="3256443" y="2566764"/>
                </a:cubicBezTo>
                <a:cubicBezTo>
                  <a:pt x="3252104" y="2566764"/>
                  <a:pt x="3245598" y="2566764"/>
                  <a:pt x="3239089" y="2566764"/>
                </a:cubicBezTo>
                <a:cubicBezTo>
                  <a:pt x="3195705" y="2571103"/>
                  <a:pt x="3147982" y="2577609"/>
                  <a:pt x="3100260" y="2577609"/>
                </a:cubicBezTo>
                <a:cubicBezTo>
                  <a:pt x="3063384" y="2575441"/>
                  <a:pt x="3024338" y="2575441"/>
                  <a:pt x="2983122" y="2573271"/>
                </a:cubicBezTo>
                <a:cubicBezTo>
                  <a:pt x="2931061" y="2573271"/>
                  <a:pt x="2879000" y="2575441"/>
                  <a:pt x="2822600" y="2573271"/>
                </a:cubicBezTo>
                <a:cubicBezTo>
                  <a:pt x="2818262" y="2573271"/>
                  <a:pt x="2811755" y="2571103"/>
                  <a:pt x="2805247" y="2571103"/>
                </a:cubicBezTo>
                <a:cubicBezTo>
                  <a:pt x="2781386" y="2562426"/>
                  <a:pt x="2764033" y="2553749"/>
                  <a:pt x="2738002" y="2542902"/>
                </a:cubicBezTo>
                <a:cubicBezTo>
                  <a:pt x="2727155" y="2551579"/>
                  <a:pt x="2711972" y="2558088"/>
                  <a:pt x="2701125" y="2566764"/>
                </a:cubicBezTo>
                <a:lnTo>
                  <a:pt x="2701031" y="2566951"/>
                </a:lnTo>
                <a:lnTo>
                  <a:pt x="2731493" y="2547240"/>
                </a:lnTo>
                <a:cubicBezTo>
                  <a:pt x="2757524" y="2558085"/>
                  <a:pt x="2777048" y="2566762"/>
                  <a:pt x="2798740" y="2575439"/>
                </a:cubicBezTo>
                <a:cubicBezTo>
                  <a:pt x="2764033" y="2575439"/>
                  <a:pt x="2727155" y="2573271"/>
                  <a:pt x="2694618" y="2571101"/>
                </a:cubicBezTo>
                <a:lnTo>
                  <a:pt x="2695438" y="2570570"/>
                </a:lnTo>
                <a:lnTo>
                  <a:pt x="2627371" y="2560256"/>
                </a:lnTo>
                <a:cubicBezTo>
                  <a:pt x="2599173" y="2553749"/>
                  <a:pt x="2573142" y="2549411"/>
                  <a:pt x="2547112" y="2542902"/>
                </a:cubicBezTo>
                <a:cubicBezTo>
                  <a:pt x="2523249" y="2536395"/>
                  <a:pt x="2499389" y="2532057"/>
                  <a:pt x="2477697" y="2527719"/>
                </a:cubicBezTo>
                <a:cubicBezTo>
                  <a:pt x="2456005" y="2523380"/>
                  <a:pt x="2434313" y="2521210"/>
                  <a:pt x="2414789" y="2516871"/>
                </a:cubicBezTo>
                <a:cubicBezTo>
                  <a:pt x="2395267" y="2512533"/>
                  <a:pt x="2375743" y="2510365"/>
                  <a:pt x="2356221" y="2506026"/>
                </a:cubicBezTo>
                <a:cubicBezTo>
                  <a:pt x="2278129" y="2493011"/>
                  <a:pt x="2206544" y="2477826"/>
                  <a:pt x="2119775" y="2445289"/>
                </a:cubicBezTo>
                <a:cubicBezTo>
                  <a:pt x="2063376" y="2432273"/>
                  <a:pt x="2030839" y="2419258"/>
                  <a:pt x="2000470" y="2410581"/>
                </a:cubicBezTo>
                <a:cubicBezTo>
                  <a:pt x="1987455" y="2401904"/>
                  <a:pt x="1976608" y="2391057"/>
                  <a:pt x="1965763" y="2380212"/>
                </a:cubicBezTo>
                <a:cubicBezTo>
                  <a:pt x="1939732" y="2375874"/>
                  <a:pt x="1913702" y="2371535"/>
                  <a:pt x="1885501" y="2365027"/>
                </a:cubicBezTo>
                <a:cubicBezTo>
                  <a:pt x="1844287" y="2345505"/>
                  <a:pt x="1807409" y="2325981"/>
                  <a:pt x="1766195" y="2304289"/>
                </a:cubicBezTo>
                <a:cubicBezTo>
                  <a:pt x="1753180" y="2304289"/>
                  <a:pt x="1744503" y="2306459"/>
                  <a:pt x="1731488" y="2306459"/>
                </a:cubicBezTo>
                <a:cubicBezTo>
                  <a:pt x="1688104" y="2284767"/>
                  <a:pt x="1649058" y="2265243"/>
                  <a:pt x="1607842" y="2243551"/>
                </a:cubicBezTo>
                <a:cubicBezTo>
                  <a:pt x="1601335" y="2230535"/>
                  <a:pt x="1592658" y="2217520"/>
                  <a:pt x="1586149" y="2204505"/>
                </a:cubicBezTo>
                <a:cubicBezTo>
                  <a:pt x="1586149" y="2204505"/>
                  <a:pt x="1588320" y="2204505"/>
                  <a:pt x="1590488" y="2202337"/>
                </a:cubicBezTo>
                <a:cubicBezTo>
                  <a:pt x="1614350" y="2217520"/>
                  <a:pt x="1640381" y="2230535"/>
                  <a:pt x="1666411" y="2243551"/>
                </a:cubicBezTo>
                <a:cubicBezTo>
                  <a:pt x="1692442" y="2256566"/>
                  <a:pt x="1716302" y="2269581"/>
                  <a:pt x="1742333" y="2284767"/>
                </a:cubicBezTo>
                <a:cubicBezTo>
                  <a:pt x="1751010" y="2280428"/>
                  <a:pt x="1757518" y="2276090"/>
                  <a:pt x="1764025" y="2271752"/>
                </a:cubicBezTo>
                <a:cubicBezTo>
                  <a:pt x="1722811" y="2252228"/>
                  <a:pt x="1696780" y="2230535"/>
                  <a:pt x="1675088" y="2213182"/>
                </a:cubicBezTo>
                <a:cubicBezTo>
                  <a:pt x="1653396" y="2195828"/>
                  <a:pt x="1631704" y="2184983"/>
                  <a:pt x="1601335" y="2180645"/>
                </a:cubicBezTo>
                <a:cubicBezTo>
                  <a:pt x="1540597" y="2137260"/>
                  <a:pt x="1521073" y="2137260"/>
                  <a:pt x="1499381" y="2122075"/>
                </a:cubicBezTo>
                <a:cubicBezTo>
                  <a:pt x="1469012" y="2102553"/>
                  <a:pt x="1440813" y="2085199"/>
                  <a:pt x="1412612" y="2065675"/>
                </a:cubicBezTo>
                <a:cubicBezTo>
                  <a:pt x="1343198" y="2026629"/>
                  <a:pt x="1362722" y="2067846"/>
                  <a:pt x="1275953" y="2007108"/>
                </a:cubicBezTo>
                <a:cubicBezTo>
                  <a:pt x="1258600" y="1994092"/>
                  <a:pt x="1243414" y="1981077"/>
                  <a:pt x="1223892" y="1963723"/>
                </a:cubicBezTo>
                <a:cubicBezTo>
                  <a:pt x="1228231" y="1963723"/>
                  <a:pt x="1232569" y="1961553"/>
                  <a:pt x="1234737" y="1959385"/>
                </a:cubicBezTo>
                <a:cubicBezTo>
                  <a:pt x="1254261" y="1965892"/>
                  <a:pt x="1269444" y="1970230"/>
                  <a:pt x="1286798" y="1974568"/>
                </a:cubicBezTo>
                <a:cubicBezTo>
                  <a:pt x="1249923" y="1933355"/>
                  <a:pt x="1243414" y="1916001"/>
                  <a:pt x="1178338" y="1861769"/>
                </a:cubicBezTo>
                <a:cubicBezTo>
                  <a:pt x="1156645" y="1844416"/>
                  <a:pt x="1137124" y="1827062"/>
                  <a:pt x="1117600" y="1811879"/>
                </a:cubicBezTo>
                <a:cubicBezTo>
                  <a:pt x="1098078" y="1794525"/>
                  <a:pt x="1078554" y="1779339"/>
                  <a:pt x="1061200" y="1761986"/>
                </a:cubicBezTo>
                <a:cubicBezTo>
                  <a:pt x="1048185" y="1748970"/>
                  <a:pt x="1013477" y="1735955"/>
                  <a:pt x="989617" y="1703418"/>
                </a:cubicBezTo>
                <a:cubicBezTo>
                  <a:pt x="952739" y="1664372"/>
                  <a:pt x="922371" y="1627494"/>
                  <a:pt x="885495" y="1588449"/>
                </a:cubicBezTo>
                <a:lnTo>
                  <a:pt x="878351" y="1566121"/>
                </a:lnTo>
                <a:lnTo>
                  <a:pt x="857294" y="1545064"/>
                </a:lnTo>
                <a:cubicBezTo>
                  <a:pt x="833434" y="1521204"/>
                  <a:pt x="809571" y="1495174"/>
                  <a:pt x="785711" y="1466973"/>
                </a:cubicBezTo>
                <a:cubicBezTo>
                  <a:pt x="781373" y="1451789"/>
                  <a:pt x="748834" y="1410573"/>
                  <a:pt x="777034" y="1427927"/>
                </a:cubicBezTo>
                <a:cubicBezTo>
                  <a:pt x="766187" y="1414912"/>
                  <a:pt x="757510" y="1399728"/>
                  <a:pt x="748834" y="1388881"/>
                </a:cubicBezTo>
                <a:lnTo>
                  <a:pt x="745474" y="1383614"/>
                </a:lnTo>
                <a:lnTo>
                  <a:pt x="711956" y="1360680"/>
                </a:lnTo>
                <a:cubicBezTo>
                  <a:pt x="685925" y="1330311"/>
                  <a:pt x="664233" y="1297774"/>
                  <a:pt x="646879" y="1267405"/>
                </a:cubicBezTo>
                <a:cubicBezTo>
                  <a:pt x="629526" y="1234866"/>
                  <a:pt x="616510" y="1204497"/>
                  <a:pt x="610004" y="1180637"/>
                </a:cubicBezTo>
                <a:lnTo>
                  <a:pt x="605666" y="1180637"/>
                </a:lnTo>
                <a:cubicBezTo>
                  <a:pt x="588312" y="1150268"/>
                  <a:pt x="570958" y="1117731"/>
                  <a:pt x="555775" y="1085191"/>
                </a:cubicBezTo>
                <a:cubicBezTo>
                  <a:pt x="540589" y="1052654"/>
                  <a:pt x="523235" y="1022285"/>
                  <a:pt x="508052" y="989746"/>
                </a:cubicBezTo>
                <a:cubicBezTo>
                  <a:pt x="490698" y="952871"/>
                  <a:pt x="473345" y="915993"/>
                  <a:pt x="458159" y="879117"/>
                </a:cubicBezTo>
                <a:cubicBezTo>
                  <a:pt x="442976" y="842240"/>
                  <a:pt x="427790" y="803194"/>
                  <a:pt x="412607" y="766318"/>
                </a:cubicBezTo>
                <a:cubicBezTo>
                  <a:pt x="429960" y="790179"/>
                  <a:pt x="445144" y="814041"/>
                  <a:pt x="458159" y="842240"/>
                </a:cubicBezTo>
                <a:cubicBezTo>
                  <a:pt x="471174" y="870441"/>
                  <a:pt x="484190" y="900809"/>
                  <a:pt x="503714" y="937685"/>
                </a:cubicBezTo>
                <a:cubicBezTo>
                  <a:pt x="512391" y="950700"/>
                  <a:pt x="514559" y="972392"/>
                  <a:pt x="518897" y="989746"/>
                </a:cubicBezTo>
                <a:lnTo>
                  <a:pt x="525173" y="998949"/>
                </a:lnTo>
                <a:lnTo>
                  <a:pt x="517449" y="958787"/>
                </a:lnTo>
                <a:lnTo>
                  <a:pt x="497305" y="922228"/>
                </a:lnTo>
                <a:lnTo>
                  <a:pt x="464515" y="848496"/>
                </a:lnTo>
                <a:lnTo>
                  <a:pt x="425620" y="783670"/>
                </a:lnTo>
                <a:cubicBezTo>
                  <a:pt x="410436" y="740286"/>
                  <a:pt x="393083" y="696901"/>
                  <a:pt x="377897" y="653517"/>
                </a:cubicBezTo>
                <a:lnTo>
                  <a:pt x="337011" y="520096"/>
                </a:lnTo>
                <a:lnTo>
                  <a:pt x="323586" y="481203"/>
                </a:lnTo>
                <a:cubicBezTo>
                  <a:pt x="300837" y="404731"/>
                  <a:pt x="281295" y="326876"/>
                  <a:pt x="265112" y="247798"/>
                </a:cubicBezTo>
                <a:lnTo>
                  <a:pt x="239252" y="78358"/>
                </a:lnTo>
                <a:lnTo>
                  <a:pt x="239068" y="83015"/>
                </a:lnTo>
                <a:cubicBezTo>
                  <a:pt x="239068" y="93863"/>
                  <a:pt x="239068" y="102539"/>
                  <a:pt x="241238" y="117723"/>
                </a:cubicBezTo>
                <a:cubicBezTo>
                  <a:pt x="245576" y="143753"/>
                  <a:pt x="249915" y="169784"/>
                  <a:pt x="252083" y="197985"/>
                </a:cubicBezTo>
                <a:cubicBezTo>
                  <a:pt x="256421" y="226183"/>
                  <a:pt x="260760" y="254384"/>
                  <a:pt x="265098" y="280415"/>
                </a:cubicBezTo>
                <a:cubicBezTo>
                  <a:pt x="254253" y="260891"/>
                  <a:pt x="249915" y="234860"/>
                  <a:pt x="243406" y="208830"/>
                </a:cubicBezTo>
                <a:cubicBezTo>
                  <a:pt x="239068" y="180631"/>
                  <a:pt x="234729" y="150262"/>
                  <a:pt x="228223" y="117723"/>
                </a:cubicBezTo>
                <a:cubicBezTo>
                  <a:pt x="217375" y="117723"/>
                  <a:pt x="215207" y="117723"/>
                  <a:pt x="210869" y="117723"/>
                </a:cubicBezTo>
                <a:cubicBezTo>
                  <a:pt x="208699" y="93863"/>
                  <a:pt x="206530" y="72170"/>
                  <a:pt x="200022" y="35293"/>
                </a:cubicBezTo>
                <a:lnTo>
                  <a:pt x="189729" y="0"/>
                </a:lnTo>
                <a:lnTo>
                  <a:pt x="5795410" y="0"/>
                </a:lnTo>
                <a:lnTo>
                  <a:pt x="5800929" y="17939"/>
                </a:lnTo>
                <a:lnTo>
                  <a:pt x="5807654" y="17566"/>
                </a:lnTo>
                <a:lnTo>
                  <a:pt x="5803098" y="2753"/>
                </a:lnTo>
                <a:lnTo>
                  <a:pt x="5803442" y="0"/>
                </a:lnTo>
                <a:lnTo>
                  <a:pt x="5888010" y="0"/>
                </a:lnTo>
                <a:lnTo>
                  <a:pt x="5866775" y="88481"/>
                </a:lnTo>
                <a:lnTo>
                  <a:pt x="5866777" y="88481"/>
                </a:lnTo>
                <a:lnTo>
                  <a:pt x="5888012" y="0"/>
                </a:lnTo>
                <a:lnTo>
                  <a:pt x="5898025" y="0"/>
                </a:lnTo>
                <a:lnTo>
                  <a:pt x="5895561" y="48850"/>
                </a:lnTo>
                <a:cubicBezTo>
                  <a:pt x="5895291" y="65662"/>
                  <a:pt x="5895291" y="81931"/>
                  <a:pt x="5894204" y="104708"/>
                </a:cubicBezTo>
                <a:lnTo>
                  <a:pt x="5872512" y="171456"/>
                </a:lnTo>
                <a:lnTo>
                  <a:pt x="5872512" y="179080"/>
                </a:lnTo>
                <a:lnTo>
                  <a:pt x="5898543" y="104708"/>
                </a:lnTo>
                <a:cubicBezTo>
                  <a:pt x="5900170" y="70541"/>
                  <a:pt x="5899356" y="51019"/>
                  <a:pt x="5900678" y="22345"/>
                </a:cubicBezTo>
                <a:lnTo>
                  <a:pt x="5902188" y="0"/>
                </a:lnTo>
                <a:lnTo>
                  <a:pt x="5945314" y="0"/>
                </a:lnTo>
                <a:lnTo>
                  <a:pt x="5941927" y="28786"/>
                </a:lnTo>
                <a:lnTo>
                  <a:pt x="5932679" y="34953"/>
                </a:lnTo>
                <a:lnTo>
                  <a:pt x="5933250" y="37461"/>
                </a:lnTo>
                <a:lnTo>
                  <a:pt x="5942112" y="31553"/>
                </a:lnTo>
                <a:lnTo>
                  <a:pt x="5945824" y="0"/>
                </a:lnTo>
                <a:lnTo>
                  <a:pt x="5983702" y="0"/>
                </a:lnTo>
                <a:lnTo>
                  <a:pt x="5983141" y="9262"/>
                </a:lnTo>
                <a:cubicBezTo>
                  <a:pt x="5978802" y="33125"/>
                  <a:pt x="5976634" y="59155"/>
                  <a:pt x="5972296" y="85186"/>
                </a:cubicBezTo>
                <a:cubicBezTo>
                  <a:pt x="5967958" y="111216"/>
                  <a:pt x="5965787" y="137247"/>
                  <a:pt x="5959281" y="165445"/>
                </a:cubicBezTo>
                <a:cubicBezTo>
                  <a:pt x="5954942" y="191476"/>
                  <a:pt x="5948434" y="217507"/>
                  <a:pt x="5944095" y="243537"/>
                </a:cubicBezTo>
                <a:cubicBezTo>
                  <a:pt x="5928912" y="302107"/>
                  <a:pt x="5933250" y="321629"/>
                  <a:pt x="5915896" y="408397"/>
                </a:cubicBezTo>
                <a:cubicBezTo>
                  <a:pt x="5907219" y="412736"/>
                  <a:pt x="5898543" y="417074"/>
                  <a:pt x="5889866" y="423583"/>
                </a:cubicBezTo>
                <a:cubicBezTo>
                  <a:pt x="5881189" y="453952"/>
                  <a:pt x="5868174" y="488659"/>
                  <a:pt x="5857326" y="519028"/>
                </a:cubicBezTo>
                <a:cubicBezTo>
                  <a:pt x="5842143" y="568919"/>
                  <a:pt x="5852988" y="575428"/>
                  <a:pt x="5848649" y="610135"/>
                </a:cubicBezTo>
                <a:cubicBezTo>
                  <a:pt x="5846481" y="614473"/>
                  <a:pt x="5844311" y="620980"/>
                  <a:pt x="5844311" y="623150"/>
                </a:cubicBezTo>
                <a:cubicBezTo>
                  <a:pt x="5831296" y="657858"/>
                  <a:pt x="5818280" y="692565"/>
                  <a:pt x="5807436" y="722934"/>
                </a:cubicBezTo>
                <a:cubicBezTo>
                  <a:pt x="5803098" y="727273"/>
                  <a:pt x="5800927" y="729441"/>
                  <a:pt x="5796588" y="731611"/>
                </a:cubicBezTo>
                <a:cubicBezTo>
                  <a:pt x="5781406" y="766318"/>
                  <a:pt x="5766219" y="803194"/>
                  <a:pt x="5751036" y="837901"/>
                </a:cubicBezTo>
                <a:cubicBezTo>
                  <a:pt x="5768390" y="803194"/>
                  <a:pt x="5783573" y="766318"/>
                  <a:pt x="5798759" y="731611"/>
                </a:cubicBezTo>
                <a:cubicBezTo>
                  <a:pt x="5803098" y="727273"/>
                  <a:pt x="5805265" y="727273"/>
                  <a:pt x="5809604" y="722934"/>
                </a:cubicBezTo>
                <a:cubicBezTo>
                  <a:pt x="5792250" y="816209"/>
                  <a:pt x="5764052" y="874779"/>
                  <a:pt x="5740189" y="920331"/>
                </a:cubicBezTo>
                <a:cubicBezTo>
                  <a:pt x="5727174" y="929008"/>
                  <a:pt x="5714159" y="935517"/>
                  <a:pt x="5703314" y="939855"/>
                </a:cubicBezTo>
                <a:lnTo>
                  <a:pt x="5695666" y="955153"/>
                </a:lnTo>
                <a:lnTo>
                  <a:pt x="5696807" y="957207"/>
                </a:lnTo>
                <a:cubicBezTo>
                  <a:pt x="5698975" y="952868"/>
                  <a:pt x="5701145" y="946362"/>
                  <a:pt x="5705484" y="939853"/>
                </a:cubicBezTo>
                <a:cubicBezTo>
                  <a:pt x="5716329" y="935515"/>
                  <a:pt x="5729344" y="929008"/>
                  <a:pt x="5742360" y="920331"/>
                </a:cubicBezTo>
                <a:cubicBezTo>
                  <a:pt x="5744530" y="944191"/>
                  <a:pt x="5727176" y="974560"/>
                  <a:pt x="5716329" y="994085"/>
                </a:cubicBezTo>
                <a:cubicBezTo>
                  <a:pt x="5701145" y="1024454"/>
                  <a:pt x="5683792" y="1052652"/>
                  <a:pt x="5668606" y="1080853"/>
                </a:cubicBezTo>
                <a:cubicBezTo>
                  <a:pt x="5659929" y="1096036"/>
                  <a:pt x="5653423" y="1109052"/>
                  <a:pt x="5644746" y="1124237"/>
                </a:cubicBezTo>
                <a:cubicBezTo>
                  <a:pt x="5636069" y="1139421"/>
                  <a:pt x="5627393" y="1152436"/>
                  <a:pt x="5618715" y="1167622"/>
                </a:cubicBezTo>
                <a:cubicBezTo>
                  <a:pt x="5612206" y="1176298"/>
                  <a:pt x="5607868" y="1187143"/>
                  <a:pt x="5599191" y="1200159"/>
                </a:cubicBezTo>
                <a:cubicBezTo>
                  <a:pt x="5590514" y="1221851"/>
                  <a:pt x="5581838" y="1241375"/>
                  <a:pt x="5570993" y="1263067"/>
                </a:cubicBezTo>
                <a:lnTo>
                  <a:pt x="5540624" y="1323805"/>
                </a:lnTo>
                <a:cubicBezTo>
                  <a:pt x="5525438" y="1345497"/>
                  <a:pt x="5510255" y="1369357"/>
                  <a:pt x="5492901" y="1388881"/>
                </a:cubicBezTo>
                <a:cubicBezTo>
                  <a:pt x="5477715" y="1408403"/>
                  <a:pt x="5460362" y="1430095"/>
                  <a:pt x="5445178" y="1449619"/>
                </a:cubicBezTo>
                <a:lnTo>
                  <a:pt x="5447166" y="1445524"/>
                </a:lnTo>
                <a:lnTo>
                  <a:pt x="5393115" y="1519034"/>
                </a:lnTo>
                <a:cubicBezTo>
                  <a:pt x="5380100" y="1506019"/>
                  <a:pt x="5308517" y="1607973"/>
                  <a:pt x="5275977" y="1647019"/>
                </a:cubicBezTo>
                <a:lnTo>
                  <a:pt x="5252917" y="1682500"/>
                </a:lnTo>
                <a:lnTo>
                  <a:pt x="5275977" y="1649187"/>
                </a:lnTo>
                <a:cubicBezTo>
                  <a:pt x="5308517" y="1612309"/>
                  <a:pt x="5380100" y="1510357"/>
                  <a:pt x="5393115" y="1521202"/>
                </a:cubicBezTo>
                <a:cubicBezTo>
                  <a:pt x="5386608" y="1566757"/>
                  <a:pt x="5323700" y="1625324"/>
                  <a:pt x="5304178" y="1655693"/>
                </a:cubicBezTo>
                <a:cubicBezTo>
                  <a:pt x="5286825" y="1676301"/>
                  <a:pt x="5272183" y="1691487"/>
                  <a:pt x="5258353" y="1703689"/>
                </a:cubicBezTo>
                <a:lnTo>
                  <a:pt x="5221566" y="1730731"/>
                </a:lnTo>
                <a:lnTo>
                  <a:pt x="5219578" y="1733787"/>
                </a:lnTo>
                <a:lnTo>
                  <a:pt x="5196579" y="1751480"/>
                </a:lnTo>
                <a:lnTo>
                  <a:pt x="5195718" y="1757647"/>
                </a:lnTo>
                <a:cubicBezTo>
                  <a:pt x="5163178" y="1792355"/>
                  <a:pt x="5130641" y="1829232"/>
                  <a:pt x="5093764" y="1861769"/>
                </a:cubicBezTo>
                <a:cubicBezTo>
                  <a:pt x="5059056" y="1896477"/>
                  <a:pt x="5024349" y="1931184"/>
                  <a:pt x="4985303" y="1961553"/>
                </a:cubicBezTo>
                <a:lnTo>
                  <a:pt x="4980288" y="1965192"/>
                </a:lnTo>
                <a:lnTo>
                  <a:pt x="4944089" y="2011444"/>
                </a:lnTo>
                <a:cubicBezTo>
                  <a:pt x="4918059" y="2035306"/>
                  <a:pt x="4887690" y="2054828"/>
                  <a:pt x="4857321" y="2076520"/>
                </a:cubicBezTo>
                <a:lnTo>
                  <a:pt x="4776225" y="2137342"/>
                </a:lnTo>
                <a:lnTo>
                  <a:pt x="4775934" y="2137695"/>
                </a:lnTo>
                <a:lnTo>
                  <a:pt x="4857321" y="2078691"/>
                </a:lnTo>
                <a:cubicBezTo>
                  <a:pt x="4885519" y="2056998"/>
                  <a:pt x="4915888" y="2035306"/>
                  <a:pt x="4944089" y="2013614"/>
                </a:cubicBezTo>
                <a:cubicBezTo>
                  <a:pt x="4926735" y="2043983"/>
                  <a:pt x="4902873" y="2063505"/>
                  <a:pt x="4872505" y="2085197"/>
                </a:cubicBezTo>
                <a:cubicBezTo>
                  <a:pt x="4847560" y="2107976"/>
                  <a:pt x="4829664" y="2117194"/>
                  <a:pt x="4814208" y="2123159"/>
                </a:cubicBezTo>
                <a:lnTo>
                  <a:pt x="4773879" y="2140191"/>
                </a:lnTo>
                <a:lnTo>
                  <a:pt x="4772721" y="2141599"/>
                </a:lnTo>
                <a:cubicBezTo>
                  <a:pt x="4757537" y="2152444"/>
                  <a:pt x="4744522" y="2161121"/>
                  <a:pt x="4729336" y="2169797"/>
                </a:cubicBezTo>
                <a:lnTo>
                  <a:pt x="4712989" y="2177374"/>
                </a:lnTo>
                <a:lnTo>
                  <a:pt x="4671855" y="2210743"/>
                </a:lnTo>
                <a:cubicBezTo>
                  <a:pt x="4656669" y="2222403"/>
                  <a:pt x="4643654" y="2231622"/>
                  <a:pt x="4631723" y="2239212"/>
                </a:cubicBezTo>
                <a:cubicBezTo>
                  <a:pt x="4610031" y="2256566"/>
                  <a:pt x="4592677" y="2267413"/>
                  <a:pt x="4570985" y="2278258"/>
                </a:cubicBezTo>
                <a:cubicBezTo>
                  <a:pt x="4575323" y="2271752"/>
                  <a:pt x="4564478" y="2276090"/>
                  <a:pt x="4551463" y="2280428"/>
                </a:cubicBezTo>
                <a:lnTo>
                  <a:pt x="4529764" y="2290073"/>
                </a:lnTo>
                <a:lnTo>
                  <a:pt x="4526391" y="2292635"/>
                </a:lnTo>
                <a:lnTo>
                  <a:pt x="4553631" y="2282597"/>
                </a:lnTo>
                <a:cubicBezTo>
                  <a:pt x="4566646" y="2278258"/>
                  <a:pt x="4575323" y="2273920"/>
                  <a:pt x="4573155" y="2280428"/>
                </a:cubicBezTo>
                <a:cubicBezTo>
                  <a:pt x="4557970" y="2302121"/>
                  <a:pt x="4527600" y="2321642"/>
                  <a:pt x="4495063" y="2338996"/>
                </a:cubicBezTo>
                <a:cubicBezTo>
                  <a:pt x="4477710" y="2347673"/>
                  <a:pt x="4462525" y="2356350"/>
                  <a:pt x="4445170" y="2365029"/>
                </a:cubicBezTo>
                <a:cubicBezTo>
                  <a:pt x="4427817" y="2373703"/>
                  <a:pt x="4410463" y="2380212"/>
                  <a:pt x="4395280" y="2388889"/>
                </a:cubicBezTo>
                <a:lnTo>
                  <a:pt x="4360040" y="2394175"/>
                </a:lnTo>
                <a:lnTo>
                  <a:pt x="4354064" y="2397566"/>
                </a:lnTo>
                <a:cubicBezTo>
                  <a:pt x="4299832" y="2423596"/>
                  <a:pt x="4245603" y="2445289"/>
                  <a:pt x="4189203" y="2469149"/>
                </a:cubicBezTo>
                <a:lnTo>
                  <a:pt x="4180798" y="2471059"/>
                </a:lnTo>
                <a:lnTo>
                  <a:pt x="4130636" y="2503856"/>
                </a:lnTo>
                <a:cubicBezTo>
                  <a:pt x="4143651" y="2506026"/>
                  <a:pt x="4150157" y="2508195"/>
                  <a:pt x="4158834" y="2512533"/>
                </a:cubicBezTo>
                <a:cubicBezTo>
                  <a:pt x="4119788" y="2547240"/>
                  <a:pt x="4067728" y="2553749"/>
                  <a:pt x="4054713" y="2558088"/>
                </a:cubicBezTo>
                <a:cubicBezTo>
                  <a:pt x="4056883" y="2549411"/>
                  <a:pt x="4061222" y="2538564"/>
                  <a:pt x="4063390" y="2527719"/>
                </a:cubicBezTo>
                <a:cubicBezTo>
                  <a:pt x="4052545" y="2532057"/>
                  <a:pt x="4041698" y="2536395"/>
                  <a:pt x="4028682" y="2540734"/>
                </a:cubicBezTo>
                <a:cubicBezTo>
                  <a:pt x="4017837" y="2545072"/>
                  <a:pt x="4006990" y="2547240"/>
                  <a:pt x="3996145" y="2551579"/>
                </a:cubicBezTo>
                <a:cubicBezTo>
                  <a:pt x="3974453" y="2558088"/>
                  <a:pt x="3950591" y="2564594"/>
                  <a:pt x="3928899" y="2573271"/>
                </a:cubicBezTo>
                <a:lnTo>
                  <a:pt x="3919914" y="2562487"/>
                </a:lnTo>
                <a:lnTo>
                  <a:pt x="3887682" y="2568932"/>
                </a:lnTo>
                <a:cubicBezTo>
                  <a:pt x="3874667" y="2571103"/>
                  <a:pt x="3861652" y="2575441"/>
                  <a:pt x="3848637" y="2577609"/>
                </a:cubicBezTo>
                <a:cubicBezTo>
                  <a:pt x="3822606" y="2584118"/>
                  <a:pt x="3794407" y="2592795"/>
                  <a:pt x="3768377" y="2597133"/>
                </a:cubicBezTo>
                <a:lnTo>
                  <a:pt x="3765731" y="2598363"/>
                </a:lnTo>
                <a:lnTo>
                  <a:pt x="3842130" y="2579777"/>
                </a:lnTo>
                <a:cubicBezTo>
                  <a:pt x="3855145" y="2575439"/>
                  <a:pt x="3868161" y="2573271"/>
                  <a:pt x="3881176" y="2571101"/>
                </a:cubicBezTo>
                <a:cubicBezTo>
                  <a:pt x="3894191" y="2568932"/>
                  <a:pt x="3905036" y="2564594"/>
                  <a:pt x="3913713" y="2564594"/>
                </a:cubicBezTo>
                <a:cubicBezTo>
                  <a:pt x="3915883" y="2568932"/>
                  <a:pt x="3920222" y="2573271"/>
                  <a:pt x="3926728" y="2575439"/>
                </a:cubicBezTo>
                <a:cubicBezTo>
                  <a:pt x="3950591" y="2568932"/>
                  <a:pt x="3972283" y="2562424"/>
                  <a:pt x="3993975" y="2553747"/>
                </a:cubicBezTo>
                <a:cubicBezTo>
                  <a:pt x="4004820" y="2549408"/>
                  <a:pt x="4015667" y="2547240"/>
                  <a:pt x="4026512" y="2542902"/>
                </a:cubicBezTo>
                <a:cubicBezTo>
                  <a:pt x="4037359" y="2538564"/>
                  <a:pt x="4048204" y="2534225"/>
                  <a:pt x="4061219" y="2529887"/>
                </a:cubicBezTo>
                <a:cubicBezTo>
                  <a:pt x="4059051" y="2538564"/>
                  <a:pt x="4054713" y="2549408"/>
                  <a:pt x="4052542" y="2560256"/>
                </a:cubicBezTo>
                <a:cubicBezTo>
                  <a:pt x="4022174" y="2575439"/>
                  <a:pt x="3991805" y="2588454"/>
                  <a:pt x="3961436" y="2603640"/>
                </a:cubicBezTo>
                <a:lnTo>
                  <a:pt x="3956970" y="2602390"/>
                </a:lnTo>
                <a:lnTo>
                  <a:pt x="3894191" y="2627500"/>
                </a:lnTo>
                <a:cubicBezTo>
                  <a:pt x="3874669" y="2634009"/>
                  <a:pt x="3857316" y="2638347"/>
                  <a:pt x="3842130" y="2642686"/>
                </a:cubicBezTo>
                <a:cubicBezTo>
                  <a:pt x="3809593" y="2651363"/>
                  <a:pt x="3785731" y="2655701"/>
                  <a:pt x="3764038" y="2662207"/>
                </a:cubicBezTo>
                <a:cubicBezTo>
                  <a:pt x="3765125" y="2656785"/>
                  <a:pt x="3751567" y="2656785"/>
                  <a:pt x="3731772" y="2659497"/>
                </a:cubicBezTo>
                <a:lnTo>
                  <a:pt x="3664284" y="2672628"/>
                </a:lnTo>
                <a:lnTo>
                  <a:pt x="3662084" y="2677393"/>
                </a:lnTo>
                <a:cubicBezTo>
                  <a:pt x="3605685" y="2690408"/>
                  <a:pt x="3542779" y="2701253"/>
                  <a:pt x="3482041" y="2712100"/>
                </a:cubicBezTo>
                <a:cubicBezTo>
                  <a:pt x="3462517" y="2709930"/>
                  <a:pt x="3464687" y="2705591"/>
                  <a:pt x="3440825" y="2701253"/>
                </a:cubicBezTo>
                <a:cubicBezTo>
                  <a:pt x="3429980" y="2701253"/>
                  <a:pt x="3419133" y="2701253"/>
                  <a:pt x="3406117" y="2701253"/>
                </a:cubicBezTo>
                <a:cubicBezTo>
                  <a:pt x="3388764" y="2707762"/>
                  <a:pt x="3367071" y="2714269"/>
                  <a:pt x="3345379" y="2720777"/>
                </a:cubicBezTo>
                <a:cubicBezTo>
                  <a:pt x="3325858" y="2722945"/>
                  <a:pt x="3308504" y="2725116"/>
                  <a:pt x="3291150" y="2725116"/>
                </a:cubicBezTo>
                <a:cubicBezTo>
                  <a:pt x="3273796" y="2725116"/>
                  <a:pt x="3256443" y="2727283"/>
                  <a:pt x="3236919" y="2727283"/>
                </a:cubicBezTo>
                <a:lnTo>
                  <a:pt x="3231027" y="2724760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accent3">
                  <a:alpha val="71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lvl="0" rtl="0"/>
            <a:endParaRPr lang="ru-RU" noProof="0" dirty="0"/>
          </a:p>
        </p:txBody>
      </p:sp>
      <p:sp>
        <p:nvSpPr>
          <p:cNvPr id="10" name="Полилиния: Фигура 12">
            <a:extLst>
              <a:ext uri="{FF2B5EF4-FFF2-40B4-BE49-F238E27FC236}">
                <a16:creationId xmlns:a16="http://schemas.microsoft.com/office/drawing/2014/main" id="{9116AE84-A6A8-4A92-B95E-66A7DFB1FF46}"/>
              </a:ext>
            </a:extLst>
          </p:cNvPr>
          <p:cNvSpPr/>
          <p:nvPr userDrawn="1"/>
        </p:nvSpPr>
        <p:spPr>
          <a:xfrm rot="20700000" flipH="1">
            <a:off x="-643117" y="-519717"/>
            <a:ext cx="7777150" cy="7718664"/>
          </a:xfrm>
          <a:custGeom>
            <a:avLst/>
            <a:gdLst>
              <a:gd name="connsiteX0" fmla="*/ 6564153 w 7777150"/>
              <a:gd name="connsiteY0" fmla="*/ 6753221 h 7718664"/>
              <a:gd name="connsiteX1" fmla="*/ 6563132 w 7777150"/>
              <a:gd name="connsiteY1" fmla="*/ 6753924 h 7718664"/>
              <a:gd name="connsiteX2" fmla="*/ 6563132 w 7777150"/>
              <a:gd name="connsiteY2" fmla="*/ 6754775 h 7718664"/>
              <a:gd name="connsiteX3" fmla="*/ 6567865 w 7777150"/>
              <a:gd name="connsiteY3" fmla="*/ 6755450 h 7718664"/>
              <a:gd name="connsiteX4" fmla="*/ 6569087 w 7777150"/>
              <a:gd name="connsiteY4" fmla="*/ 6753925 h 7718664"/>
              <a:gd name="connsiteX5" fmla="*/ 6628482 w 7777150"/>
              <a:gd name="connsiteY5" fmla="*/ 6708774 h 7718664"/>
              <a:gd name="connsiteX6" fmla="*/ 6610901 w 7777150"/>
              <a:gd name="connsiteY6" fmla="*/ 6720920 h 7718664"/>
              <a:gd name="connsiteX7" fmla="*/ 6607794 w 7777150"/>
              <a:gd name="connsiteY7" fmla="*/ 6724148 h 7718664"/>
              <a:gd name="connsiteX8" fmla="*/ 6619848 w 7777150"/>
              <a:gd name="connsiteY8" fmla="*/ 6716434 h 7718664"/>
              <a:gd name="connsiteX9" fmla="*/ 6839305 w 7777150"/>
              <a:gd name="connsiteY9" fmla="*/ 6558707 h 7718664"/>
              <a:gd name="connsiteX10" fmla="*/ 6839039 w 7777150"/>
              <a:gd name="connsiteY10" fmla="*/ 6558801 h 7718664"/>
              <a:gd name="connsiteX11" fmla="*/ 6837070 w 7777150"/>
              <a:gd name="connsiteY11" fmla="*/ 6572293 h 7718664"/>
              <a:gd name="connsiteX12" fmla="*/ 6789429 w 7777150"/>
              <a:gd name="connsiteY12" fmla="*/ 6625890 h 7718664"/>
              <a:gd name="connsiteX13" fmla="*/ 6732852 w 7777150"/>
              <a:gd name="connsiteY13" fmla="*/ 6688418 h 7718664"/>
              <a:gd name="connsiteX14" fmla="*/ 6736263 w 7777150"/>
              <a:gd name="connsiteY14" fmla="*/ 6687633 h 7718664"/>
              <a:gd name="connsiteX15" fmla="*/ 6789429 w 7777150"/>
              <a:gd name="connsiteY15" fmla="*/ 6628865 h 7718664"/>
              <a:gd name="connsiteX16" fmla="*/ 6837070 w 7777150"/>
              <a:gd name="connsiteY16" fmla="*/ 6575269 h 7718664"/>
              <a:gd name="connsiteX17" fmla="*/ 6839305 w 7777150"/>
              <a:gd name="connsiteY17" fmla="*/ 6558707 h 7718664"/>
              <a:gd name="connsiteX18" fmla="*/ 2782054 w 7777150"/>
              <a:gd name="connsiteY18" fmla="*/ 7594165 h 7718664"/>
              <a:gd name="connsiteX19" fmla="*/ 2812852 w 7777150"/>
              <a:gd name="connsiteY19" fmla="*/ 7595094 h 7718664"/>
              <a:gd name="connsiteX20" fmla="*/ 2945354 w 7777150"/>
              <a:gd name="connsiteY20" fmla="*/ 7629337 h 7718664"/>
              <a:gd name="connsiteX21" fmla="*/ 3001930 w 7777150"/>
              <a:gd name="connsiteY21" fmla="*/ 7632313 h 7718664"/>
              <a:gd name="connsiteX22" fmla="*/ 3143116 w 7777150"/>
              <a:gd name="connsiteY22" fmla="*/ 7701578 h 7718664"/>
              <a:gd name="connsiteX23" fmla="*/ 3082549 w 7777150"/>
              <a:gd name="connsiteY23" fmla="*/ 7717806 h 7718664"/>
              <a:gd name="connsiteX24" fmla="*/ 3037661 w 7777150"/>
              <a:gd name="connsiteY24" fmla="*/ 7703779 h 7718664"/>
              <a:gd name="connsiteX25" fmla="*/ 2957265 w 7777150"/>
              <a:gd name="connsiteY25" fmla="*/ 7668047 h 7718664"/>
              <a:gd name="connsiteX26" fmla="*/ 2864960 w 7777150"/>
              <a:gd name="connsiteY26" fmla="*/ 7638271 h 7718664"/>
              <a:gd name="connsiteX27" fmla="*/ 2769678 w 7777150"/>
              <a:gd name="connsiteY27" fmla="*/ 7605516 h 7718664"/>
              <a:gd name="connsiteX28" fmla="*/ 2782054 w 7777150"/>
              <a:gd name="connsiteY28" fmla="*/ 7594165 h 7718664"/>
              <a:gd name="connsiteX29" fmla="*/ 2608887 w 7777150"/>
              <a:gd name="connsiteY29" fmla="*/ 7429840 h 7718664"/>
              <a:gd name="connsiteX30" fmla="*/ 2719060 w 7777150"/>
              <a:gd name="connsiteY30" fmla="*/ 7450682 h 7718664"/>
              <a:gd name="connsiteX31" fmla="*/ 2766702 w 7777150"/>
              <a:gd name="connsiteY31" fmla="*/ 7492368 h 7718664"/>
              <a:gd name="connsiteX32" fmla="*/ 2930467 w 7777150"/>
              <a:gd name="connsiteY32" fmla="*/ 7540009 h 7718664"/>
              <a:gd name="connsiteX33" fmla="*/ 3255027 w 7777150"/>
              <a:gd name="connsiteY33" fmla="*/ 7623382 h 7718664"/>
              <a:gd name="connsiteX34" fmla="*/ 3335420 w 7777150"/>
              <a:gd name="connsiteY34" fmla="*/ 7638271 h 7718664"/>
              <a:gd name="connsiteX35" fmla="*/ 3362169 w 7777150"/>
              <a:gd name="connsiteY35" fmla="*/ 7642882 h 7718664"/>
              <a:gd name="connsiteX36" fmla="*/ 3252495 w 7777150"/>
              <a:gd name="connsiteY36" fmla="*/ 7672270 h 7718664"/>
              <a:gd name="connsiteX37" fmla="*/ 3231206 w 7777150"/>
              <a:gd name="connsiteY37" fmla="*/ 7668047 h 7718664"/>
              <a:gd name="connsiteX38" fmla="*/ 3115079 w 7777150"/>
              <a:gd name="connsiteY38" fmla="*/ 7644226 h 7718664"/>
              <a:gd name="connsiteX39" fmla="*/ 3013840 w 7777150"/>
              <a:gd name="connsiteY39" fmla="*/ 7626361 h 7718664"/>
              <a:gd name="connsiteX40" fmla="*/ 2891760 w 7777150"/>
              <a:gd name="connsiteY40" fmla="*/ 7569785 h 7718664"/>
              <a:gd name="connsiteX41" fmla="*/ 2739902 w 7777150"/>
              <a:gd name="connsiteY41" fmla="*/ 7513213 h 7718664"/>
              <a:gd name="connsiteX42" fmla="*/ 2582091 w 7777150"/>
              <a:gd name="connsiteY42" fmla="*/ 7450681 h 7718664"/>
              <a:gd name="connsiteX43" fmla="*/ 2608887 w 7777150"/>
              <a:gd name="connsiteY43" fmla="*/ 7429840 h 7718664"/>
              <a:gd name="connsiteX44" fmla="*/ 2305173 w 7777150"/>
              <a:gd name="connsiteY44" fmla="*/ 7420905 h 7718664"/>
              <a:gd name="connsiteX45" fmla="*/ 2647595 w 7777150"/>
              <a:gd name="connsiteY45" fmla="*/ 7566806 h 7718664"/>
              <a:gd name="connsiteX46" fmla="*/ 2769678 w 7777150"/>
              <a:gd name="connsiteY46" fmla="*/ 7605516 h 7718664"/>
              <a:gd name="connsiteX47" fmla="*/ 2861982 w 7777150"/>
              <a:gd name="connsiteY47" fmla="*/ 7638268 h 7718664"/>
              <a:gd name="connsiteX48" fmla="*/ 2954288 w 7777150"/>
              <a:gd name="connsiteY48" fmla="*/ 7668044 h 7718664"/>
              <a:gd name="connsiteX49" fmla="*/ 3034682 w 7777150"/>
              <a:gd name="connsiteY49" fmla="*/ 7703775 h 7718664"/>
              <a:gd name="connsiteX50" fmla="*/ 3016816 w 7777150"/>
              <a:gd name="connsiteY50" fmla="*/ 7718664 h 7718664"/>
              <a:gd name="connsiteX51" fmla="*/ 2969175 w 7777150"/>
              <a:gd name="connsiteY51" fmla="*/ 7709731 h 7718664"/>
              <a:gd name="connsiteX52" fmla="*/ 2799453 w 7777150"/>
              <a:gd name="connsiteY52" fmla="*/ 7647203 h 7718664"/>
              <a:gd name="connsiteX53" fmla="*/ 2716081 w 7777150"/>
              <a:gd name="connsiteY53" fmla="*/ 7614447 h 7718664"/>
              <a:gd name="connsiteX54" fmla="*/ 2632708 w 7777150"/>
              <a:gd name="connsiteY54" fmla="*/ 7578716 h 7718664"/>
              <a:gd name="connsiteX55" fmla="*/ 2522536 w 7777150"/>
              <a:gd name="connsiteY55" fmla="*/ 7540009 h 7718664"/>
              <a:gd name="connsiteX56" fmla="*/ 2427252 w 7777150"/>
              <a:gd name="connsiteY56" fmla="*/ 7498323 h 7718664"/>
              <a:gd name="connsiteX57" fmla="*/ 2352815 w 7777150"/>
              <a:gd name="connsiteY57" fmla="*/ 7459612 h 7718664"/>
              <a:gd name="connsiteX58" fmla="*/ 2305173 w 7777150"/>
              <a:gd name="connsiteY58" fmla="*/ 7420905 h 7718664"/>
              <a:gd name="connsiteX59" fmla="*/ 2397480 w 7777150"/>
              <a:gd name="connsiteY59" fmla="*/ 7349443 h 7718664"/>
              <a:gd name="connsiteX60" fmla="*/ 2445122 w 7777150"/>
              <a:gd name="connsiteY60" fmla="*/ 7346467 h 7718664"/>
              <a:gd name="connsiteX61" fmla="*/ 2608887 w 7777150"/>
              <a:gd name="connsiteY61" fmla="*/ 7429840 h 7718664"/>
              <a:gd name="connsiteX62" fmla="*/ 2588046 w 7777150"/>
              <a:gd name="connsiteY62" fmla="*/ 7441750 h 7718664"/>
              <a:gd name="connsiteX63" fmla="*/ 2397480 w 7777150"/>
              <a:gd name="connsiteY63" fmla="*/ 7349443 h 7718664"/>
              <a:gd name="connsiteX64" fmla="*/ 7605289 w 7777150"/>
              <a:gd name="connsiteY64" fmla="*/ 5949975 h 7718664"/>
              <a:gd name="connsiteX65" fmla="*/ 7603779 w 7777150"/>
              <a:gd name="connsiteY65" fmla="*/ 5950622 h 7718664"/>
              <a:gd name="connsiteX66" fmla="*/ 7571259 w 7777150"/>
              <a:gd name="connsiteY66" fmla="*/ 6028673 h 7718664"/>
              <a:gd name="connsiteX67" fmla="*/ 7768327 w 7777150"/>
              <a:gd name="connsiteY67" fmla="*/ 5740775 h 7718664"/>
              <a:gd name="connsiteX68" fmla="*/ 7777150 w 7777150"/>
              <a:gd name="connsiteY68" fmla="*/ 5773700 h 7718664"/>
              <a:gd name="connsiteX69" fmla="*/ 7775014 w 7777150"/>
              <a:gd name="connsiteY69" fmla="*/ 5777274 h 7718664"/>
              <a:gd name="connsiteX70" fmla="*/ 7706527 w 7777150"/>
              <a:gd name="connsiteY70" fmla="*/ 5905312 h 7718664"/>
              <a:gd name="connsiteX71" fmla="*/ 7644000 w 7777150"/>
              <a:gd name="connsiteY71" fmla="*/ 5985706 h 7718664"/>
              <a:gd name="connsiteX72" fmla="*/ 7685686 w 7777150"/>
              <a:gd name="connsiteY72" fmla="*/ 5902333 h 7718664"/>
              <a:gd name="connsiteX73" fmla="*/ 7721417 w 7777150"/>
              <a:gd name="connsiteY73" fmla="*/ 5818960 h 7718664"/>
              <a:gd name="connsiteX74" fmla="*/ 7748213 w 7777150"/>
              <a:gd name="connsiteY74" fmla="*/ 5774298 h 7718664"/>
              <a:gd name="connsiteX75" fmla="*/ 2195719 w 7777150"/>
              <a:gd name="connsiteY75" fmla="*/ 7067587 h 7718664"/>
              <a:gd name="connsiteX76" fmla="*/ 2195748 w 7777150"/>
              <a:gd name="connsiteY76" fmla="*/ 7068434 h 7718664"/>
              <a:gd name="connsiteX77" fmla="*/ 2205804 w 7777150"/>
              <a:gd name="connsiteY77" fmla="*/ 7080606 h 7718664"/>
              <a:gd name="connsiteX78" fmla="*/ 2206911 w 7777150"/>
              <a:gd name="connsiteY78" fmla="*/ 7075504 h 7718664"/>
              <a:gd name="connsiteX79" fmla="*/ 1840668 w 7777150"/>
              <a:gd name="connsiteY79" fmla="*/ 7143991 h 7718664"/>
              <a:gd name="connsiteX80" fmla="*/ 2043145 w 7777150"/>
              <a:gd name="connsiteY80" fmla="*/ 7257140 h 7718664"/>
              <a:gd name="connsiteX81" fmla="*/ 2084831 w 7777150"/>
              <a:gd name="connsiteY81" fmla="*/ 7304781 h 7718664"/>
              <a:gd name="connsiteX82" fmla="*/ 1989548 w 7777150"/>
              <a:gd name="connsiteY82" fmla="*/ 7254160 h 7718664"/>
              <a:gd name="connsiteX83" fmla="*/ 1918086 w 7777150"/>
              <a:gd name="connsiteY83" fmla="*/ 7209498 h 7718664"/>
              <a:gd name="connsiteX84" fmla="*/ 1840668 w 7777150"/>
              <a:gd name="connsiteY84" fmla="*/ 7143991 h 7718664"/>
              <a:gd name="connsiteX85" fmla="*/ 7574028 w 7777150"/>
              <a:gd name="connsiteY85" fmla="*/ 5576942 h 7718664"/>
              <a:gd name="connsiteX86" fmla="*/ 7562090 w 7777150"/>
              <a:gd name="connsiteY86" fmla="*/ 5594186 h 7718664"/>
              <a:gd name="connsiteX87" fmla="*/ 7533457 w 7777150"/>
              <a:gd name="connsiteY87" fmla="*/ 5631001 h 7718664"/>
              <a:gd name="connsiteX88" fmla="*/ 7503173 w 7777150"/>
              <a:gd name="connsiteY88" fmla="*/ 5679289 h 7718664"/>
              <a:gd name="connsiteX89" fmla="*/ 7495119 w 7777150"/>
              <a:gd name="connsiteY89" fmla="*/ 5690923 h 7718664"/>
              <a:gd name="connsiteX90" fmla="*/ 7456410 w 7777150"/>
              <a:gd name="connsiteY90" fmla="*/ 5762384 h 7718664"/>
              <a:gd name="connsiteX91" fmla="*/ 7417702 w 7777150"/>
              <a:gd name="connsiteY91" fmla="*/ 5827891 h 7718664"/>
              <a:gd name="connsiteX92" fmla="*/ 7325396 w 7777150"/>
              <a:gd name="connsiteY92" fmla="*/ 5949974 h 7718664"/>
              <a:gd name="connsiteX93" fmla="*/ 7292334 w 7777150"/>
              <a:gd name="connsiteY93" fmla="*/ 6001613 h 7718664"/>
              <a:gd name="connsiteX94" fmla="*/ 7279949 w 7777150"/>
              <a:gd name="connsiteY94" fmla="*/ 6020421 h 7718664"/>
              <a:gd name="connsiteX95" fmla="*/ 7245002 w 7777150"/>
              <a:gd name="connsiteY95" fmla="*/ 6072054 h 7718664"/>
              <a:gd name="connsiteX96" fmla="*/ 7173540 w 7777150"/>
              <a:gd name="connsiteY96" fmla="*/ 6170317 h 7718664"/>
              <a:gd name="connsiteX97" fmla="*/ 7167581 w 7777150"/>
              <a:gd name="connsiteY97" fmla="*/ 6173958 h 7718664"/>
              <a:gd name="connsiteX98" fmla="*/ 7162704 w 7777150"/>
              <a:gd name="connsiteY98" fmla="*/ 6181183 h 7718664"/>
              <a:gd name="connsiteX99" fmla="*/ 7170561 w 7777150"/>
              <a:gd name="connsiteY99" fmla="*/ 6176272 h 7718664"/>
              <a:gd name="connsiteX100" fmla="*/ 7242022 w 7777150"/>
              <a:gd name="connsiteY100" fmla="*/ 6078013 h 7718664"/>
              <a:gd name="connsiteX101" fmla="*/ 7279949 w 7777150"/>
              <a:gd name="connsiteY101" fmla="*/ 6020421 h 7718664"/>
              <a:gd name="connsiteX102" fmla="*/ 7286316 w 7777150"/>
              <a:gd name="connsiteY102" fmla="*/ 6011014 h 7718664"/>
              <a:gd name="connsiteX103" fmla="*/ 7292334 w 7777150"/>
              <a:gd name="connsiteY103" fmla="*/ 6001613 h 7718664"/>
              <a:gd name="connsiteX104" fmla="*/ 7322420 w 7777150"/>
              <a:gd name="connsiteY104" fmla="*/ 5955930 h 7718664"/>
              <a:gd name="connsiteX105" fmla="*/ 7414723 w 7777150"/>
              <a:gd name="connsiteY105" fmla="*/ 5833850 h 7718664"/>
              <a:gd name="connsiteX106" fmla="*/ 7453434 w 7777150"/>
              <a:gd name="connsiteY106" fmla="*/ 5768343 h 7718664"/>
              <a:gd name="connsiteX107" fmla="*/ 7492141 w 7777150"/>
              <a:gd name="connsiteY107" fmla="*/ 5696881 h 7718664"/>
              <a:gd name="connsiteX108" fmla="*/ 7503173 w 7777150"/>
              <a:gd name="connsiteY108" fmla="*/ 5679289 h 7718664"/>
              <a:gd name="connsiteX109" fmla="*/ 7562090 w 7777150"/>
              <a:gd name="connsiteY109" fmla="*/ 5594186 h 7718664"/>
              <a:gd name="connsiteX110" fmla="*/ 7572537 w 7777150"/>
              <a:gd name="connsiteY110" fmla="*/ 5580753 h 7718664"/>
              <a:gd name="connsiteX111" fmla="*/ 7695610 w 7777150"/>
              <a:gd name="connsiteY111" fmla="*/ 5469390 h 7718664"/>
              <a:gd name="connsiteX112" fmla="*/ 7767960 w 7777150"/>
              <a:gd name="connsiteY112" fmla="*/ 5739403 h 7718664"/>
              <a:gd name="connsiteX113" fmla="*/ 7745237 w 7777150"/>
              <a:gd name="connsiteY113" fmla="*/ 5777274 h 7718664"/>
              <a:gd name="connsiteX114" fmla="*/ 7718437 w 7777150"/>
              <a:gd name="connsiteY114" fmla="*/ 5821936 h 7718664"/>
              <a:gd name="connsiteX115" fmla="*/ 7679730 w 7777150"/>
              <a:gd name="connsiteY115" fmla="*/ 5908288 h 7718664"/>
              <a:gd name="connsiteX116" fmla="*/ 7638044 w 7777150"/>
              <a:gd name="connsiteY116" fmla="*/ 5991660 h 7718664"/>
              <a:gd name="connsiteX117" fmla="*/ 7572537 w 7777150"/>
              <a:gd name="connsiteY117" fmla="*/ 6080989 h 7718664"/>
              <a:gd name="connsiteX118" fmla="*/ 7507030 w 7777150"/>
              <a:gd name="connsiteY118" fmla="*/ 6164361 h 7718664"/>
              <a:gd name="connsiteX119" fmla="*/ 7509759 w 7777150"/>
              <a:gd name="connsiteY119" fmla="*/ 6158741 h 7718664"/>
              <a:gd name="connsiteX120" fmla="*/ 7435565 w 7777150"/>
              <a:gd name="connsiteY120" fmla="*/ 6259644 h 7718664"/>
              <a:gd name="connsiteX121" fmla="*/ 7274774 w 7777150"/>
              <a:gd name="connsiteY121" fmla="*/ 6435324 h 7718664"/>
              <a:gd name="connsiteX122" fmla="*/ 7243120 w 7777150"/>
              <a:gd name="connsiteY122" fmla="*/ 6484028 h 7718664"/>
              <a:gd name="connsiteX123" fmla="*/ 7274775 w 7777150"/>
              <a:gd name="connsiteY123" fmla="*/ 6438299 h 7718664"/>
              <a:gd name="connsiteX124" fmla="*/ 7435564 w 7777150"/>
              <a:gd name="connsiteY124" fmla="*/ 6262620 h 7718664"/>
              <a:gd name="connsiteX125" fmla="*/ 7313485 w 7777150"/>
              <a:gd name="connsiteY125" fmla="*/ 6447231 h 7718664"/>
              <a:gd name="connsiteX126" fmla="*/ 7250582 w 7777150"/>
              <a:gd name="connsiteY126" fmla="*/ 6513113 h 7718664"/>
              <a:gd name="connsiteX127" fmla="*/ 7200087 w 7777150"/>
              <a:gd name="connsiteY127" fmla="*/ 6550232 h 7718664"/>
              <a:gd name="connsiteX128" fmla="*/ 7197357 w 7777150"/>
              <a:gd name="connsiteY128" fmla="*/ 6554428 h 7718664"/>
              <a:gd name="connsiteX129" fmla="*/ 7165787 w 7777150"/>
              <a:gd name="connsiteY129" fmla="*/ 6578714 h 7718664"/>
              <a:gd name="connsiteX130" fmla="*/ 7164606 w 7777150"/>
              <a:gd name="connsiteY130" fmla="*/ 6587180 h 7718664"/>
              <a:gd name="connsiteX131" fmla="*/ 7118751 w 7777150"/>
              <a:gd name="connsiteY131" fmla="*/ 6636309 h 7718664"/>
              <a:gd name="connsiteX132" fmla="*/ 6989132 w 7777150"/>
              <a:gd name="connsiteY132" fmla="*/ 6671040 h 7718664"/>
              <a:gd name="connsiteX133" fmla="*/ 7013864 w 7777150"/>
              <a:gd name="connsiteY133" fmla="*/ 6649337 h 7718664"/>
              <a:gd name="connsiteX134" fmla="*/ 7066343 w 7777150"/>
              <a:gd name="connsiteY134" fmla="*/ 6599090 h 7718664"/>
              <a:gd name="connsiteX135" fmla="*/ 7111009 w 7777150"/>
              <a:gd name="connsiteY135" fmla="*/ 6524651 h 7718664"/>
              <a:gd name="connsiteX136" fmla="*/ 7175165 w 7777150"/>
              <a:gd name="connsiteY136" fmla="*/ 6465841 h 7718664"/>
              <a:gd name="connsiteX137" fmla="*/ 7175681 w 7777150"/>
              <a:gd name="connsiteY137" fmla="*/ 6462146 h 7718664"/>
              <a:gd name="connsiteX138" fmla="*/ 7113987 w 7777150"/>
              <a:gd name="connsiteY138" fmla="*/ 6518697 h 7718664"/>
              <a:gd name="connsiteX139" fmla="*/ 7069322 w 7777150"/>
              <a:gd name="connsiteY139" fmla="*/ 6593135 h 7718664"/>
              <a:gd name="connsiteX140" fmla="*/ 7016843 w 7777150"/>
              <a:gd name="connsiteY140" fmla="*/ 6643382 h 7718664"/>
              <a:gd name="connsiteX141" fmla="*/ 6983652 w 7777150"/>
              <a:gd name="connsiteY141" fmla="*/ 6672509 h 7718664"/>
              <a:gd name="connsiteX142" fmla="*/ 6761122 w 7777150"/>
              <a:gd name="connsiteY142" fmla="*/ 6732136 h 7718664"/>
              <a:gd name="connsiteX143" fmla="*/ 6831115 w 7777150"/>
              <a:gd name="connsiteY143" fmla="*/ 6682462 h 7718664"/>
              <a:gd name="connsiteX144" fmla="*/ 6917467 w 7777150"/>
              <a:gd name="connsiteY144" fmla="*/ 6593134 h 7718664"/>
              <a:gd name="connsiteX145" fmla="*/ 6914488 w 7777150"/>
              <a:gd name="connsiteY145" fmla="*/ 6581224 h 7718664"/>
              <a:gd name="connsiteX146" fmla="*/ 6997860 w 7777150"/>
              <a:gd name="connsiteY146" fmla="*/ 6488921 h 7718664"/>
              <a:gd name="connsiteX147" fmla="*/ 7048480 w 7777150"/>
              <a:gd name="connsiteY147" fmla="*/ 6447234 h 7718664"/>
              <a:gd name="connsiteX148" fmla="*/ 7081233 w 7777150"/>
              <a:gd name="connsiteY148" fmla="*/ 6405548 h 7718664"/>
              <a:gd name="connsiteX149" fmla="*/ 7111008 w 7777150"/>
              <a:gd name="connsiteY149" fmla="*/ 6363862 h 7718664"/>
              <a:gd name="connsiteX150" fmla="*/ 7197360 w 7777150"/>
              <a:gd name="connsiteY150" fmla="*/ 6262624 h 7718664"/>
              <a:gd name="connsiteX151" fmla="*/ 7277754 w 7777150"/>
              <a:gd name="connsiteY151" fmla="*/ 6158406 h 7718664"/>
              <a:gd name="connsiteX152" fmla="*/ 7399836 w 7777150"/>
              <a:gd name="connsiteY152" fmla="*/ 5973795 h 7718664"/>
              <a:gd name="connsiteX153" fmla="*/ 7510006 w 7777150"/>
              <a:gd name="connsiteY153" fmla="*/ 5786208 h 7718664"/>
              <a:gd name="connsiteX154" fmla="*/ 7596358 w 7777150"/>
              <a:gd name="connsiteY154" fmla="*/ 5646260 h 7718664"/>
              <a:gd name="connsiteX155" fmla="*/ 7676751 w 7777150"/>
              <a:gd name="connsiteY155" fmla="*/ 5503336 h 7718664"/>
              <a:gd name="connsiteX156" fmla="*/ 7636506 w 7777150"/>
              <a:gd name="connsiteY156" fmla="*/ 5248812 h 7718664"/>
              <a:gd name="connsiteX157" fmla="*/ 7659314 w 7777150"/>
              <a:gd name="connsiteY157" fmla="*/ 5333933 h 7718664"/>
              <a:gd name="connsiteX158" fmla="*/ 7617200 w 7777150"/>
              <a:gd name="connsiteY158" fmla="*/ 5408052 h 7718664"/>
              <a:gd name="connsiteX159" fmla="*/ 7615871 w 7777150"/>
              <a:gd name="connsiteY159" fmla="*/ 5411110 h 7718664"/>
              <a:gd name="connsiteX160" fmla="*/ 7659444 w 7777150"/>
              <a:gd name="connsiteY160" fmla="*/ 5334418 h 7718664"/>
              <a:gd name="connsiteX161" fmla="*/ 7691259 w 7777150"/>
              <a:gd name="connsiteY161" fmla="*/ 5453153 h 7718664"/>
              <a:gd name="connsiteX162" fmla="*/ 7688661 w 7777150"/>
              <a:gd name="connsiteY162" fmla="*/ 5458673 h 7718664"/>
              <a:gd name="connsiteX163" fmla="*/ 7658886 w 7777150"/>
              <a:gd name="connsiteY163" fmla="*/ 5512270 h 7718664"/>
              <a:gd name="connsiteX164" fmla="*/ 7578492 w 7777150"/>
              <a:gd name="connsiteY164" fmla="*/ 5655195 h 7718664"/>
              <a:gd name="connsiteX165" fmla="*/ 7492140 w 7777150"/>
              <a:gd name="connsiteY165" fmla="*/ 5795139 h 7718664"/>
              <a:gd name="connsiteX166" fmla="*/ 7381971 w 7777150"/>
              <a:gd name="connsiteY166" fmla="*/ 5982730 h 7718664"/>
              <a:gd name="connsiteX167" fmla="*/ 7259888 w 7777150"/>
              <a:gd name="connsiteY167" fmla="*/ 6167341 h 7718664"/>
              <a:gd name="connsiteX168" fmla="*/ 7179495 w 7777150"/>
              <a:gd name="connsiteY168" fmla="*/ 6271554 h 7718664"/>
              <a:gd name="connsiteX169" fmla="*/ 7093143 w 7777150"/>
              <a:gd name="connsiteY169" fmla="*/ 6372792 h 7718664"/>
              <a:gd name="connsiteX170" fmla="*/ 7063367 w 7777150"/>
              <a:gd name="connsiteY170" fmla="*/ 6414479 h 7718664"/>
              <a:gd name="connsiteX171" fmla="*/ 7030615 w 7777150"/>
              <a:gd name="connsiteY171" fmla="*/ 6456165 h 7718664"/>
              <a:gd name="connsiteX172" fmla="*/ 6979994 w 7777150"/>
              <a:gd name="connsiteY172" fmla="*/ 6497851 h 7718664"/>
              <a:gd name="connsiteX173" fmla="*/ 6897207 w 7777150"/>
              <a:gd name="connsiteY173" fmla="*/ 6589515 h 7718664"/>
              <a:gd name="connsiteX174" fmla="*/ 6899598 w 7777150"/>
              <a:gd name="connsiteY174" fmla="*/ 6599089 h 7718664"/>
              <a:gd name="connsiteX175" fmla="*/ 6813249 w 7777150"/>
              <a:gd name="connsiteY175" fmla="*/ 6688418 h 7718664"/>
              <a:gd name="connsiteX176" fmla="*/ 6745897 w 7777150"/>
              <a:gd name="connsiteY176" fmla="*/ 6736215 h 7718664"/>
              <a:gd name="connsiteX177" fmla="*/ 6404257 w 7777150"/>
              <a:gd name="connsiteY177" fmla="*/ 6827757 h 7718664"/>
              <a:gd name="connsiteX178" fmla="*/ 6411273 w 7777150"/>
              <a:gd name="connsiteY178" fmla="*/ 6822407 h 7718664"/>
              <a:gd name="connsiteX179" fmla="*/ 6467849 w 7777150"/>
              <a:gd name="connsiteY179" fmla="*/ 6786676 h 7718664"/>
              <a:gd name="connsiteX180" fmla="*/ 6613749 w 7777150"/>
              <a:gd name="connsiteY180" fmla="*/ 6676507 h 7718664"/>
              <a:gd name="connsiteX181" fmla="*/ 6717966 w 7777150"/>
              <a:gd name="connsiteY181" fmla="*/ 6578245 h 7718664"/>
              <a:gd name="connsiteX182" fmla="*/ 6834091 w 7777150"/>
              <a:gd name="connsiteY182" fmla="*/ 6479986 h 7718664"/>
              <a:gd name="connsiteX183" fmla="*/ 7185447 w 7777150"/>
              <a:gd name="connsiteY183" fmla="*/ 6083964 h 7718664"/>
              <a:gd name="connsiteX184" fmla="*/ 7233801 w 7777150"/>
              <a:gd name="connsiteY184" fmla="*/ 6001764 h 7718664"/>
              <a:gd name="connsiteX185" fmla="*/ 7236067 w 7777150"/>
              <a:gd name="connsiteY185" fmla="*/ 5994637 h 7718664"/>
              <a:gd name="connsiteX186" fmla="*/ 7313485 w 7777150"/>
              <a:gd name="connsiteY186" fmla="*/ 5875533 h 7718664"/>
              <a:gd name="connsiteX187" fmla="*/ 7337306 w 7777150"/>
              <a:gd name="connsiteY187" fmla="*/ 5839802 h 7718664"/>
              <a:gd name="connsiteX188" fmla="*/ 7368979 w 7777150"/>
              <a:gd name="connsiteY188" fmla="*/ 5795871 h 7718664"/>
              <a:gd name="connsiteX189" fmla="*/ 7378992 w 7777150"/>
              <a:gd name="connsiteY189" fmla="*/ 5777274 h 7718664"/>
              <a:gd name="connsiteX190" fmla="*/ 7441520 w 7777150"/>
              <a:gd name="connsiteY190" fmla="*/ 5670081 h 7718664"/>
              <a:gd name="connsiteX191" fmla="*/ 7563603 w 7777150"/>
              <a:gd name="connsiteY191" fmla="*/ 5416984 h 7718664"/>
              <a:gd name="connsiteX192" fmla="*/ 7619804 w 7777150"/>
              <a:gd name="connsiteY192" fmla="*/ 5285970 h 7718664"/>
              <a:gd name="connsiteX193" fmla="*/ 1438185 w 7777150"/>
              <a:gd name="connsiteY193" fmla="*/ 6830951 h 7718664"/>
              <a:gd name="connsiteX194" fmla="*/ 1449489 w 7777150"/>
              <a:gd name="connsiteY194" fmla="*/ 6840648 h 7718664"/>
              <a:gd name="connsiteX195" fmla="*/ 1453350 w 7777150"/>
              <a:gd name="connsiteY195" fmla="*/ 6842615 h 7718664"/>
              <a:gd name="connsiteX196" fmla="*/ 1486096 w 7777150"/>
              <a:gd name="connsiteY196" fmla="*/ 6491655 h 7718664"/>
              <a:gd name="connsiteX197" fmla="*/ 1491992 w 7777150"/>
              <a:gd name="connsiteY197" fmla="*/ 6498836 h 7718664"/>
              <a:gd name="connsiteX198" fmla="*/ 1492288 w 7777150"/>
              <a:gd name="connsiteY198" fmla="*/ 6497852 h 7718664"/>
              <a:gd name="connsiteX199" fmla="*/ 1195061 w 7777150"/>
              <a:gd name="connsiteY199" fmla="*/ 6558794 h 7718664"/>
              <a:gd name="connsiteX200" fmla="*/ 1307518 w 7777150"/>
              <a:gd name="connsiteY200" fmla="*/ 6691203 h 7718664"/>
              <a:gd name="connsiteX201" fmla="*/ 1218350 w 7777150"/>
              <a:gd name="connsiteY201" fmla="*/ 6584200 h 7718664"/>
              <a:gd name="connsiteX202" fmla="*/ 1045653 w 7777150"/>
              <a:gd name="connsiteY202" fmla="*/ 6423410 h 7718664"/>
              <a:gd name="connsiteX203" fmla="*/ 1123070 w 7777150"/>
              <a:gd name="connsiteY203" fmla="*/ 6474031 h 7718664"/>
              <a:gd name="connsiteX204" fmla="*/ 1126871 w 7777150"/>
              <a:gd name="connsiteY204" fmla="*/ 6478507 h 7718664"/>
              <a:gd name="connsiteX205" fmla="*/ 1162149 w 7777150"/>
              <a:gd name="connsiteY205" fmla="*/ 6486313 h 7718664"/>
              <a:gd name="connsiteX206" fmla="*/ 1242171 w 7777150"/>
              <a:gd name="connsiteY206" fmla="*/ 6560379 h 7718664"/>
              <a:gd name="connsiteX207" fmla="*/ 1352343 w 7777150"/>
              <a:gd name="connsiteY207" fmla="*/ 6649708 h 7718664"/>
              <a:gd name="connsiteX208" fmla="*/ 1399985 w 7777150"/>
              <a:gd name="connsiteY208" fmla="*/ 6715214 h 7718664"/>
              <a:gd name="connsiteX209" fmla="*/ 1426782 w 7777150"/>
              <a:gd name="connsiteY209" fmla="*/ 6747970 h 7718664"/>
              <a:gd name="connsiteX210" fmla="*/ 1539930 w 7777150"/>
              <a:gd name="connsiteY210" fmla="*/ 6843252 h 7718664"/>
              <a:gd name="connsiteX211" fmla="*/ 1539890 w 7777150"/>
              <a:gd name="connsiteY211" fmla="*/ 6843288 h 7718664"/>
              <a:gd name="connsiteX212" fmla="*/ 1507178 w 7777150"/>
              <a:gd name="connsiteY212" fmla="*/ 6870049 h 7718664"/>
              <a:gd name="connsiteX213" fmla="*/ 1401804 w 7777150"/>
              <a:gd name="connsiteY213" fmla="*/ 6752965 h 7718664"/>
              <a:gd name="connsiteX214" fmla="*/ 1397009 w 7777150"/>
              <a:gd name="connsiteY214" fmla="*/ 6753924 h 7718664"/>
              <a:gd name="connsiteX215" fmla="*/ 1496727 w 7777150"/>
              <a:gd name="connsiteY215" fmla="*/ 6864723 h 7718664"/>
              <a:gd name="connsiteX216" fmla="*/ 1507178 w 7777150"/>
              <a:gd name="connsiteY216" fmla="*/ 6870049 h 7718664"/>
              <a:gd name="connsiteX217" fmla="*/ 1523554 w 7777150"/>
              <a:gd name="connsiteY217" fmla="*/ 6857768 h 7718664"/>
              <a:gd name="connsiteX218" fmla="*/ 1539890 w 7777150"/>
              <a:gd name="connsiteY218" fmla="*/ 6843288 h 7718664"/>
              <a:gd name="connsiteX219" fmla="*/ 1539933 w 7777150"/>
              <a:gd name="connsiteY219" fmla="*/ 6843252 h 7718664"/>
              <a:gd name="connsiteX220" fmla="*/ 1822803 w 7777150"/>
              <a:gd name="connsiteY220" fmla="*/ 7066570 h 7718664"/>
              <a:gd name="connsiteX221" fmla="*/ 1766230 w 7777150"/>
              <a:gd name="connsiteY221" fmla="*/ 7084436 h 7718664"/>
              <a:gd name="connsiteX222" fmla="*/ 1787072 w 7777150"/>
              <a:gd name="connsiteY222" fmla="*/ 7099325 h 7718664"/>
              <a:gd name="connsiteX223" fmla="*/ 1703699 w 7777150"/>
              <a:gd name="connsiteY223" fmla="*/ 7102302 h 7718664"/>
              <a:gd name="connsiteX224" fmla="*/ 1650102 w 7777150"/>
              <a:gd name="connsiteY224" fmla="*/ 7066570 h 7718664"/>
              <a:gd name="connsiteX225" fmla="*/ 1599485 w 7777150"/>
              <a:gd name="connsiteY225" fmla="*/ 7027863 h 7718664"/>
              <a:gd name="connsiteX226" fmla="*/ 1474426 w 7777150"/>
              <a:gd name="connsiteY226" fmla="*/ 6923646 h 7718664"/>
              <a:gd name="connsiteX227" fmla="*/ 1358298 w 7777150"/>
              <a:gd name="connsiteY227" fmla="*/ 6819431 h 7718664"/>
              <a:gd name="connsiteX228" fmla="*/ 1251105 w 7777150"/>
              <a:gd name="connsiteY228" fmla="*/ 6715214 h 7718664"/>
              <a:gd name="connsiteX229" fmla="*/ 1200487 w 7777150"/>
              <a:gd name="connsiteY229" fmla="*/ 6664597 h 7718664"/>
              <a:gd name="connsiteX230" fmla="*/ 1152846 w 7777150"/>
              <a:gd name="connsiteY230" fmla="*/ 6611000 h 7718664"/>
              <a:gd name="connsiteX231" fmla="*/ 1170712 w 7777150"/>
              <a:gd name="connsiteY231" fmla="*/ 6587180 h 7718664"/>
              <a:gd name="connsiteX232" fmla="*/ 1230264 w 7777150"/>
              <a:gd name="connsiteY232" fmla="*/ 6640776 h 7718664"/>
              <a:gd name="connsiteX233" fmla="*/ 1295770 w 7777150"/>
              <a:gd name="connsiteY233" fmla="*/ 6691393 h 7718664"/>
              <a:gd name="connsiteX234" fmla="*/ 1376164 w 7777150"/>
              <a:gd name="connsiteY234" fmla="*/ 6777746 h 7718664"/>
              <a:gd name="connsiteX235" fmla="*/ 1382998 w 7777150"/>
              <a:gd name="connsiteY235" fmla="*/ 6783606 h 7718664"/>
              <a:gd name="connsiteX236" fmla="*/ 1295770 w 7777150"/>
              <a:gd name="connsiteY236" fmla="*/ 6691393 h 7718664"/>
              <a:gd name="connsiteX237" fmla="*/ 1233240 w 7777150"/>
              <a:gd name="connsiteY237" fmla="*/ 6640776 h 7718664"/>
              <a:gd name="connsiteX238" fmla="*/ 1173688 w 7777150"/>
              <a:gd name="connsiteY238" fmla="*/ 6587179 h 7718664"/>
              <a:gd name="connsiteX239" fmla="*/ 1108180 w 7777150"/>
              <a:gd name="connsiteY239" fmla="*/ 6506783 h 7718664"/>
              <a:gd name="connsiteX240" fmla="*/ 1045653 w 7777150"/>
              <a:gd name="connsiteY240" fmla="*/ 6423410 h 7718664"/>
              <a:gd name="connsiteX241" fmla="*/ 419367 w 7777150"/>
              <a:gd name="connsiteY241" fmla="*/ 2532692 h 7718664"/>
              <a:gd name="connsiteX242" fmla="*/ 420849 w 7777150"/>
              <a:gd name="connsiteY242" fmla="*/ 2533433 h 7718664"/>
              <a:gd name="connsiteX243" fmla="*/ 420989 w 7777150"/>
              <a:gd name="connsiteY243" fmla="*/ 2533017 h 7718664"/>
              <a:gd name="connsiteX244" fmla="*/ 599014 w 7777150"/>
              <a:gd name="connsiteY244" fmla="*/ 2105903 h 7718664"/>
              <a:gd name="connsiteX245" fmla="*/ 533506 w 7777150"/>
              <a:gd name="connsiteY245" fmla="*/ 2227983 h 7718664"/>
              <a:gd name="connsiteX246" fmla="*/ 509686 w 7777150"/>
              <a:gd name="connsiteY246" fmla="*/ 2251804 h 7718664"/>
              <a:gd name="connsiteX247" fmla="*/ 506708 w 7777150"/>
              <a:gd name="connsiteY247" fmla="*/ 2254409 h 7718664"/>
              <a:gd name="connsiteX248" fmla="*/ 506574 w 7777150"/>
              <a:gd name="connsiteY248" fmla="*/ 2254516 h 7718664"/>
              <a:gd name="connsiteX249" fmla="*/ 479910 w 7777150"/>
              <a:gd name="connsiteY249" fmla="*/ 2272649 h 7718664"/>
              <a:gd name="connsiteX250" fmla="*/ 479782 w 7777150"/>
              <a:gd name="connsiteY250" fmla="*/ 2275500 h 7718664"/>
              <a:gd name="connsiteX251" fmla="*/ 474599 w 7777150"/>
              <a:gd name="connsiteY251" fmla="*/ 2389489 h 7718664"/>
              <a:gd name="connsiteX252" fmla="*/ 474749 w 7777150"/>
              <a:gd name="connsiteY252" fmla="*/ 2389217 h 7718664"/>
              <a:gd name="connsiteX253" fmla="*/ 479910 w 7777150"/>
              <a:gd name="connsiteY253" fmla="*/ 2275624 h 7718664"/>
              <a:gd name="connsiteX254" fmla="*/ 506574 w 7777150"/>
              <a:gd name="connsiteY254" fmla="*/ 2254516 h 7718664"/>
              <a:gd name="connsiteX255" fmla="*/ 507824 w 7777150"/>
              <a:gd name="connsiteY255" fmla="*/ 2253665 h 7718664"/>
              <a:gd name="connsiteX256" fmla="*/ 509686 w 7777150"/>
              <a:gd name="connsiteY256" fmla="*/ 2251804 h 7718664"/>
              <a:gd name="connsiteX257" fmla="*/ 533507 w 7777150"/>
              <a:gd name="connsiteY257" fmla="*/ 2230959 h 7718664"/>
              <a:gd name="connsiteX258" fmla="*/ 599014 w 7777150"/>
              <a:gd name="connsiteY258" fmla="*/ 2108879 h 7718664"/>
              <a:gd name="connsiteX259" fmla="*/ 601246 w 7777150"/>
              <a:gd name="connsiteY259" fmla="*/ 2110368 h 7718664"/>
              <a:gd name="connsiteX260" fmla="*/ 602362 w 7777150"/>
              <a:gd name="connsiteY260" fmla="*/ 2108135 h 7718664"/>
              <a:gd name="connsiteX261" fmla="*/ 634742 w 7777150"/>
              <a:gd name="connsiteY261" fmla="*/ 1846851 h 7718664"/>
              <a:gd name="connsiteX262" fmla="*/ 593055 w 7777150"/>
              <a:gd name="connsiteY262" fmla="*/ 1876627 h 7718664"/>
              <a:gd name="connsiteX263" fmla="*/ 530528 w 7777150"/>
              <a:gd name="connsiteY263" fmla="*/ 2007641 h 7718664"/>
              <a:gd name="connsiteX264" fmla="*/ 544832 w 7777150"/>
              <a:gd name="connsiteY264" fmla="*/ 2019086 h 7718664"/>
              <a:gd name="connsiteX265" fmla="*/ 545298 w 7777150"/>
              <a:gd name="connsiteY265" fmla="*/ 2017076 h 7718664"/>
              <a:gd name="connsiteX266" fmla="*/ 533507 w 7777150"/>
              <a:gd name="connsiteY266" fmla="*/ 2007641 h 7718664"/>
              <a:gd name="connsiteX267" fmla="*/ 596034 w 7777150"/>
              <a:gd name="connsiteY267" fmla="*/ 1876627 h 7718664"/>
              <a:gd name="connsiteX268" fmla="*/ 632947 w 7777150"/>
              <a:gd name="connsiteY268" fmla="*/ 1850262 h 7718664"/>
              <a:gd name="connsiteX269" fmla="*/ 864018 w 7777150"/>
              <a:gd name="connsiteY269" fmla="*/ 1677130 h 7718664"/>
              <a:gd name="connsiteX270" fmla="*/ 860257 w 7777150"/>
              <a:gd name="connsiteY270" fmla="*/ 1680141 h 7718664"/>
              <a:gd name="connsiteX271" fmla="*/ 844293 w 7777150"/>
              <a:gd name="connsiteY271" fmla="*/ 1741521 h 7718664"/>
              <a:gd name="connsiteX272" fmla="*/ 834242 w 7777150"/>
              <a:gd name="connsiteY272" fmla="*/ 1772413 h 7718664"/>
              <a:gd name="connsiteX273" fmla="*/ 560303 w 7777150"/>
              <a:gd name="connsiteY273" fmla="*/ 2272649 h 7718664"/>
              <a:gd name="connsiteX274" fmla="*/ 521593 w 7777150"/>
              <a:gd name="connsiteY274" fmla="*/ 2394728 h 7718664"/>
              <a:gd name="connsiteX275" fmla="*/ 485862 w 7777150"/>
              <a:gd name="connsiteY275" fmla="*/ 2519787 h 7718664"/>
              <a:gd name="connsiteX276" fmla="*/ 408444 w 7777150"/>
              <a:gd name="connsiteY276" fmla="*/ 2781816 h 7718664"/>
              <a:gd name="connsiteX277" fmla="*/ 357827 w 7777150"/>
              <a:gd name="connsiteY277" fmla="*/ 2960471 h 7718664"/>
              <a:gd name="connsiteX278" fmla="*/ 334006 w 7777150"/>
              <a:gd name="connsiteY278" fmla="*/ 3094464 h 7718664"/>
              <a:gd name="connsiteX279" fmla="*/ 322096 w 7777150"/>
              <a:gd name="connsiteY279" fmla="*/ 3162947 h 7718664"/>
              <a:gd name="connsiteX280" fmla="*/ 313161 w 7777150"/>
              <a:gd name="connsiteY280" fmla="*/ 3231434 h 7718664"/>
              <a:gd name="connsiteX281" fmla="*/ 286365 w 7777150"/>
              <a:gd name="connsiteY281" fmla="*/ 3416044 h 7718664"/>
              <a:gd name="connsiteX282" fmla="*/ 277431 w 7777150"/>
              <a:gd name="connsiteY282" fmla="*/ 3529193 h 7718664"/>
              <a:gd name="connsiteX283" fmla="*/ 292320 w 7777150"/>
              <a:gd name="connsiteY283" fmla="*/ 3648297 h 7718664"/>
              <a:gd name="connsiteX284" fmla="*/ 299297 w 7777150"/>
              <a:gd name="connsiteY284" fmla="*/ 3583399 h 7718664"/>
              <a:gd name="connsiteX285" fmla="*/ 298275 w 7777150"/>
              <a:gd name="connsiteY285" fmla="*/ 3561945 h 7718664"/>
              <a:gd name="connsiteX286" fmla="*/ 310185 w 7777150"/>
              <a:gd name="connsiteY286" fmla="*/ 3436886 h 7718664"/>
              <a:gd name="connsiteX287" fmla="*/ 336982 w 7777150"/>
              <a:gd name="connsiteY287" fmla="*/ 3252275 h 7718664"/>
              <a:gd name="connsiteX288" fmla="*/ 358237 w 7777150"/>
              <a:gd name="connsiteY288" fmla="*/ 3226770 h 7718664"/>
              <a:gd name="connsiteX289" fmla="*/ 389100 w 7777150"/>
              <a:gd name="connsiteY289" fmla="*/ 3020223 h 7718664"/>
              <a:gd name="connsiteX290" fmla="*/ 387603 w 7777150"/>
              <a:gd name="connsiteY290" fmla="*/ 2984292 h 7718664"/>
              <a:gd name="connsiteX291" fmla="*/ 417019 w 7777150"/>
              <a:gd name="connsiteY291" fmla="*/ 2899960 h 7718664"/>
              <a:gd name="connsiteX292" fmla="*/ 434522 w 7777150"/>
              <a:gd name="connsiteY292" fmla="*/ 2829157 h 7718664"/>
              <a:gd name="connsiteX293" fmla="*/ 429289 w 7777150"/>
              <a:gd name="connsiteY293" fmla="*/ 2841367 h 7718664"/>
              <a:gd name="connsiteX294" fmla="*/ 411424 w 7777150"/>
              <a:gd name="connsiteY294" fmla="*/ 2835412 h 7718664"/>
              <a:gd name="connsiteX295" fmla="*/ 366758 w 7777150"/>
              <a:gd name="connsiteY295" fmla="*/ 2963450 h 7718664"/>
              <a:gd name="connsiteX296" fmla="*/ 369737 w 7777150"/>
              <a:gd name="connsiteY296" fmla="*/ 3034913 h 7718664"/>
              <a:gd name="connsiteX297" fmla="*/ 348893 w 7777150"/>
              <a:gd name="connsiteY297" fmla="*/ 3171882 h 7718664"/>
              <a:gd name="connsiteX298" fmla="*/ 345917 w 7777150"/>
              <a:gd name="connsiteY298" fmla="*/ 3195703 h 7718664"/>
              <a:gd name="connsiteX299" fmla="*/ 316141 w 7777150"/>
              <a:gd name="connsiteY299" fmla="*/ 3231434 h 7718664"/>
              <a:gd name="connsiteX300" fmla="*/ 325072 w 7777150"/>
              <a:gd name="connsiteY300" fmla="*/ 3162947 h 7718664"/>
              <a:gd name="connsiteX301" fmla="*/ 336982 w 7777150"/>
              <a:gd name="connsiteY301" fmla="*/ 3094464 h 7718664"/>
              <a:gd name="connsiteX302" fmla="*/ 360803 w 7777150"/>
              <a:gd name="connsiteY302" fmla="*/ 2960471 h 7718664"/>
              <a:gd name="connsiteX303" fmla="*/ 411424 w 7777150"/>
              <a:gd name="connsiteY303" fmla="*/ 2781816 h 7718664"/>
              <a:gd name="connsiteX304" fmla="*/ 488841 w 7777150"/>
              <a:gd name="connsiteY304" fmla="*/ 2519787 h 7718664"/>
              <a:gd name="connsiteX305" fmla="*/ 524572 w 7777150"/>
              <a:gd name="connsiteY305" fmla="*/ 2394728 h 7718664"/>
              <a:gd name="connsiteX306" fmla="*/ 563280 w 7777150"/>
              <a:gd name="connsiteY306" fmla="*/ 2272649 h 7718664"/>
              <a:gd name="connsiteX307" fmla="*/ 837218 w 7777150"/>
              <a:gd name="connsiteY307" fmla="*/ 1772413 h 7718664"/>
              <a:gd name="connsiteX308" fmla="*/ 864018 w 7777150"/>
              <a:gd name="connsiteY308" fmla="*/ 1677130 h 7718664"/>
              <a:gd name="connsiteX309" fmla="*/ 5842554 w 7777150"/>
              <a:gd name="connsiteY309" fmla="*/ 212154 h 7718664"/>
              <a:gd name="connsiteX310" fmla="*/ 5994410 w 7777150"/>
              <a:gd name="connsiteY310" fmla="*/ 280637 h 7718664"/>
              <a:gd name="connsiteX311" fmla="*/ 6059917 w 7777150"/>
              <a:gd name="connsiteY311" fmla="*/ 334234 h 7718664"/>
              <a:gd name="connsiteX312" fmla="*/ 5914016 w 7777150"/>
              <a:gd name="connsiteY312" fmla="*/ 262772 h 7718664"/>
              <a:gd name="connsiteX313" fmla="*/ 5842554 w 7777150"/>
              <a:gd name="connsiteY313" fmla="*/ 212154 h 7718664"/>
              <a:gd name="connsiteX314" fmla="*/ 917614 w 7777150"/>
              <a:gd name="connsiteY314" fmla="*/ 1379371 h 7718664"/>
              <a:gd name="connsiteX315" fmla="*/ 932501 w 7777150"/>
              <a:gd name="connsiteY315" fmla="*/ 1391281 h 7718664"/>
              <a:gd name="connsiteX316" fmla="*/ 932501 w 7777150"/>
              <a:gd name="connsiteY316" fmla="*/ 1391278 h 7718664"/>
              <a:gd name="connsiteX317" fmla="*/ 917618 w 7777150"/>
              <a:gd name="connsiteY317" fmla="*/ 1379371 h 7718664"/>
              <a:gd name="connsiteX318" fmla="*/ 5364411 w 7777150"/>
              <a:gd name="connsiteY318" fmla="*/ 6459 h 7718664"/>
              <a:gd name="connsiteX319" fmla="*/ 5388519 w 7777150"/>
              <a:gd name="connsiteY319" fmla="*/ 0 h 7718664"/>
              <a:gd name="connsiteX320" fmla="*/ 5400009 w 7777150"/>
              <a:gd name="connsiteY320" fmla="*/ 1487 h 7718664"/>
              <a:gd name="connsiteX321" fmla="*/ 5467377 w 7777150"/>
              <a:gd name="connsiteY321" fmla="*/ 21585 h 7718664"/>
              <a:gd name="connsiteX322" fmla="*/ 5634122 w 7777150"/>
              <a:gd name="connsiteY322" fmla="*/ 104958 h 7718664"/>
              <a:gd name="connsiteX323" fmla="*/ 5377863 w 7777150"/>
              <a:gd name="connsiteY323" fmla="*/ 16189 h 7718664"/>
              <a:gd name="connsiteX324" fmla="*/ 939465 w 7777150"/>
              <a:gd name="connsiteY324" fmla="*/ 1192120 h 7718664"/>
              <a:gd name="connsiteX325" fmla="*/ 989575 w 7777150"/>
              <a:gd name="connsiteY325" fmla="*/ 1178693 h 7718664"/>
              <a:gd name="connsiteX326" fmla="*/ 991590 w 7777150"/>
              <a:gd name="connsiteY326" fmla="*/ 1182987 h 7718664"/>
              <a:gd name="connsiteX327" fmla="*/ 984857 w 7777150"/>
              <a:gd name="connsiteY327" fmla="*/ 1201819 h 7718664"/>
              <a:gd name="connsiteX328" fmla="*/ 1013565 w 7777150"/>
              <a:gd name="connsiteY328" fmla="*/ 1172265 h 7718664"/>
              <a:gd name="connsiteX329" fmla="*/ 1103330 w 7777150"/>
              <a:gd name="connsiteY329" fmla="*/ 1148213 h 7718664"/>
              <a:gd name="connsiteX330" fmla="*/ 1033742 w 7777150"/>
              <a:gd name="connsiteY330" fmla="*/ 1224536 h 7718664"/>
              <a:gd name="connsiteX331" fmla="*/ 1048629 w 7777150"/>
              <a:gd name="connsiteY331" fmla="*/ 1242398 h 7718664"/>
              <a:gd name="connsiteX332" fmla="*/ 1048913 w 7777150"/>
              <a:gd name="connsiteY332" fmla="*/ 1242148 h 7718664"/>
              <a:gd name="connsiteX333" fmla="*/ 1036718 w 7777150"/>
              <a:gd name="connsiteY333" fmla="*/ 1227512 h 7718664"/>
              <a:gd name="connsiteX334" fmla="*/ 1083988 w 7777150"/>
              <a:gd name="connsiteY334" fmla="*/ 1176894 h 7718664"/>
              <a:gd name="connsiteX335" fmla="*/ 1111437 w 7777150"/>
              <a:gd name="connsiteY335" fmla="*/ 1146040 h 7718664"/>
              <a:gd name="connsiteX336" fmla="*/ 1250892 w 7777150"/>
              <a:gd name="connsiteY336" fmla="*/ 1108673 h 7718664"/>
              <a:gd name="connsiteX337" fmla="*/ 1135723 w 7777150"/>
              <a:gd name="connsiteY337" fmla="*/ 1237561 h 7718664"/>
              <a:gd name="connsiteX338" fmla="*/ 893794 w 7777150"/>
              <a:gd name="connsiteY338" fmla="*/ 1552068 h 7718664"/>
              <a:gd name="connsiteX339" fmla="*/ 789577 w 7777150"/>
              <a:gd name="connsiteY339" fmla="*/ 1694992 h 7718664"/>
              <a:gd name="connsiteX340" fmla="*/ 741935 w 7777150"/>
              <a:gd name="connsiteY340" fmla="*/ 1781344 h 7718664"/>
              <a:gd name="connsiteX341" fmla="*/ 694294 w 7777150"/>
              <a:gd name="connsiteY341" fmla="*/ 1861738 h 7718664"/>
              <a:gd name="connsiteX342" fmla="*/ 604966 w 7777150"/>
              <a:gd name="connsiteY342" fmla="*/ 2028483 h 7718664"/>
              <a:gd name="connsiteX343" fmla="*/ 507798 w 7777150"/>
              <a:gd name="connsiteY343" fmla="*/ 2181601 h 7718664"/>
              <a:gd name="connsiteX344" fmla="*/ 506706 w 7777150"/>
              <a:gd name="connsiteY344" fmla="*/ 2186297 h 7718664"/>
              <a:gd name="connsiteX345" fmla="*/ 473952 w 7777150"/>
              <a:gd name="connsiteY345" fmla="*/ 2275625 h 7718664"/>
              <a:gd name="connsiteX346" fmla="*/ 450131 w 7777150"/>
              <a:gd name="connsiteY346" fmla="*/ 2317311 h 7718664"/>
              <a:gd name="connsiteX347" fmla="*/ 444176 w 7777150"/>
              <a:gd name="connsiteY347" fmla="*/ 2323266 h 7718664"/>
              <a:gd name="connsiteX348" fmla="*/ 417751 w 7777150"/>
              <a:gd name="connsiteY348" fmla="*/ 2411106 h 7718664"/>
              <a:gd name="connsiteX349" fmla="*/ 411424 w 7777150"/>
              <a:gd name="connsiteY349" fmla="*/ 2463215 h 7718664"/>
              <a:gd name="connsiteX350" fmla="*/ 405469 w 7777150"/>
              <a:gd name="connsiteY350" fmla="*/ 2537653 h 7718664"/>
              <a:gd name="connsiteX351" fmla="*/ 363782 w 7777150"/>
              <a:gd name="connsiteY351" fmla="*/ 2659736 h 7718664"/>
              <a:gd name="connsiteX352" fmla="*/ 325072 w 7777150"/>
              <a:gd name="connsiteY352" fmla="*/ 2781816 h 7718664"/>
              <a:gd name="connsiteX353" fmla="*/ 283386 w 7777150"/>
              <a:gd name="connsiteY353" fmla="*/ 2960471 h 7718664"/>
              <a:gd name="connsiteX354" fmla="*/ 259565 w 7777150"/>
              <a:gd name="connsiteY354" fmla="*/ 3124240 h 7718664"/>
              <a:gd name="connsiteX355" fmla="*/ 244678 w 7777150"/>
              <a:gd name="connsiteY355" fmla="*/ 3288006 h 7718664"/>
              <a:gd name="connsiteX356" fmla="*/ 265520 w 7777150"/>
              <a:gd name="connsiteY356" fmla="*/ 3174858 h 7718664"/>
              <a:gd name="connsiteX357" fmla="*/ 267452 w 7777150"/>
              <a:gd name="connsiteY357" fmla="*/ 3165520 h 7718664"/>
              <a:gd name="connsiteX358" fmla="*/ 271475 w 7777150"/>
              <a:gd name="connsiteY358" fmla="*/ 3121261 h 7718664"/>
              <a:gd name="connsiteX359" fmla="*/ 295296 w 7777150"/>
              <a:gd name="connsiteY359" fmla="*/ 2957495 h 7718664"/>
              <a:gd name="connsiteX360" fmla="*/ 302755 w 7777150"/>
              <a:gd name="connsiteY360" fmla="*/ 2959983 h 7718664"/>
              <a:gd name="connsiteX361" fmla="*/ 303402 w 7777150"/>
              <a:gd name="connsiteY361" fmla="*/ 2957217 h 7718664"/>
              <a:gd name="connsiteX362" fmla="*/ 295299 w 7777150"/>
              <a:gd name="connsiteY362" fmla="*/ 2954516 h 7718664"/>
              <a:gd name="connsiteX363" fmla="*/ 336986 w 7777150"/>
              <a:gd name="connsiteY363" fmla="*/ 2775860 h 7718664"/>
              <a:gd name="connsiteX364" fmla="*/ 375693 w 7777150"/>
              <a:gd name="connsiteY364" fmla="*/ 2653777 h 7718664"/>
              <a:gd name="connsiteX365" fmla="*/ 417188 w 7777150"/>
              <a:gd name="connsiteY365" fmla="*/ 2532257 h 7718664"/>
              <a:gd name="connsiteX366" fmla="*/ 414403 w 7777150"/>
              <a:gd name="connsiteY366" fmla="*/ 2531698 h 7718664"/>
              <a:gd name="connsiteX367" fmla="*/ 420358 w 7777150"/>
              <a:gd name="connsiteY367" fmla="*/ 2457259 h 7718664"/>
              <a:gd name="connsiteX368" fmla="*/ 453110 w 7777150"/>
              <a:gd name="connsiteY368" fmla="*/ 2317311 h 7718664"/>
              <a:gd name="connsiteX369" fmla="*/ 476931 w 7777150"/>
              <a:gd name="connsiteY369" fmla="*/ 2275625 h 7718664"/>
              <a:gd name="connsiteX370" fmla="*/ 477731 w 7777150"/>
              <a:gd name="connsiteY370" fmla="*/ 2273449 h 7718664"/>
              <a:gd name="connsiteX371" fmla="*/ 509686 w 7777150"/>
              <a:gd name="connsiteY371" fmla="*/ 2186297 h 7718664"/>
              <a:gd name="connsiteX372" fmla="*/ 607945 w 7777150"/>
              <a:gd name="connsiteY372" fmla="*/ 2031462 h 7718664"/>
              <a:gd name="connsiteX373" fmla="*/ 697273 w 7777150"/>
              <a:gd name="connsiteY373" fmla="*/ 1864717 h 7718664"/>
              <a:gd name="connsiteX374" fmla="*/ 744914 w 7777150"/>
              <a:gd name="connsiteY374" fmla="*/ 1784323 h 7718664"/>
              <a:gd name="connsiteX375" fmla="*/ 792556 w 7777150"/>
              <a:gd name="connsiteY375" fmla="*/ 1697972 h 7718664"/>
              <a:gd name="connsiteX376" fmla="*/ 896773 w 7777150"/>
              <a:gd name="connsiteY376" fmla="*/ 1555047 h 7718664"/>
              <a:gd name="connsiteX377" fmla="*/ 1138702 w 7777150"/>
              <a:gd name="connsiteY377" fmla="*/ 1239423 h 7718664"/>
              <a:gd name="connsiteX378" fmla="*/ 1257734 w 7777150"/>
              <a:gd name="connsiteY378" fmla="*/ 1106840 h 7718664"/>
              <a:gd name="connsiteX379" fmla="*/ 1346684 w 7777150"/>
              <a:gd name="connsiteY379" fmla="*/ 1083006 h 7718664"/>
              <a:gd name="connsiteX380" fmla="*/ 1309169 w 7777150"/>
              <a:gd name="connsiteY380" fmla="*/ 1125903 h 7718664"/>
              <a:gd name="connsiteX381" fmla="*/ 1218353 w 7777150"/>
              <a:gd name="connsiteY381" fmla="*/ 1236446 h 7718664"/>
              <a:gd name="connsiteX382" fmla="*/ 1167733 w 7777150"/>
              <a:gd name="connsiteY382" fmla="*/ 1295998 h 7718664"/>
              <a:gd name="connsiteX383" fmla="*/ 1117115 w 7777150"/>
              <a:gd name="connsiteY383" fmla="*/ 1358526 h 7718664"/>
              <a:gd name="connsiteX384" fmla="*/ 893284 w 7777150"/>
              <a:gd name="connsiteY384" fmla="*/ 1605921 h 7718664"/>
              <a:gd name="connsiteX385" fmla="*/ 1120091 w 7777150"/>
              <a:gd name="connsiteY385" fmla="*/ 1355550 h 7718664"/>
              <a:gd name="connsiteX386" fmla="*/ 1170708 w 7777150"/>
              <a:gd name="connsiteY386" fmla="*/ 1293019 h 7718664"/>
              <a:gd name="connsiteX387" fmla="*/ 1221329 w 7777150"/>
              <a:gd name="connsiteY387" fmla="*/ 1233467 h 7718664"/>
              <a:gd name="connsiteX388" fmla="*/ 1312145 w 7777150"/>
              <a:gd name="connsiteY388" fmla="*/ 1124040 h 7718664"/>
              <a:gd name="connsiteX389" fmla="*/ 1347941 w 7777150"/>
              <a:gd name="connsiteY389" fmla="*/ 1082669 h 7718664"/>
              <a:gd name="connsiteX390" fmla="*/ 5198604 w 7777150"/>
              <a:gd name="connsiteY390" fmla="*/ 50887 h 7718664"/>
              <a:gd name="connsiteX391" fmla="*/ 5220239 w 7777150"/>
              <a:gd name="connsiteY391" fmla="*/ 57319 h 7718664"/>
              <a:gd name="connsiteX392" fmla="*/ 5273835 w 7777150"/>
              <a:gd name="connsiteY392" fmla="*/ 72206 h 7718664"/>
              <a:gd name="connsiteX393" fmla="*/ 5327432 w 7777150"/>
              <a:gd name="connsiteY393" fmla="*/ 90071 h 7718664"/>
              <a:gd name="connsiteX394" fmla="*/ 5328122 w 7777150"/>
              <a:gd name="connsiteY394" fmla="*/ 90703 h 7718664"/>
              <a:gd name="connsiteX395" fmla="*/ 5366558 w 7777150"/>
              <a:gd name="connsiteY395" fmla="*/ 97330 h 7718664"/>
              <a:gd name="connsiteX396" fmla="*/ 5459700 w 7777150"/>
              <a:gd name="connsiteY396" fmla="*/ 131942 h 7718664"/>
              <a:gd name="connsiteX397" fmla="*/ 5472710 w 7777150"/>
              <a:gd name="connsiteY397" fmla="*/ 151655 h 7718664"/>
              <a:gd name="connsiteX398" fmla="*/ 5476311 w 7777150"/>
              <a:gd name="connsiteY398" fmla="*/ 152602 h 7718664"/>
              <a:gd name="connsiteX399" fmla="*/ 5559684 w 7777150"/>
              <a:gd name="connsiteY399" fmla="*/ 185354 h 7718664"/>
              <a:gd name="connsiteX400" fmla="*/ 5631147 w 7777150"/>
              <a:gd name="connsiteY400" fmla="*/ 215130 h 7718664"/>
              <a:gd name="connsiteX401" fmla="*/ 5702608 w 7777150"/>
              <a:gd name="connsiteY401" fmla="*/ 247885 h 7718664"/>
              <a:gd name="connsiteX402" fmla="*/ 5756205 w 7777150"/>
              <a:gd name="connsiteY402" fmla="*/ 277661 h 7718664"/>
              <a:gd name="connsiteX403" fmla="*/ 5791937 w 7777150"/>
              <a:gd name="connsiteY403" fmla="*/ 295527 h 7718664"/>
              <a:gd name="connsiteX404" fmla="*/ 5830644 w 7777150"/>
              <a:gd name="connsiteY404" fmla="*/ 316368 h 7718664"/>
              <a:gd name="connsiteX405" fmla="*/ 5961658 w 7777150"/>
              <a:gd name="connsiteY405" fmla="*/ 390810 h 7718664"/>
              <a:gd name="connsiteX406" fmla="*/ 6128403 w 7777150"/>
              <a:gd name="connsiteY406" fmla="*/ 498003 h 7718664"/>
              <a:gd name="connsiteX407" fmla="*/ 6214755 w 7777150"/>
              <a:gd name="connsiteY407" fmla="*/ 557555 h 7718664"/>
              <a:gd name="connsiteX408" fmla="*/ 6217256 w 7777150"/>
              <a:gd name="connsiteY408" fmla="*/ 559340 h 7718664"/>
              <a:gd name="connsiteX409" fmla="*/ 6261383 w 7777150"/>
              <a:gd name="connsiteY409" fmla="*/ 586149 h 7718664"/>
              <a:gd name="connsiteX410" fmla="*/ 6417221 w 7777150"/>
              <a:gd name="connsiteY410" fmla="*/ 698379 h 7718664"/>
              <a:gd name="connsiteX411" fmla="*/ 7635473 w 7777150"/>
              <a:gd name="connsiteY411" fmla="*/ 5244954 h 7718664"/>
              <a:gd name="connsiteX412" fmla="*/ 7555824 w 7777150"/>
              <a:gd name="connsiteY412" fmla="*/ 5419713 h 7718664"/>
              <a:gd name="connsiteX413" fmla="*/ 7459513 w 7777150"/>
              <a:gd name="connsiteY413" fmla="*/ 5603611 h 7718664"/>
              <a:gd name="connsiteX414" fmla="*/ 7432760 w 7777150"/>
              <a:gd name="connsiteY414" fmla="*/ 5645910 h 7718664"/>
              <a:gd name="connsiteX415" fmla="*/ 7432588 w 7777150"/>
              <a:gd name="connsiteY415" fmla="*/ 5646260 h 7718664"/>
              <a:gd name="connsiteX416" fmla="*/ 7370057 w 7777150"/>
              <a:gd name="connsiteY416" fmla="*/ 5753453 h 7718664"/>
              <a:gd name="connsiteX417" fmla="*/ 7307530 w 7777150"/>
              <a:gd name="connsiteY417" fmla="*/ 5869581 h 7718664"/>
              <a:gd name="connsiteX418" fmla="*/ 7236067 w 7777150"/>
              <a:gd name="connsiteY418" fmla="*/ 5958909 h 7718664"/>
              <a:gd name="connsiteX419" fmla="*/ 7176515 w 7777150"/>
              <a:gd name="connsiteY419" fmla="*/ 6060147 h 7718664"/>
              <a:gd name="connsiteX420" fmla="*/ 6825159 w 7777150"/>
              <a:gd name="connsiteY420" fmla="*/ 6456166 h 7718664"/>
              <a:gd name="connsiteX421" fmla="*/ 6709032 w 7777150"/>
              <a:gd name="connsiteY421" fmla="*/ 6554427 h 7718664"/>
              <a:gd name="connsiteX422" fmla="*/ 6697890 w 7777150"/>
              <a:gd name="connsiteY422" fmla="*/ 6562899 h 7718664"/>
              <a:gd name="connsiteX423" fmla="*/ 6693086 w 7777150"/>
              <a:gd name="connsiteY423" fmla="*/ 6567763 h 7718664"/>
              <a:gd name="connsiteX424" fmla="*/ 6644525 w 7777150"/>
              <a:gd name="connsiteY424" fmla="*/ 6607349 h 7718664"/>
              <a:gd name="connsiteX425" fmla="*/ 6604818 w 7777150"/>
              <a:gd name="connsiteY425" fmla="*/ 6652687 h 7718664"/>
              <a:gd name="connsiteX426" fmla="*/ 6458914 w 7777150"/>
              <a:gd name="connsiteY426" fmla="*/ 6762859 h 7718664"/>
              <a:gd name="connsiteX427" fmla="*/ 6436053 w 7777150"/>
              <a:gd name="connsiteY427" fmla="*/ 6777302 h 7718664"/>
              <a:gd name="connsiteX428" fmla="*/ 6373957 w 7777150"/>
              <a:gd name="connsiteY428" fmla="*/ 6827922 h 7718664"/>
              <a:gd name="connsiteX429" fmla="*/ 6364991 w 7777150"/>
              <a:gd name="connsiteY429" fmla="*/ 6833746 h 7718664"/>
              <a:gd name="connsiteX430" fmla="*/ 6358255 w 7777150"/>
              <a:gd name="connsiteY430" fmla="*/ 6840083 h 7718664"/>
              <a:gd name="connsiteX431" fmla="*/ 3387117 w 7777150"/>
              <a:gd name="connsiteY431" fmla="*/ 7636198 h 7718664"/>
              <a:gd name="connsiteX432" fmla="*/ 3347331 w 7777150"/>
              <a:gd name="connsiteY432" fmla="*/ 7629337 h 7718664"/>
              <a:gd name="connsiteX433" fmla="*/ 3266937 w 7777150"/>
              <a:gd name="connsiteY433" fmla="*/ 7614450 h 7718664"/>
              <a:gd name="connsiteX434" fmla="*/ 2942378 w 7777150"/>
              <a:gd name="connsiteY434" fmla="*/ 7531078 h 7718664"/>
              <a:gd name="connsiteX435" fmla="*/ 2778612 w 7777150"/>
              <a:gd name="connsiteY435" fmla="*/ 7483437 h 7718664"/>
              <a:gd name="connsiteX436" fmla="*/ 2730970 w 7777150"/>
              <a:gd name="connsiteY436" fmla="*/ 7441750 h 7718664"/>
              <a:gd name="connsiteX437" fmla="*/ 2620798 w 7777150"/>
              <a:gd name="connsiteY437" fmla="*/ 7420906 h 7718664"/>
              <a:gd name="connsiteX438" fmla="*/ 2457032 w 7777150"/>
              <a:gd name="connsiteY438" fmla="*/ 7337533 h 7718664"/>
              <a:gd name="connsiteX439" fmla="*/ 2409390 w 7777150"/>
              <a:gd name="connsiteY439" fmla="*/ 7340512 h 7718664"/>
              <a:gd name="connsiteX440" fmla="*/ 2239666 w 7777150"/>
              <a:gd name="connsiteY440" fmla="*/ 7254160 h 7718664"/>
              <a:gd name="connsiteX441" fmla="*/ 2209890 w 7777150"/>
              <a:gd name="connsiteY441" fmla="*/ 7200563 h 7718664"/>
              <a:gd name="connsiteX442" fmla="*/ 2215845 w 7777150"/>
              <a:gd name="connsiteY442" fmla="*/ 7197588 h 7718664"/>
              <a:gd name="connsiteX443" fmla="*/ 2320063 w 7777150"/>
              <a:gd name="connsiteY443" fmla="*/ 7254160 h 7718664"/>
              <a:gd name="connsiteX444" fmla="*/ 2424277 w 7777150"/>
              <a:gd name="connsiteY444" fmla="*/ 7310736 h 7718664"/>
              <a:gd name="connsiteX445" fmla="*/ 2454053 w 7777150"/>
              <a:gd name="connsiteY445" fmla="*/ 7292870 h 7718664"/>
              <a:gd name="connsiteX446" fmla="*/ 2331973 w 7777150"/>
              <a:gd name="connsiteY446" fmla="*/ 7212474 h 7718664"/>
              <a:gd name="connsiteX447" fmla="*/ 2230735 w 7777150"/>
              <a:gd name="connsiteY447" fmla="*/ 7167811 h 7718664"/>
              <a:gd name="connsiteX448" fmla="*/ 2090786 w 7777150"/>
              <a:gd name="connsiteY448" fmla="*/ 7087415 h 7718664"/>
              <a:gd name="connsiteX449" fmla="*/ 1971682 w 7777150"/>
              <a:gd name="connsiteY449" fmla="*/ 7009998 h 7718664"/>
              <a:gd name="connsiteX450" fmla="*/ 1784096 w 7777150"/>
              <a:gd name="connsiteY450" fmla="*/ 6929604 h 7718664"/>
              <a:gd name="connsiteX451" fmla="*/ 1712634 w 7777150"/>
              <a:gd name="connsiteY451" fmla="*/ 6870053 h 7718664"/>
              <a:gd name="connsiteX452" fmla="*/ 1727520 w 7777150"/>
              <a:gd name="connsiteY452" fmla="*/ 6864097 h 7718664"/>
              <a:gd name="connsiteX453" fmla="*/ 1798982 w 7777150"/>
              <a:gd name="connsiteY453" fmla="*/ 6884939 h 7718664"/>
              <a:gd name="connsiteX454" fmla="*/ 1650103 w 7777150"/>
              <a:gd name="connsiteY454" fmla="*/ 6730104 h 7718664"/>
              <a:gd name="connsiteX455" fmla="*/ 1566730 w 7777150"/>
              <a:gd name="connsiteY455" fmla="*/ 6661621 h 7718664"/>
              <a:gd name="connsiteX456" fmla="*/ 1489312 w 7777150"/>
              <a:gd name="connsiteY456" fmla="*/ 6593135 h 7718664"/>
              <a:gd name="connsiteX457" fmla="*/ 1391053 w 7777150"/>
              <a:gd name="connsiteY457" fmla="*/ 6512741 h 7718664"/>
              <a:gd name="connsiteX458" fmla="*/ 1248129 w 7777150"/>
              <a:gd name="connsiteY458" fmla="*/ 6354927 h 7718664"/>
              <a:gd name="connsiteX459" fmla="*/ 1238322 w 7777150"/>
              <a:gd name="connsiteY459" fmla="*/ 6324279 h 7718664"/>
              <a:gd name="connsiteX460" fmla="*/ 1209418 w 7777150"/>
              <a:gd name="connsiteY460" fmla="*/ 6295375 h 7718664"/>
              <a:gd name="connsiteX461" fmla="*/ 1111160 w 7777150"/>
              <a:gd name="connsiteY461" fmla="*/ 6188182 h 7718664"/>
              <a:gd name="connsiteX462" fmla="*/ 1099249 w 7777150"/>
              <a:gd name="connsiteY462" fmla="*/ 6134585 h 7718664"/>
              <a:gd name="connsiteX463" fmla="*/ 1060539 w 7777150"/>
              <a:gd name="connsiteY463" fmla="*/ 6080988 h 7718664"/>
              <a:gd name="connsiteX464" fmla="*/ 1055928 w 7777150"/>
              <a:gd name="connsiteY464" fmla="*/ 6073758 h 7718664"/>
              <a:gd name="connsiteX465" fmla="*/ 1009918 w 7777150"/>
              <a:gd name="connsiteY465" fmla="*/ 6042278 h 7718664"/>
              <a:gd name="connsiteX466" fmla="*/ 920590 w 7777150"/>
              <a:gd name="connsiteY466" fmla="*/ 5914243 h 7718664"/>
              <a:gd name="connsiteX467" fmla="*/ 869973 w 7777150"/>
              <a:gd name="connsiteY467" fmla="*/ 5795139 h 7718664"/>
              <a:gd name="connsiteX468" fmla="*/ 864018 w 7777150"/>
              <a:gd name="connsiteY468" fmla="*/ 5795140 h 7718664"/>
              <a:gd name="connsiteX469" fmla="*/ 795535 w 7777150"/>
              <a:gd name="connsiteY469" fmla="*/ 5664126 h 7718664"/>
              <a:gd name="connsiteX470" fmla="*/ 730028 w 7777150"/>
              <a:gd name="connsiteY470" fmla="*/ 5533111 h 7718664"/>
              <a:gd name="connsiteX471" fmla="*/ 661541 w 7777150"/>
              <a:gd name="connsiteY471" fmla="*/ 5381255 h 7718664"/>
              <a:gd name="connsiteX472" fmla="*/ 599014 w 7777150"/>
              <a:gd name="connsiteY472" fmla="*/ 5226421 h 7718664"/>
              <a:gd name="connsiteX473" fmla="*/ 661541 w 7777150"/>
              <a:gd name="connsiteY473" fmla="*/ 5330635 h 7718664"/>
              <a:gd name="connsiteX474" fmla="*/ 724073 w 7777150"/>
              <a:gd name="connsiteY474" fmla="*/ 5461649 h 7718664"/>
              <a:gd name="connsiteX475" fmla="*/ 744914 w 7777150"/>
              <a:gd name="connsiteY475" fmla="*/ 5533112 h 7718664"/>
              <a:gd name="connsiteX476" fmla="*/ 753530 w 7777150"/>
              <a:gd name="connsiteY476" fmla="*/ 5545744 h 7718664"/>
              <a:gd name="connsiteX477" fmla="*/ 742926 w 7777150"/>
              <a:gd name="connsiteY477" fmla="*/ 5490615 h 7718664"/>
              <a:gd name="connsiteX478" fmla="*/ 715276 w 7777150"/>
              <a:gd name="connsiteY478" fmla="*/ 5440433 h 7718664"/>
              <a:gd name="connsiteX479" fmla="*/ 670266 w 7777150"/>
              <a:gd name="connsiteY479" fmla="*/ 5339222 h 7718664"/>
              <a:gd name="connsiteX480" fmla="*/ 616876 w 7777150"/>
              <a:gd name="connsiteY480" fmla="*/ 5250239 h 7718664"/>
              <a:gd name="connsiteX481" fmla="*/ 551369 w 7777150"/>
              <a:gd name="connsiteY481" fmla="*/ 5071583 h 7718664"/>
              <a:gd name="connsiteX482" fmla="*/ 495246 w 7777150"/>
              <a:gd name="connsiteY482" fmla="*/ 4888441 h 7718664"/>
              <a:gd name="connsiteX483" fmla="*/ 476818 w 7777150"/>
              <a:gd name="connsiteY483" fmla="*/ 4835054 h 7718664"/>
              <a:gd name="connsiteX484" fmla="*/ 396553 w 7777150"/>
              <a:gd name="connsiteY484" fmla="*/ 4514668 h 7718664"/>
              <a:gd name="connsiteX485" fmla="*/ 361056 w 7777150"/>
              <a:gd name="connsiteY485" fmla="*/ 4282085 h 7718664"/>
              <a:gd name="connsiteX486" fmla="*/ 360803 w 7777150"/>
              <a:gd name="connsiteY486" fmla="*/ 4288478 h 7718664"/>
              <a:gd name="connsiteX487" fmla="*/ 363782 w 7777150"/>
              <a:gd name="connsiteY487" fmla="*/ 4336119 h 7718664"/>
              <a:gd name="connsiteX488" fmla="*/ 378669 w 7777150"/>
              <a:gd name="connsiteY488" fmla="*/ 4446292 h 7718664"/>
              <a:gd name="connsiteX489" fmla="*/ 396534 w 7777150"/>
              <a:gd name="connsiteY489" fmla="*/ 4559440 h 7718664"/>
              <a:gd name="connsiteX490" fmla="*/ 366758 w 7777150"/>
              <a:gd name="connsiteY490" fmla="*/ 4461178 h 7718664"/>
              <a:gd name="connsiteX491" fmla="*/ 345917 w 7777150"/>
              <a:gd name="connsiteY491" fmla="*/ 4336119 h 7718664"/>
              <a:gd name="connsiteX492" fmla="*/ 322096 w 7777150"/>
              <a:gd name="connsiteY492" fmla="*/ 4336119 h 7718664"/>
              <a:gd name="connsiteX493" fmla="*/ 307206 w 7777150"/>
              <a:gd name="connsiteY493" fmla="*/ 4222971 h 7718664"/>
              <a:gd name="connsiteX494" fmla="*/ 286365 w 7777150"/>
              <a:gd name="connsiteY494" fmla="*/ 4151508 h 7718664"/>
              <a:gd name="connsiteX495" fmla="*/ 268499 w 7777150"/>
              <a:gd name="connsiteY495" fmla="*/ 4083025 h 7718664"/>
              <a:gd name="connsiteX496" fmla="*/ 217878 w 7777150"/>
              <a:gd name="connsiteY496" fmla="*/ 4029428 h 7718664"/>
              <a:gd name="connsiteX497" fmla="*/ 202992 w 7777150"/>
              <a:gd name="connsiteY497" fmla="*/ 4029429 h 7718664"/>
              <a:gd name="connsiteX498" fmla="*/ 188103 w 7777150"/>
              <a:gd name="connsiteY498" fmla="*/ 3954987 h 7718664"/>
              <a:gd name="connsiteX499" fmla="*/ 182148 w 7777150"/>
              <a:gd name="connsiteY499" fmla="*/ 3859704 h 7718664"/>
              <a:gd name="connsiteX500" fmla="*/ 194058 w 7777150"/>
              <a:gd name="connsiteY500" fmla="*/ 3725714 h 7718664"/>
              <a:gd name="connsiteX501" fmla="*/ 200013 w 7777150"/>
              <a:gd name="connsiteY501" fmla="*/ 3678073 h 7718664"/>
              <a:gd name="connsiteX502" fmla="*/ 210154 w 7777150"/>
              <a:gd name="connsiteY502" fmla="*/ 3645396 h 7718664"/>
              <a:gd name="connsiteX503" fmla="*/ 205224 w 7777150"/>
              <a:gd name="connsiteY503" fmla="*/ 3570879 h 7718664"/>
              <a:gd name="connsiteX504" fmla="*/ 211924 w 7777150"/>
              <a:gd name="connsiteY504" fmla="*/ 3460707 h 7718664"/>
              <a:gd name="connsiteX505" fmla="*/ 223834 w 7777150"/>
              <a:gd name="connsiteY505" fmla="*/ 3438377 h 7718664"/>
              <a:gd name="connsiteX506" fmla="*/ 223834 w 7777150"/>
              <a:gd name="connsiteY506" fmla="*/ 3424976 h 7718664"/>
              <a:gd name="connsiteX507" fmla="*/ 200013 w 7777150"/>
              <a:gd name="connsiteY507" fmla="*/ 3469641 h 7718664"/>
              <a:gd name="connsiteX508" fmla="*/ 179171 w 7777150"/>
              <a:gd name="connsiteY508" fmla="*/ 3439865 h 7718664"/>
              <a:gd name="connsiteX509" fmla="*/ 140461 w 7777150"/>
              <a:gd name="connsiteY509" fmla="*/ 3386268 h 7718664"/>
              <a:gd name="connsiteX510" fmla="*/ 133390 w 7777150"/>
              <a:gd name="connsiteY510" fmla="*/ 3343838 h 7718664"/>
              <a:gd name="connsiteX511" fmla="*/ 131530 w 7777150"/>
              <a:gd name="connsiteY511" fmla="*/ 3347558 h 7718664"/>
              <a:gd name="connsiteX512" fmla="*/ 119620 w 7777150"/>
              <a:gd name="connsiteY512" fmla="*/ 3466662 h 7718664"/>
              <a:gd name="connsiteX513" fmla="*/ 110685 w 7777150"/>
              <a:gd name="connsiteY513" fmla="*/ 3585766 h 7718664"/>
              <a:gd name="connsiteX514" fmla="*/ 101754 w 7777150"/>
              <a:gd name="connsiteY514" fmla="*/ 3678073 h 7718664"/>
              <a:gd name="connsiteX515" fmla="*/ 101754 w 7777150"/>
              <a:gd name="connsiteY515" fmla="*/ 3868635 h 7718664"/>
              <a:gd name="connsiteX516" fmla="*/ 104730 w 7777150"/>
              <a:gd name="connsiteY516" fmla="*/ 3966898 h 7718664"/>
              <a:gd name="connsiteX517" fmla="*/ 110685 w 7777150"/>
              <a:gd name="connsiteY517" fmla="*/ 4065157 h 7718664"/>
              <a:gd name="connsiteX518" fmla="*/ 83888 w 7777150"/>
              <a:gd name="connsiteY518" fmla="*/ 4157464 h 7718664"/>
              <a:gd name="connsiteX519" fmla="*/ 77933 w 7777150"/>
              <a:gd name="connsiteY519" fmla="*/ 4157464 h 7718664"/>
              <a:gd name="connsiteX520" fmla="*/ 60068 w 7777150"/>
              <a:gd name="connsiteY520" fmla="*/ 3978808 h 7718664"/>
              <a:gd name="connsiteX521" fmla="*/ 60068 w 7777150"/>
              <a:gd name="connsiteY521" fmla="*/ 3794197 h 7718664"/>
              <a:gd name="connsiteX522" fmla="*/ 74954 w 7777150"/>
              <a:gd name="connsiteY522" fmla="*/ 3651272 h 7718664"/>
              <a:gd name="connsiteX523" fmla="*/ 101742 w 7777150"/>
              <a:gd name="connsiteY523" fmla="*/ 3678057 h 7718664"/>
              <a:gd name="connsiteX524" fmla="*/ 77933 w 7777150"/>
              <a:gd name="connsiteY524" fmla="*/ 3648296 h 7718664"/>
              <a:gd name="connsiteX525" fmla="*/ 71978 w 7777150"/>
              <a:gd name="connsiteY525" fmla="*/ 3541103 h 7718664"/>
              <a:gd name="connsiteX526" fmla="*/ 77933 w 7777150"/>
              <a:gd name="connsiteY526" fmla="*/ 3377334 h 7718664"/>
              <a:gd name="connsiteX527" fmla="*/ 80909 w 7777150"/>
              <a:gd name="connsiteY527" fmla="*/ 3332672 h 7718664"/>
              <a:gd name="connsiteX528" fmla="*/ 89844 w 7777150"/>
              <a:gd name="connsiteY528" fmla="*/ 3258230 h 7718664"/>
              <a:gd name="connsiteX529" fmla="*/ 125575 w 7777150"/>
              <a:gd name="connsiteY529" fmla="*/ 3124240 h 7718664"/>
              <a:gd name="connsiteX530" fmla="*/ 143378 w 7777150"/>
              <a:gd name="connsiteY530" fmla="*/ 3035228 h 7718664"/>
              <a:gd name="connsiteX531" fmla="*/ 137485 w 7777150"/>
              <a:gd name="connsiteY531" fmla="*/ 3014068 h 7718664"/>
              <a:gd name="connsiteX532" fmla="*/ 116640 w 7777150"/>
              <a:gd name="connsiteY532" fmla="*/ 3133172 h 7718664"/>
              <a:gd name="connsiteX533" fmla="*/ 80910 w 7777150"/>
              <a:gd name="connsiteY533" fmla="*/ 3267165 h 7718664"/>
              <a:gd name="connsiteX534" fmla="*/ 71978 w 7777150"/>
              <a:gd name="connsiteY534" fmla="*/ 3341603 h 7718664"/>
              <a:gd name="connsiteX535" fmla="*/ 68999 w 7777150"/>
              <a:gd name="connsiteY535" fmla="*/ 3386268 h 7718664"/>
              <a:gd name="connsiteX536" fmla="*/ 63044 w 7777150"/>
              <a:gd name="connsiteY536" fmla="*/ 3550035 h 7718664"/>
              <a:gd name="connsiteX537" fmla="*/ 68999 w 7777150"/>
              <a:gd name="connsiteY537" fmla="*/ 3657228 h 7718664"/>
              <a:gd name="connsiteX538" fmla="*/ 54113 w 7777150"/>
              <a:gd name="connsiteY538" fmla="*/ 3800152 h 7718664"/>
              <a:gd name="connsiteX539" fmla="*/ 54112 w 7777150"/>
              <a:gd name="connsiteY539" fmla="*/ 3984763 h 7718664"/>
              <a:gd name="connsiteX540" fmla="*/ 71978 w 7777150"/>
              <a:gd name="connsiteY540" fmla="*/ 4163419 h 7718664"/>
              <a:gd name="connsiteX541" fmla="*/ 77933 w 7777150"/>
              <a:gd name="connsiteY541" fmla="*/ 4163419 h 7718664"/>
              <a:gd name="connsiteX542" fmla="*/ 116640 w 7777150"/>
              <a:gd name="connsiteY542" fmla="*/ 4333143 h 7718664"/>
              <a:gd name="connsiteX543" fmla="*/ 137485 w 7777150"/>
              <a:gd name="connsiteY543" fmla="*/ 4473088 h 7718664"/>
              <a:gd name="connsiteX544" fmla="*/ 182148 w 7777150"/>
              <a:gd name="connsiteY544" fmla="*/ 4616013 h 7718664"/>
              <a:gd name="connsiteX545" fmla="*/ 252494 w 7777150"/>
              <a:gd name="connsiteY545" fmla="*/ 4923357 h 7718664"/>
              <a:gd name="connsiteX546" fmla="*/ 258633 w 7777150"/>
              <a:gd name="connsiteY546" fmla="*/ 4982258 h 7718664"/>
              <a:gd name="connsiteX547" fmla="*/ 271478 w 7777150"/>
              <a:gd name="connsiteY547" fmla="*/ 4982258 h 7718664"/>
              <a:gd name="connsiteX548" fmla="*/ 336985 w 7777150"/>
              <a:gd name="connsiteY548" fmla="*/ 5140069 h 7718664"/>
              <a:gd name="connsiteX549" fmla="*/ 360806 w 7777150"/>
              <a:gd name="connsiteY549" fmla="*/ 5220465 h 7718664"/>
              <a:gd name="connsiteX550" fmla="*/ 316141 w 7777150"/>
              <a:gd name="connsiteY550" fmla="*/ 5151980 h 7718664"/>
              <a:gd name="connsiteX551" fmla="*/ 268499 w 7777150"/>
              <a:gd name="connsiteY551" fmla="*/ 5044786 h 7718664"/>
              <a:gd name="connsiteX552" fmla="*/ 265523 w 7777150"/>
              <a:gd name="connsiteY552" fmla="*/ 5074562 h 7718664"/>
              <a:gd name="connsiteX553" fmla="*/ 239617 w 7777150"/>
              <a:gd name="connsiteY553" fmla="*/ 4994260 h 7718664"/>
              <a:gd name="connsiteX554" fmla="*/ 220858 w 7777150"/>
              <a:gd name="connsiteY554" fmla="*/ 4997144 h 7718664"/>
              <a:gd name="connsiteX555" fmla="*/ 200013 w 7777150"/>
              <a:gd name="connsiteY555" fmla="*/ 4928662 h 7718664"/>
              <a:gd name="connsiteX556" fmla="*/ 128551 w 7777150"/>
              <a:gd name="connsiteY556" fmla="*/ 4764892 h 7718664"/>
              <a:gd name="connsiteX557" fmla="*/ 83889 w 7777150"/>
              <a:gd name="connsiteY557" fmla="*/ 4618992 h 7718664"/>
              <a:gd name="connsiteX558" fmla="*/ 80909 w 7777150"/>
              <a:gd name="connsiteY558" fmla="*/ 4496909 h 7718664"/>
              <a:gd name="connsiteX559" fmla="*/ 60068 w 7777150"/>
              <a:gd name="connsiteY559" fmla="*/ 4353985 h 7718664"/>
              <a:gd name="connsiteX560" fmla="*/ 45178 w 7777150"/>
              <a:gd name="connsiteY560" fmla="*/ 4211060 h 7718664"/>
              <a:gd name="connsiteX561" fmla="*/ 12426 w 7777150"/>
              <a:gd name="connsiteY561" fmla="*/ 4106846 h 7718664"/>
              <a:gd name="connsiteX562" fmla="*/ 33268 w 7777150"/>
              <a:gd name="connsiteY562" fmla="*/ 3553014 h 7718664"/>
              <a:gd name="connsiteX563" fmla="*/ 54112 w 7777150"/>
              <a:gd name="connsiteY563" fmla="*/ 3410089 h 7718664"/>
              <a:gd name="connsiteX564" fmla="*/ 36247 w 7777150"/>
              <a:gd name="connsiteY564" fmla="*/ 3332672 h 7718664"/>
              <a:gd name="connsiteX565" fmla="*/ 71978 w 7777150"/>
              <a:gd name="connsiteY565" fmla="*/ 3118285 h 7718664"/>
              <a:gd name="connsiteX566" fmla="*/ 80909 w 7777150"/>
              <a:gd name="connsiteY566" fmla="*/ 3067664 h 7718664"/>
              <a:gd name="connsiteX567" fmla="*/ 104730 w 7777150"/>
              <a:gd name="connsiteY567" fmla="*/ 2894964 h 7718664"/>
              <a:gd name="connsiteX568" fmla="*/ 167261 w 7777150"/>
              <a:gd name="connsiteY568" fmla="*/ 2769905 h 7718664"/>
              <a:gd name="connsiteX569" fmla="*/ 152372 w 7777150"/>
              <a:gd name="connsiteY569" fmla="*/ 2939630 h 7718664"/>
              <a:gd name="connsiteX570" fmla="*/ 167255 w 7777150"/>
              <a:gd name="connsiteY570" fmla="*/ 2910538 h 7718664"/>
              <a:gd name="connsiteX571" fmla="*/ 176192 w 7777150"/>
              <a:gd name="connsiteY571" fmla="*/ 2840995 h 7718664"/>
              <a:gd name="connsiteX572" fmla="*/ 179172 w 7777150"/>
              <a:gd name="connsiteY572" fmla="*/ 2763950 h 7718664"/>
              <a:gd name="connsiteX573" fmla="*/ 205968 w 7777150"/>
              <a:gd name="connsiteY573" fmla="*/ 2665688 h 7718664"/>
              <a:gd name="connsiteX574" fmla="*/ 247655 w 7777150"/>
              <a:gd name="connsiteY574" fmla="*/ 2516808 h 7718664"/>
              <a:gd name="connsiteX575" fmla="*/ 298275 w 7777150"/>
              <a:gd name="connsiteY575" fmla="*/ 2364953 h 7718664"/>
              <a:gd name="connsiteX576" fmla="*/ 302067 w 7777150"/>
              <a:gd name="connsiteY576" fmla="*/ 2360685 h 7718664"/>
              <a:gd name="connsiteX577" fmla="*/ 325075 w 7777150"/>
              <a:gd name="connsiteY577" fmla="*/ 2239894 h 7718664"/>
              <a:gd name="connsiteX578" fmla="*/ 357827 w 7777150"/>
              <a:gd name="connsiteY578" fmla="*/ 2153542 h 7718664"/>
              <a:gd name="connsiteX579" fmla="*/ 396537 w 7777150"/>
              <a:gd name="connsiteY579" fmla="*/ 2082080 h 7718664"/>
              <a:gd name="connsiteX580" fmla="*/ 473955 w 7777150"/>
              <a:gd name="connsiteY580" fmla="*/ 1933200 h 7718664"/>
              <a:gd name="connsiteX581" fmla="*/ 536483 w 7777150"/>
              <a:gd name="connsiteY581" fmla="*/ 1799210 h 7718664"/>
              <a:gd name="connsiteX582" fmla="*/ 625810 w 7777150"/>
              <a:gd name="connsiteY582" fmla="*/ 1626509 h 7718664"/>
              <a:gd name="connsiteX583" fmla="*/ 691317 w 7777150"/>
              <a:gd name="connsiteY583" fmla="*/ 1552068 h 7718664"/>
              <a:gd name="connsiteX584" fmla="*/ 744914 w 7777150"/>
              <a:gd name="connsiteY584" fmla="*/ 1447854 h 7718664"/>
              <a:gd name="connsiteX585" fmla="*/ 789580 w 7777150"/>
              <a:gd name="connsiteY585" fmla="*/ 1382347 h 7718664"/>
              <a:gd name="connsiteX586" fmla="*/ 837221 w 7777150"/>
              <a:gd name="connsiteY586" fmla="*/ 1358526 h 7718664"/>
              <a:gd name="connsiteX587" fmla="*/ 849132 w 7777150"/>
              <a:gd name="connsiteY587" fmla="*/ 1340660 h 7718664"/>
              <a:gd name="connsiteX588" fmla="*/ 896773 w 7777150"/>
              <a:gd name="connsiteY588" fmla="*/ 1245378 h 7718664"/>
              <a:gd name="connsiteX589" fmla="*/ 919989 w 7777150"/>
              <a:gd name="connsiteY589" fmla="*/ 1217322 h 77186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</a:cxnLst>
            <a:rect l="l" t="t" r="r" b="b"/>
            <a:pathLst>
              <a:path w="7777150" h="7718664">
                <a:moveTo>
                  <a:pt x="6564153" y="6753221"/>
                </a:moveTo>
                <a:lnTo>
                  <a:pt x="6563132" y="6753924"/>
                </a:lnTo>
                <a:lnTo>
                  <a:pt x="6563132" y="6754775"/>
                </a:lnTo>
                <a:lnTo>
                  <a:pt x="6567865" y="6755450"/>
                </a:lnTo>
                <a:lnTo>
                  <a:pt x="6569087" y="6753925"/>
                </a:lnTo>
                <a:close/>
                <a:moveTo>
                  <a:pt x="6628482" y="6708774"/>
                </a:moveTo>
                <a:lnTo>
                  <a:pt x="6610901" y="6720920"/>
                </a:lnTo>
                <a:lnTo>
                  <a:pt x="6607794" y="6724148"/>
                </a:lnTo>
                <a:lnTo>
                  <a:pt x="6619848" y="6716434"/>
                </a:lnTo>
                <a:close/>
                <a:moveTo>
                  <a:pt x="6839305" y="6558707"/>
                </a:moveTo>
                <a:lnTo>
                  <a:pt x="6839039" y="6558801"/>
                </a:lnTo>
                <a:lnTo>
                  <a:pt x="6837070" y="6572293"/>
                </a:lnTo>
                <a:cubicBezTo>
                  <a:pt x="6813249" y="6596113"/>
                  <a:pt x="6804315" y="6611000"/>
                  <a:pt x="6789429" y="6625890"/>
                </a:cubicBezTo>
                <a:cubicBezTo>
                  <a:pt x="6777518" y="6640776"/>
                  <a:pt x="6762628" y="6658642"/>
                  <a:pt x="6732852" y="6688418"/>
                </a:cubicBezTo>
                <a:lnTo>
                  <a:pt x="6736263" y="6687633"/>
                </a:lnTo>
                <a:lnTo>
                  <a:pt x="6789429" y="6628865"/>
                </a:lnTo>
                <a:cubicBezTo>
                  <a:pt x="6801339" y="6613980"/>
                  <a:pt x="6813249" y="6599089"/>
                  <a:pt x="6837070" y="6575269"/>
                </a:cubicBezTo>
                <a:cubicBezTo>
                  <a:pt x="6840793" y="6565594"/>
                  <a:pt x="6841353" y="6560383"/>
                  <a:pt x="6839305" y="6558707"/>
                </a:cubicBezTo>
                <a:close/>
                <a:moveTo>
                  <a:pt x="2782054" y="7594165"/>
                </a:moveTo>
                <a:cubicBezTo>
                  <a:pt x="2789033" y="7592490"/>
                  <a:pt x="2799082" y="7592862"/>
                  <a:pt x="2812852" y="7595094"/>
                </a:cubicBezTo>
                <a:cubicBezTo>
                  <a:pt x="2840396" y="7599561"/>
                  <a:pt x="2882826" y="7611472"/>
                  <a:pt x="2945354" y="7629337"/>
                </a:cubicBezTo>
                <a:cubicBezTo>
                  <a:pt x="2963219" y="7632313"/>
                  <a:pt x="2984064" y="7632313"/>
                  <a:pt x="3001930" y="7632313"/>
                </a:cubicBezTo>
                <a:lnTo>
                  <a:pt x="3143116" y="7701578"/>
                </a:lnTo>
                <a:lnTo>
                  <a:pt x="3082549" y="7717806"/>
                </a:lnTo>
                <a:lnTo>
                  <a:pt x="3037661" y="7703779"/>
                </a:lnTo>
                <a:cubicBezTo>
                  <a:pt x="3013840" y="7691865"/>
                  <a:pt x="2987040" y="7679958"/>
                  <a:pt x="2957265" y="7668047"/>
                </a:cubicBezTo>
                <a:cubicBezTo>
                  <a:pt x="2924512" y="7659113"/>
                  <a:pt x="2894737" y="7650182"/>
                  <a:pt x="2864960" y="7638271"/>
                </a:cubicBezTo>
                <a:cubicBezTo>
                  <a:pt x="2832206" y="7626361"/>
                  <a:pt x="2802430" y="7617427"/>
                  <a:pt x="2769678" y="7605516"/>
                </a:cubicBezTo>
                <a:cubicBezTo>
                  <a:pt x="2771167" y="7599561"/>
                  <a:pt x="2775076" y="7595839"/>
                  <a:pt x="2782054" y="7594165"/>
                </a:cubicBezTo>
                <a:close/>
                <a:moveTo>
                  <a:pt x="2608887" y="7429840"/>
                </a:moveTo>
                <a:cubicBezTo>
                  <a:pt x="2647598" y="7438771"/>
                  <a:pt x="2683329" y="7444726"/>
                  <a:pt x="2719060" y="7450682"/>
                </a:cubicBezTo>
                <a:cubicBezTo>
                  <a:pt x="2736926" y="7465571"/>
                  <a:pt x="2751812" y="7477482"/>
                  <a:pt x="2766702" y="7492368"/>
                </a:cubicBezTo>
                <a:cubicBezTo>
                  <a:pt x="2808388" y="7501302"/>
                  <a:pt x="2853050" y="7519168"/>
                  <a:pt x="2930467" y="7540009"/>
                </a:cubicBezTo>
                <a:cubicBezTo>
                  <a:pt x="3049571" y="7584675"/>
                  <a:pt x="3147833" y="7605516"/>
                  <a:pt x="3255027" y="7623382"/>
                </a:cubicBezTo>
                <a:cubicBezTo>
                  <a:pt x="3281824" y="7629337"/>
                  <a:pt x="3308623" y="7632316"/>
                  <a:pt x="3335420" y="7638271"/>
                </a:cubicBezTo>
                <a:lnTo>
                  <a:pt x="3362169" y="7642882"/>
                </a:lnTo>
                <a:lnTo>
                  <a:pt x="3252495" y="7672270"/>
                </a:lnTo>
                <a:lnTo>
                  <a:pt x="3231206" y="7668047"/>
                </a:lnTo>
                <a:cubicBezTo>
                  <a:pt x="3189520" y="7659113"/>
                  <a:pt x="3150809" y="7650181"/>
                  <a:pt x="3115079" y="7644226"/>
                </a:cubicBezTo>
                <a:cubicBezTo>
                  <a:pt x="3079347" y="7635292"/>
                  <a:pt x="3046595" y="7629337"/>
                  <a:pt x="3013840" y="7626361"/>
                </a:cubicBezTo>
                <a:cubicBezTo>
                  <a:pt x="2975133" y="7608496"/>
                  <a:pt x="2933447" y="7590630"/>
                  <a:pt x="2891760" y="7569785"/>
                </a:cubicBezTo>
                <a:cubicBezTo>
                  <a:pt x="2850074" y="7554898"/>
                  <a:pt x="2805409" y="7537033"/>
                  <a:pt x="2739902" y="7513213"/>
                </a:cubicBezTo>
                <a:cubicBezTo>
                  <a:pt x="2686305" y="7492368"/>
                  <a:pt x="2632708" y="7471526"/>
                  <a:pt x="2582091" y="7450681"/>
                </a:cubicBezTo>
                <a:cubicBezTo>
                  <a:pt x="2596977" y="7435795"/>
                  <a:pt x="2602932" y="7432816"/>
                  <a:pt x="2608887" y="7429840"/>
                </a:cubicBezTo>
                <a:close/>
                <a:moveTo>
                  <a:pt x="2305173" y="7420905"/>
                </a:moveTo>
                <a:cubicBezTo>
                  <a:pt x="2462984" y="7477478"/>
                  <a:pt x="2564222" y="7528099"/>
                  <a:pt x="2647595" y="7566806"/>
                </a:cubicBezTo>
                <a:cubicBezTo>
                  <a:pt x="2686305" y="7581695"/>
                  <a:pt x="2727991" y="7593606"/>
                  <a:pt x="2769678" y="7605516"/>
                </a:cubicBezTo>
                <a:cubicBezTo>
                  <a:pt x="2802430" y="7617427"/>
                  <a:pt x="2832205" y="7626358"/>
                  <a:pt x="2861982" y="7638268"/>
                </a:cubicBezTo>
                <a:cubicBezTo>
                  <a:pt x="2891757" y="7650179"/>
                  <a:pt x="2921533" y="7659113"/>
                  <a:pt x="2954288" y="7668044"/>
                </a:cubicBezTo>
                <a:cubicBezTo>
                  <a:pt x="2984064" y="7679954"/>
                  <a:pt x="3010861" y="7691865"/>
                  <a:pt x="3034682" y="7703775"/>
                </a:cubicBezTo>
                <a:cubicBezTo>
                  <a:pt x="3028726" y="7706755"/>
                  <a:pt x="3022772" y="7712710"/>
                  <a:pt x="3016816" y="7718664"/>
                </a:cubicBezTo>
                <a:cubicBezTo>
                  <a:pt x="3001930" y="7715685"/>
                  <a:pt x="2984064" y="7712709"/>
                  <a:pt x="2969175" y="7709731"/>
                </a:cubicBezTo>
                <a:cubicBezTo>
                  <a:pt x="2912602" y="7691865"/>
                  <a:pt x="2856026" y="7668044"/>
                  <a:pt x="2799453" y="7647203"/>
                </a:cubicBezTo>
                <a:lnTo>
                  <a:pt x="2716081" y="7614447"/>
                </a:lnTo>
                <a:cubicBezTo>
                  <a:pt x="2689281" y="7602537"/>
                  <a:pt x="2659505" y="7590627"/>
                  <a:pt x="2632708" y="7578716"/>
                </a:cubicBezTo>
                <a:cubicBezTo>
                  <a:pt x="2593998" y="7566806"/>
                  <a:pt x="2558267" y="7551920"/>
                  <a:pt x="2522536" y="7540009"/>
                </a:cubicBezTo>
                <a:cubicBezTo>
                  <a:pt x="2489784" y="7525120"/>
                  <a:pt x="2457029" y="7513209"/>
                  <a:pt x="2427252" y="7498323"/>
                </a:cubicBezTo>
                <a:cubicBezTo>
                  <a:pt x="2397477" y="7486413"/>
                  <a:pt x="2373656" y="7471523"/>
                  <a:pt x="2352815" y="7459612"/>
                </a:cubicBezTo>
                <a:cubicBezTo>
                  <a:pt x="2331970" y="7444726"/>
                  <a:pt x="2317084" y="7432816"/>
                  <a:pt x="2305173" y="7420905"/>
                </a:cubicBezTo>
                <a:close/>
                <a:moveTo>
                  <a:pt x="2397480" y="7349443"/>
                </a:moveTo>
                <a:cubicBezTo>
                  <a:pt x="2415345" y="7349443"/>
                  <a:pt x="2427256" y="7349443"/>
                  <a:pt x="2445122" y="7346467"/>
                </a:cubicBezTo>
                <a:cubicBezTo>
                  <a:pt x="2501694" y="7376243"/>
                  <a:pt x="2549336" y="7403040"/>
                  <a:pt x="2608887" y="7429840"/>
                </a:cubicBezTo>
                <a:cubicBezTo>
                  <a:pt x="2602932" y="7432816"/>
                  <a:pt x="2596977" y="7435795"/>
                  <a:pt x="2588046" y="7441750"/>
                </a:cubicBezTo>
                <a:cubicBezTo>
                  <a:pt x="2525515" y="7411974"/>
                  <a:pt x="2460008" y="7379219"/>
                  <a:pt x="2397480" y="7349443"/>
                </a:cubicBezTo>
                <a:close/>
                <a:moveTo>
                  <a:pt x="7605289" y="5949975"/>
                </a:moveTo>
                <a:lnTo>
                  <a:pt x="7603779" y="5950622"/>
                </a:lnTo>
                <a:lnTo>
                  <a:pt x="7571259" y="6028673"/>
                </a:lnTo>
                <a:close/>
                <a:moveTo>
                  <a:pt x="7768327" y="5740775"/>
                </a:moveTo>
                <a:lnTo>
                  <a:pt x="7777150" y="5773700"/>
                </a:lnTo>
                <a:lnTo>
                  <a:pt x="7775014" y="5777274"/>
                </a:lnTo>
                <a:cubicBezTo>
                  <a:pt x="7751193" y="5824915"/>
                  <a:pt x="7727372" y="5869581"/>
                  <a:pt x="7706527" y="5905312"/>
                </a:cubicBezTo>
                <a:cubicBezTo>
                  <a:pt x="7682706" y="5941043"/>
                  <a:pt x="7661865" y="5967840"/>
                  <a:pt x="7644000" y="5985706"/>
                </a:cubicBezTo>
                <a:lnTo>
                  <a:pt x="7685686" y="5902333"/>
                </a:lnTo>
                <a:cubicBezTo>
                  <a:pt x="7694617" y="5875536"/>
                  <a:pt x="7709507" y="5848737"/>
                  <a:pt x="7721417" y="5818960"/>
                </a:cubicBezTo>
                <a:cubicBezTo>
                  <a:pt x="7733327" y="5801095"/>
                  <a:pt x="7739283" y="5789184"/>
                  <a:pt x="7748213" y="5774298"/>
                </a:cubicBezTo>
                <a:close/>
                <a:moveTo>
                  <a:pt x="2195719" y="7067587"/>
                </a:moveTo>
                <a:lnTo>
                  <a:pt x="2195748" y="7068434"/>
                </a:lnTo>
                <a:lnTo>
                  <a:pt x="2205804" y="7080606"/>
                </a:lnTo>
                <a:lnTo>
                  <a:pt x="2206911" y="7075504"/>
                </a:lnTo>
                <a:close/>
                <a:moveTo>
                  <a:pt x="1840668" y="7143991"/>
                </a:moveTo>
                <a:cubicBezTo>
                  <a:pt x="1938928" y="7185677"/>
                  <a:pt x="1989548" y="7224384"/>
                  <a:pt x="2043145" y="7257140"/>
                </a:cubicBezTo>
                <a:cubicBezTo>
                  <a:pt x="2055055" y="7272026"/>
                  <a:pt x="2093763" y="7301802"/>
                  <a:pt x="2084831" y="7304781"/>
                </a:cubicBezTo>
                <a:cubicBezTo>
                  <a:pt x="2049100" y="7286915"/>
                  <a:pt x="2016345" y="7272026"/>
                  <a:pt x="1989548" y="7254160"/>
                </a:cubicBezTo>
                <a:cubicBezTo>
                  <a:pt x="1962748" y="7239274"/>
                  <a:pt x="1938927" y="7224384"/>
                  <a:pt x="1918086" y="7209498"/>
                </a:cubicBezTo>
                <a:cubicBezTo>
                  <a:pt x="1879376" y="7182698"/>
                  <a:pt x="1855555" y="7161857"/>
                  <a:pt x="1840668" y="7143991"/>
                </a:cubicBezTo>
                <a:close/>
                <a:moveTo>
                  <a:pt x="7574028" y="5576942"/>
                </a:moveTo>
                <a:lnTo>
                  <a:pt x="7562090" y="5594186"/>
                </a:lnTo>
                <a:lnTo>
                  <a:pt x="7533457" y="5631001"/>
                </a:lnTo>
                <a:lnTo>
                  <a:pt x="7503173" y="5679289"/>
                </a:lnTo>
                <a:lnTo>
                  <a:pt x="7495119" y="5690923"/>
                </a:lnTo>
                <a:cubicBezTo>
                  <a:pt x="7480230" y="5714743"/>
                  <a:pt x="7468320" y="5738564"/>
                  <a:pt x="7456410" y="5762384"/>
                </a:cubicBezTo>
                <a:cubicBezTo>
                  <a:pt x="7441523" y="5786206"/>
                  <a:pt x="7429612" y="5807050"/>
                  <a:pt x="7417702" y="5827891"/>
                </a:cubicBezTo>
                <a:cubicBezTo>
                  <a:pt x="7387926" y="5869578"/>
                  <a:pt x="7358151" y="5911264"/>
                  <a:pt x="7325396" y="5949974"/>
                </a:cubicBezTo>
                <a:lnTo>
                  <a:pt x="7292334" y="6001613"/>
                </a:lnTo>
                <a:lnTo>
                  <a:pt x="7279949" y="6020421"/>
                </a:lnTo>
                <a:lnTo>
                  <a:pt x="7245002" y="6072054"/>
                </a:lnTo>
                <a:cubicBezTo>
                  <a:pt x="7221181" y="6104810"/>
                  <a:pt x="7197361" y="6137561"/>
                  <a:pt x="7173540" y="6170317"/>
                </a:cubicBezTo>
                <a:lnTo>
                  <a:pt x="7167581" y="6173958"/>
                </a:lnTo>
                <a:lnTo>
                  <a:pt x="7162704" y="6181183"/>
                </a:lnTo>
                <a:lnTo>
                  <a:pt x="7170561" y="6176272"/>
                </a:lnTo>
                <a:cubicBezTo>
                  <a:pt x="7194381" y="6143519"/>
                  <a:pt x="7218202" y="6110765"/>
                  <a:pt x="7242022" y="6078013"/>
                </a:cubicBezTo>
                <a:lnTo>
                  <a:pt x="7279949" y="6020421"/>
                </a:lnTo>
                <a:lnTo>
                  <a:pt x="7286316" y="6011014"/>
                </a:lnTo>
                <a:lnTo>
                  <a:pt x="7292334" y="6001613"/>
                </a:lnTo>
                <a:lnTo>
                  <a:pt x="7322420" y="5955930"/>
                </a:lnTo>
                <a:cubicBezTo>
                  <a:pt x="7355171" y="5917222"/>
                  <a:pt x="7384947" y="5875536"/>
                  <a:pt x="7414723" y="5833850"/>
                </a:cubicBezTo>
                <a:cubicBezTo>
                  <a:pt x="7426634" y="5813005"/>
                  <a:pt x="7441523" y="5792164"/>
                  <a:pt x="7453434" y="5768343"/>
                </a:cubicBezTo>
                <a:cubicBezTo>
                  <a:pt x="7465343" y="5744522"/>
                  <a:pt x="7480230" y="5720701"/>
                  <a:pt x="7492141" y="5696881"/>
                </a:cubicBezTo>
                <a:lnTo>
                  <a:pt x="7503173" y="5679289"/>
                </a:lnTo>
                <a:lnTo>
                  <a:pt x="7562090" y="5594186"/>
                </a:lnTo>
                <a:lnTo>
                  <a:pt x="7572537" y="5580753"/>
                </a:lnTo>
                <a:close/>
                <a:moveTo>
                  <a:pt x="7695610" y="5469390"/>
                </a:moveTo>
                <a:lnTo>
                  <a:pt x="7767960" y="5739403"/>
                </a:lnTo>
                <a:lnTo>
                  <a:pt x="7745237" y="5777274"/>
                </a:lnTo>
                <a:cubicBezTo>
                  <a:pt x="7736303" y="5789184"/>
                  <a:pt x="7730348" y="5804071"/>
                  <a:pt x="7718437" y="5821936"/>
                </a:cubicBezTo>
                <a:cubicBezTo>
                  <a:pt x="7706527" y="5851713"/>
                  <a:pt x="7694617" y="5878512"/>
                  <a:pt x="7679730" y="5908288"/>
                </a:cubicBezTo>
                <a:lnTo>
                  <a:pt x="7638044" y="5991660"/>
                </a:lnTo>
                <a:cubicBezTo>
                  <a:pt x="7617199" y="6021437"/>
                  <a:pt x="7596358" y="6054189"/>
                  <a:pt x="7572537" y="6080989"/>
                </a:cubicBezTo>
                <a:cubicBezTo>
                  <a:pt x="7551693" y="6107786"/>
                  <a:pt x="7527872" y="6137561"/>
                  <a:pt x="7507030" y="6164361"/>
                </a:cubicBezTo>
                <a:lnTo>
                  <a:pt x="7509759" y="6158741"/>
                </a:lnTo>
                <a:lnTo>
                  <a:pt x="7435565" y="6259644"/>
                </a:lnTo>
                <a:cubicBezTo>
                  <a:pt x="7417699" y="6241778"/>
                  <a:pt x="7319440" y="6381727"/>
                  <a:pt x="7274774" y="6435324"/>
                </a:cubicBezTo>
                <a:lnTo>
                  <a:pt x="7243120" y="6484028"/>
                </a:lnTo>
                <a:lnTo>
                  <a:pt x="7274775" y="6438299"/>
                </a:lnTo>
                <a:cubicBezTo>
                  <a:pt x="7319440" y="6387679"/>
                  <a:pt x="7417699" y="6247734"/>
                  <a:pt x="7435564" y="6262620"/>
                </a:cubicBezTo>
                <a:cubicBezTo>
                  <a:pt x="7426633" y="6325151"/>
                  <a:pt x="7340281" y="6405544"/>
                  <a:pt x="7313485" y="6447231"/>
                </a:cubicBezTo>
                <a:cubicBezTo>
                  <a:pt x="7289664" y="6475519"/>
                  <a:pt x="7269566" y="6496363"/>
                  <a:pt x="7250582" y="6513113"/>
                </a:cubicBezTo>
                <a:lnTo>
                  <a:pt x="7200087" y="6550232"/>
                </a:lnTo>
                <a:lnTo>
                  <a:pt x="7197357" y="6554428"/>
                </a:lnTo>
                <a:lnTo>
                  <a:pt x="7165787" y="6578714"/>
                </a:lnTo>
                <a:lnTo>
                  <a:pt x="7164606" y="6587180"/>
                </a:lnTo>
                <a:lnTo>
                  <a:pt x="7118751" y="6636309"/>
                </a:lnTo>
                <a:lnTo>
                  <a:pt x="6989132" y="6671040"/>
                </a:lnTo>
                <a:lnTo>
                  <a:pt x="7013864" y="6649337"/>
                </a:lnTo>
                <a:cubicBezTo>
                  <a:pt x="7031357" y="6633332"/>
                  <a:pt x="7048478" y="6616955"/>
                  <a:pt x="7066343" y="6599090"/>
                </a:cubicBezTo>
                <a:cubicBezTo>
                  <a:pt x="7081233" y="6572293"/>
                  <a:pt x="7099098" y="6548472"/>
                  <a:pt x="7111009" y="6524651"/>
                </a:cubicBezTo>
                <a:lnTo>
                  <a:pt x="7175165" y="6465841"/>
                </a:lnTo>
                <a:lnTo>
                  <a:pt x="7175681" y="6462146"/>
                </a:lnTo>
                <a:lnTo>
                  <a:pt x="7113987" y="6518697"/>
                </a:lnTo>
                <a:cubicBezTo>
                  <a:pt x="7102077" y="6542517"/>
                  <a:pt x="7084212" y="6566338"/>
                  <a:pt x="7069322" y="6593135"/>
                </a:cubicBezTo>
                <a:cubicBezTo>
                  <a:pt x="7051456" y="6611000"/>
                  <a:pt x="7034336" y="6627377"/>
                  <a:pt x="7016843" y="6643382"/>
                </a:cubicBezTo>
                <a:lnTo>
                  <a:pt x="6983652" y="6672509"/>
                </a:lnTo>
                <a:lnTo>
                  <a:pt x="6761122" y="6732136"/>
                </a:lnTo>
                <a:lnTo>
                  <a:pt x="6831115" y="6682462"/>
                </a:lnTo>
                <a:cubicBezTo>
                  <a:pt x="6854936" y="6658642"/>
                  <a:pt x="6881735" y="6631845"/>
                  <a:pt x="6917467" y="6593134"/>
                </a:cubicBezTo>
                <a:cubicBezTo>
                  <a:pt x="6917467" y="6590158"/>
                  <a:pt x="6917467" y="6587179"/>
                  <a:pt x="6914488" y="6581224"/>
                </a:cubicBezTo>
                <a:cubicBezTo>
                  <a:pt x="6944264" y="6551448"/>
                  <a:pt x="6971063" y="6521672"/>
                  <a:pt x="6997860" y="6488921"/>
                </a:cubicBezTo>
                <a:cubicBezTo>
                  <a:pt x="7012749" y="6477010"/>
                  <a:pt x="7030615" y="6462121"/>
                  <a:pt x="7048480" y="6447234"/>
                </a:cubicBezTo>
                <a:cubicBezTo>
                  <a:pt x="7057412" y="6435324"/>
                  <a:pt x="7069322" y="6420434"/>
                  <a:pt x="7081233" y="6405548"/>
                </a:cubicBezTo>
                <a:cubicBezTo>
                  <a:pt x="7090167" y="6390658"/>
                  <a:pt x="7102078" y="6375772"/>
                  <a:pt x="7111008" y="6363862"/>
                </a:cubicBezTo>
                <a:cubicBezTo>
                  <a:pt x="7140784" y="6331107"/>
                  <a:pt x="7167585" y="6295375"/>
                  <a:pt x="7197360" y="6262624"/>
                </a:cubicBezTo>
                <a:cubicBezTo>
                  <a:pt x="7224157" y="6229868"/>
                  <a:pt x="7250957" y="6194137"/>
                  <a:pt x="7277754" y="6158406"/>
                </a:cubicBezTo>
                <a:cubicBezTo>
                  <a:pt x="7310509" y="6101833"/>
                  <a:pt x="7355171" y="6036326"/>
                  <a:pt x="7399836" y="5973795"/>
                </a:cubicBezTo>
                <a:cubicBezTo>
                  <a:pt x="7444499" y="5908288"/>
                  <a:pt x="7486186" y="5842781"/>
                  <a:pt x="7510006" y="5786208"/>
                </a:cubicBezTo>
                <a:cubicBezTo>
                  <a:pt x="7539782" y="5735588"/>
                  <a:pt x="7575513" y="5699857"/>
                  <a:pt x="7596358" y="5646260"/>
                </a:cubicBezTo>
                <a:cubicBezTo>
                  <a:pt x="7623155" y="5601597"/>
                  <a:pt x="7649954" y="5548001"/>
                  <a:pt x="7676751" y="5503336"/>
                </a:cubicBezTo>
                <a:close/>
                <a:moveTo>
                  <a:pt x="7636506" y="5248812"/>
                </a:moveTo>
                <a:lnTo>
                  <a:pt x="7659314" y="5333933"/>
                </a:lnTo>
                <a:lnTo>
                  <a:pt x="7617200" y="5408052"/>
                </a:lnTo>
                <a:lnTo>
                  <a:pt x="7615871" y="5411110"/>
                </a:lnTo>
                <a:lnTo>
                  <a:pt x="7659444" y="5334418"/>
                </a:lnTo>
                <a:lnTo>
                  <a:pt x="7691259" y="5453153"/>
                </a:lnTo>
                <a:lnTo>
                  <a:pt x="7688661" y="5458673"/>
                </a:lnTo>
                <a:cubicBezTo>
                  <a:pt x="7679730" y="5476538"/>
                  <a:pt x="7670796" y="5494405"/>
                  <a:pt x="7658886" y="5512270"/>
                </a:cubicBezTo>
                <a:cubicBezTo>
                  <a:pt x="7632089" y="5559912"/>
                  <a:pt x="7605289" y="5610529"/>
                  <a:pt x="7578492" y="5655195"/>
                </a:cubicBezTo>
                <a:cubicBezTo>
                  <a:pt x="7557648" y="5708791"/>
                  <a:pt x="7521917" y="5744522"/>
                  <a:pt x="7492140" y="5795139"/>
                </a:cubicBezTo>
                <a:cubicBezTo>
                  <a:pt x="7468320" y="5851715"/>
                  <a:pt x="7426634" y="5920198"/>
                  <a:pt x="7381971" y="5982730"/>
                </a:cubicBezTo>
                <a:cubicBezTo>
                  <a:pt x="7337306" y="6045258"/>
                  <a:pt x="7292643" y="6110765"/>
                  <a:pt x="7259888" y="6167341"/>
                </a:cubicBezTo>
                <a:cubicBezTo>
                  <a:pt x="7233092" y="6203071"/>
                  <a:pt x="7206291" y="6238802"/>
                  <a:pt x="7179495" y="6271554"/>
                </a:cubicBezTo>
                <a:cubicBezTo>
                  <a:pt x="7149719" y="6304309"/>
                  <a:pt x="7122919" y="6337061"/>
                  <a:pt x="7093143" y="6372792"/>
                </a:cubicBezTo>
                <a:cubicBezTo>
                  <a:pt x="7084212" y="6387682"/>
                  <a:pt x="7072301" y="6399592"/>
                  <a:pt x="7063367" y="6414479"/>
                </a:cubicBezTo>
                <a:cubicBezTo>
                  <a:pt x="7051457" y="6429368"/>
                  <a:pt x="7042525" y="6441279"/>
                  <a:pt x="7030615" y="6456165"/>
                </a:cubicBezTo>
                <a:cubicBezTo>
                  <a:pt x="7012749" y="6471055"/>
                  <a:pt x="6994884" y="6485941"/>
                  <a:pt x="6979994" y="6497851"/>
                </a:cubicBezTo>
                <a:lnTo>
                  <a:pt x="6897207" y="6589515"/>
                </a:lnTo>
                <a:lnTo>
                  <a:pt x="6899598" y="6599089"/>
                </a:lnTo>
                <a:cubicBezTo>
                  <a:pt x="6863867" y="6637800"/>
                  <a:pt x="6840046" y="6664597"/>
                  <a:pt x="6813249" y="6688418"/>
                </a:cubicBezTo>
                <a:lnTo>
                  <a:pt x="6745897" y="6736215"/>
                </a:lnTo>
                <a:lnTo>
                  <a:pt x="6404257" y="6827757"/>
                </a:lnTo>
                <a:lnTo>
                  <a:pt x="6411273" y="6822407"/>
                </a:lnTo>
                <a:cubicBezTo>
                  <a:pt x="6432117" y="6807522"/>
                  <a:pt x="6452959" y="6792632"/>
                  <a:pt x="6467849" y="6786676"/>
                </a:cubicBezTo>
                <a:cubicBezTo>
                  <a:pt x="6515490" y="6750945"/>
                  <a:pt x="6566107" y="6715215"/>
                  <a:pt x="6613749" y="6676507"/>
                </a:cubicBezTo>
                <a:cubicBezTo>
                  <a:pt x="6631615" y="6634821"/>
                  <a:pt x="6688191" y="6599089"/>
                  <a:pt x="6717966" y="6578245"/>
                </a:cubicBezTo>
                <a:cubicBezTo>
                  <a:pt x="6756673" y="6545493"/>
                  <a:pt x="6795384" y="6512738"/>
                  <a:pt x="6834091" y="6479986"/>
                </a:cubicBezTo>
                <a:cubicBezTo>
                  <a:pt x="6959150" y="6354927"/>
                  <a:pt x="7099098" y="6203068"/>
                  <a:pt x="7185447" y="6083964"/>
                </a:cubicBezTo>
                <a:lnTo>
                  <a:pt x="7233801" y="6001764"/>
                </a:lnTo>
                <a:lnTo>
                  <a:pt x="7236067" y="5994637"/>
                </a:lnTo>
                <a:cubicBezTo>
                  <a:pt x="7259888" y="5958905"/>
                  <a:pt x="7289664" y="5917219"/>
                  <a:pt x="7313485" y="5875533"/>
                </a:cubicBezTo>
                <a:cubicBezTo>
                  <a:pt x="7322420" y="5863622"/>
                  <a:pt x="7328374" y="5851713"/>
                  <a:pt x="7337306" y="5839802"/>
                </a:cubicBezTo>
                <a:lnTo>
                  <a:pt x="7368979" y="5795871"/>
                </a:lnTo>
                <a:lnTo>
                  <a:pt x="7378992" y="5777274"/>
                </a:lnTo>
                <a:cubicBezTo>
                  <a:pt x="7405789" y="5738564"/>
                  <a:pt x="7426634" y="5699856"/>
                  <a:pt x="7441520" y="5670081"/>
                </a:cubicBezTo>
                <a:cubicBezTo>
                  <a:pt x="7489162" y="5586708"/>
                  <a:pt x="7524893" y="5503335"/>
                  <a:pt x="7563603" y="5416984"/>
                </a:cubicBezTo>
                <a:cubicBezTo>
                  <a:pt x="7581468" y="5373809"/>
                  <a:pt x="7600078" y="5330634"/>
                  <a:pt x="7619804" y="5285970"/>
                </a:cubicBezTo>
                <a:close/>
                <a:moveTo>
                  <a:pt x="1438185" y="6830951"/>
                </a:moveTo>
                <a:lnTo>
                  <a:pt x="1449489" y="6840648"/>
                </a:lnTo>
                <a:lnTo>
                  <a:pt x="1453350" y="6842615"/>
                </a:lnTo>
                <a:close/>
                <a:moveTo>
                  <a:pt x="1486096" y="6491655"/>
                </a:moveTo>
                <a:lnTo>
                  <a:pt x="1491992" y="6498836"/>
                </a:lnTo>
                <a:lnTo>
                  <a:pt x="1492288" y="6497852"/>
                </a:lnTo>
                <a:close/>
                <a:moveTo>
                  <a:pt x="1195061" y="6558794"/>
                </a:moveTo>
                <a:lnTo>
                  <a:pt x="1307518" y="6691203"/>
                </a:lnTo>
                <a:lnTo>
                  <a:pt x="1218350" y="6584200"/>
                </a:lnTo>
                <a:close/>
                <a:moveTo>
                  <a:pt x="1045653" y="6423410"/>
                </a:moveTo>
                <a:cubicBezTo>
                  <a:pt x="1054584" y="6414479"/>
                  <a:pt x="1084360" y="6429366"/>
                  <a:pt x="1123070" y="6474031"/>
                </a:cubicBezTo>
                <a:lnTo>
                  <a:pt x="1126871" y="6478507"/>
                </a:lnTo>
                <a:lnTo>
                  <a:pt x="1162149" y="6486313"/>
                </a:lnTo>
                <a:cubicBezTo>
                  <a:pt x="1180387" y="6498596"/>
                  <a:pt x="1204951" y="6521673"/>
                  <a:pt x="1242171" y="6560379"/>
                </a:cubicBezTo>
                <a:cubicBezTo>
                  <a:pt x="1280881" y="6593135"/>
                  <a:pt x="1322567" y="6622910"/>
                  <a:pt x="1352343" y="6649708"/>
                </a:cubicBezTo>
                <a:cubicBezTo>
                  <a:pt x="1382119" y="6676507"/>
                  <a:pt x="1399984" y="6700328"/>
                  <a:pt x="1399985" y="6715214"/>
                </a:cubicBezTo>
                <a:cubicBezTo>
                  <a:pt x="1408916" y="6727124"/>
                  <a:pt x="1414871" y="6736059"/>
                  <a:pt x="1426782" y="6747970"/>
                </a:cubicBezTo>
                <a:cubicBezTo>
                  <a:pt x="1465492" y="6780722"/>
                  <a:pt x="1498243" y="6810497"/>
                  <a:pt x="1539930" y="6843252"/>
                </a:cubicBezTo>
                <a:lnTo>
                  <a:pt x="1539890" y="6843288"/>
                </a:lnTo>
                <a:lnTo>
                  <a:pt x="1507178" y="6870049"/>
                </a:lnTo>
                <a:lnTo>
                  <a:pt x="1401804" y="6752965"/>
                </a:lnTo>
                <a:lnTo>
                  <a:pt x="1397009" y="6753924"/>
                </a:lnTo>
                <a:lnTo>
                  <a:pt x="1496727" y="6864723"/>
                </a:lnTo>
                <a:lnTo>
                  <a:pt x="1507178" y="6870049"/>
                </a:lnTo>
                <a:cubicBezTo>
                  <a:pt x="1511644" y="6865584"/>
                  <a:pt x="1517599" y="6861862"/>
                  <a:pt x="1523554" y="6857768"/>
                </a:cubicBezTo>
                <a:lnTo>
                  <a:pt x="1539890" y="6843288"/>
                </a:lnTo>
                <a:lnTo>
                  <a:pt x="1539933" y="6843252"/>
                </a:lnTo>
                <a:cubicBezTo>
                  <a:pt x="1629261" y="6920670"/>
                  <a:pt x="1724544" y="6998087"/>
                  <a:pt x="1822803" y="7066570"/>
                </a:cubicBezTo>
                <a:cubicBezTo>
                  <a:pt x="1804937" y="7072526"/>
                  <a:pt x="1790051" y="7078481"/>
                  <a:pt x="1766230" y="7084436"/>
                </a:cubicBezTo>
                <a:cubicBezTo>
                  <a:pt x="1775161" y="7090391"/>
                  <a:pt x="1778141" y="7093370"/>
                  <a:pt x="1787072" y="7099325"/>
                </a:cubicBezTo>
                <a:cubicBezTo>
                  <a:pt x="1757296" y="7099325"/>
                  <a:pt x="1733475" y="7102301"/>
                  <a:pt x="1703699" y="7102302"/>
                </a:cubicBezTo>
                <a:cubicBezTo>
                  <a:pt x="1685834" y="7090391"/>
                  <a:pt x="1667968" y="7078480"/>
                  <a:pt x="1650102" y="7066570"/>
                </a:cubicBezTo>
                <a:cubicBezTo>
                  <a:pt x="1632237" y="7054660"/>
                  <a:pt x="1617350" y="7039774"/>
                  <a:pt x="1599485" y="7027863"/>
                </a:cubicBezTo>
                <a:cubicBezTo>
                  <a:pt x="1557799" y="6992132"/>
                  <a:pt x="1513133" y="6959377"/>
                  <a:pt x="1474426" y="6923646"/>
                </a:cubicBezTo>
                <a:cubicBezTo>
                  <a:pt x="1435716" y="6887914"/>
                  <a:pt x="1397009" y="6852183"/>
                  <a:pt x="1358298" y="6819431"/>
                </a:cubicBezTo>
                <a:cubicBezTo>
                  <a:pt x="1319591" y="6783700"/>
                  <a:pt x="1286836" y="6747970"/>
                  <a:pt x="1251105" y="6715214"/>
                </a:cubicBezTo>
                <a:cubicBezTo>
                  <a:pt x="1233240" y="6697349"/>
                  <a:pt x="1215374" y="6679483"/>
                  <a:pt x="1200487" y="6664597"/>
                </a:cubicBezTo>
                <a:cubicBezTo>
                  <a:pt x="1185598" y="6646731"/>
                  <a:pt x="1167732" y="6628866"/>
                  <a:pt x="1152846" y="6611000"/>
                </a:cubicBezTo>
                <a:cubicBezTo>
                  <a:pt x="1155822" y="6605045"/>
                  <a:pt x="1185598" y="6622911"/>
                  <a:pt x="1170712" y="6587180"/>
                </a:cubicBezTo>
                <a:cubicBezTo>
                  <a:pt x="1191553" y="6605045"/>
                  <a:pt x="1212398" y="6622910"/>
                  <a:pt x="1230264" y="6640776"/>
                </a:cubicBezTo>
                <a:cubicBezTo>
                  <a:pt x="1254084" y="6658642"/>
                  <a:pt x="1274926" y="6676507"/>
                  <a:pt x="1295770" y="6691393"/>
                </a:cubicBezTo>
                <a:cubicBezTo>
                  <a:pt x="1322567" y="6721170"/>
                  <a:pt x="1349367" y="6747969"/>
                  <a:pt x="1376164" y="6777746"/>
                </a:cubicBezTo>
                <a:lnTo>
                  <a:pt x="1382998" y="6783606"/>
                </a:lnTo>
                <a:lnTo>
                  <a:pt x="1295770" y="6691393"/>
                </a:lnTo>
                <a:cubicBezTo>
                  <a:pt x="1274926" y="6673528"/>
                  <a:pt x="1254084" y="6658642"/>
                  <a:pt x="1233240" y="6640776"/>
                </a:cubicBezTo>
                <a:cubicBezTo>
                  <a:pt x="1212398" y="6622910"/>
                  <a:pt x="1194532" y="6605045"/>
                  <a:pt x="1173688" y="6587179"/>
                </a:cubicBezTo>
                <a:cubicBezTo>
                  <a:pt x="1152846" y="6560379"/>
                  <a:pt x="1129025" y="6533583"/>
                  <a:pt x="1108180" y="6506783"/>
                </a:cubicBezTo>
                <a:cubicBezTo>
                  <a:pt x="1087339" y="6479986"/>
                  <a:pt x="1066494" y="6450210"/>
                  <a:pt x="1045653" y="6423410"/>
                </a:cubicBezTo>
                <a:close/>
                <a:moveTo>
                  <a:pt x="419367" y="2532692"/>
                </a:moveTo>
                <a:lnTo>
                  <a:pt x="420849" y="2533433"/>
                </a:lnTo>
                <a:lnTo>
                  <a:pt x="420989" y="2533017"/>
                </a:lnTo>
                <a:close/>
                <a:moveTo>
                  <a:pt x="599014" y="2105903"/>
                </a:moveTo>
                <a:cubicBezTo>
                  <a:pt x="551372" y="2183321"/>
                  <a:pt x="542438" y="2207142"/>
                  <a:pt x="533506" y="2227983"/>
                </a:cubicBezTo>
                <a:lnTo>
                  <a:pt x="509686" y="2251804"/>
                </a:lnTo>
                <a:lnTo>
                  <a:pt x="506708" y="2254409"/>
                </a:lnTo>
                <a:lnTo>
                  <a:pt x="506574" y="2254516"/>
                </a:lnTo>
                <a:lnTo>
                  <a:pt x="479910" y="2272649"/>
                </a:lnTo>
                <a:lnTo>
                  <a:pt x="479782" y="2275500"/>
                </a:lnTo>
                <a:lnTo>
                  <a:pt x="474599" y="2389489"/>
                </a:lnTo>
                <a:lnTo>
                  <a:pt x="474749" y="2389217"/>
                </a:lnTo>
                <a:lnTo>
                  <a:pt x="479910" y="2275624"/>
                </a:lnTo>
                <a:lnTo>
                  <a:pt x="506574" y="2254516"/>
                </a:lnTo>
                <a:lnTo>
                  <a:pt x="507824" y="2253665"/>
                </a:lnTo>
                <a:lnTo>
                  <a:pt x="509686" y="2251804"/>
                </a:lnTo>
                <a:lnTo>
                  <a:pt x="533507" y="2230959"/>
                </a:lnTo>
                <a:cubicBezTo>
                  <a:pt x="542438" y="2210118"/>
                  <a:pt x="554348" y="2186297"/>
                  <a:pt x="599014" y="2108879"/>
                </a:cubicBezTo>
                <a:lnTo>
                  <a:pt x="601246" y="2110368"/>
                </a:lnTo>
                <a:lnTo>
                  <a:pt x="602362" y="2108135"/>
                </a:lnTo>
                <a:close/>
                <a:moveTo>
                  <a:pt x="634742" y="1846851"/>
                </a:moveTo>
                <a:cubicBezTo>
                  <a:pt x="622831" y="1855786"/>
                  <a:pt x="607945" y="1864717"/>
                  <a:pt x="593055" y="1876627"/>
                </a:cubicBezTo>
                <a:cubicBezTo>
                  <a:pt x="572214" y="1915338"/>
                  <a:pt x="557324" y="1948089"/>
                  <a:pt x="530528" y="2007641"/>
                </a:cubicBezTo>
                <a:lnTo>
                  <a:pt x="544832" y="2019086"/>
                </a:lnTo>
                <a:lnTo>
                  <a:pt x="545298" y="2017076"/>
                </a:lnTo>
                <a:lnTo>
                  <a:pt x="533507" y="2007641"/>
                </a:lnTo>
                <a:cubicBezTo>
                  <a:pt x="560303" y="1948089"/>
                  <a:pt x="575193" y="1915334"/>
                  <a:pt x="596034" y="1876627"/>
                </a:cubicBezTo>
                <a:lnTo>
                  <a:pt x="632947" y="1850262"/>
                </a:lnTo>
                <a:close/>
                <a:moveTo>
                  <a:pt x="864018" y="1677130"/>
                </a:moveTo>
                <a:lnTo>
                  <a:pt x="860257" y="1680141"/>
                </a:lnTo>
                <a:lnTo>
                  <a:pt x="844293" y="1741521"/>
                </a:lnTo>
                <a:cubicBezTo>
                  <a:pt x="840197" y="1755291"/>
                  <a:pt x="837221" y="1763482"/>
                  <a:pt x="834242" y="1772413"/>
                </a:cubicBezTo>
                <a:cubicBezTo>
                  <a:pt x="721094" y="1924269"/>
                  <a:pt x="655586" y="2126745"/>
                  <a:pt x="560303" y="2272649"/>
                </a:cubicBezTo>
                <a:cubicBezTo>
                  <a:pt x="548393" y="2311356"/>
                  <a:pt x="536482" y="2353042"/>
                  <a:pt x="521593" y="2394728"/>
                </a:cubicBezTo>
                <a:cubicBezTo>
                  <a:pt x="506707" y="2436415"/>
                  <a:pt x="497773" y="2478101"/>
                  <a:pt x="485862" y="2519787"/>
                </a:cubicBezTo>
                <a:cubicBezTo>
                  <a:pt x="456086" y="2609115"/>
                  <a:pt x="411424" y="2704398"/>
                  <a:pt x="408444" y="2781816"/>
                </a:cubicBezTo>
                <a:cubicBezTo>
                  <a:pt x="390579" y="2841367"/>
                  <a:pt x="372714" y="2900919"/>
                  <a:pt x="357827" y="2960471"/>
                </a:cubicBezTo>
                <a:cubicBezTo>
                  <a:pt x="348893" y="3005137"/>
                  <a:pt x="342937" y="3049799"/>
                  <a:pt x="334006" y="3094464"/>
                </a:cubicBezTo>
                <a:lnTo>
                  <a:pt x="322096" y="3162947"/>
                </a:lnTo>
                <a:cubicBezTo>
                  <a:pt x="319117" y="3186768"/>
                  <a:pt x="316141" y="3207613"/>
                  <a:pt x="313161" y="3231434"/>
                </a:cubicBezTo>
                <a:cubicBezTo>
                  <a:pt x="304230" y="3293962"/>
                  <a:pt x="292320" y="3353513"/>
                  <a:pt x="286365" y="3416044"/>
                </a:cubicBezTo>
                <a:cubicBezTo>
                  <a:pt x="283386" y="3454752"/>
                  <a:pt x="280409" y="3487507"/>
                  <a:pt x="277431" y="3529193"/>
                </a:cubicBezTo>
                <a:cubicBezTo>
                  <a:pt x="280410" y="3558969"/>
                  <a:pt x="286365" y="3588745"/>
                  <a:pt x="292320" y="3648297"/>
                </a:cubicBezTo>
                <a:lnTo>
                  <a:pt x="299297" y="3583399"/>
                </a:lnTo>
                <a:lnTo>
                  <a:pt x="298275" y="3561945"/>
                </a:lnTo>
                <a:cubicBezTo>
                  <a:pt x="301251" y="3520259"/>
                  <a:pt x="307207" y="3475593"/>
                  <a:pt x="310185" y="3436886"/>
                </a:cubicBezTo>
                <a:cubicBezTo>
                  <a:pt x="316141" y="3374355"/>
                  <a:pt x="328051" y="3314803"/>
                  <a:pt x="336982" y="3252275"/>
                </a:cubicBezTo>
                <a:lnTo>
                  <a:pt x="358237" y="3226770"/>
                </a:lnTo>
                <a:lnTo>
                  <a:pt x="389100" y="3020223"/>
                </a:lnTo>
                <a:lnTo>
                  <a:pt x="387603" y="2984292"/>
                </a:lnTo>
                <a:lnTo>
                  <a:pt x="417019" y="2899960"/>
                </a:lnTo>
                <a:lnTo>
                  <a:pt x="434522" y="2829157"/>
                </a:lnTo>
                <a:lnTo>
                  <a:pt x="429289" y="2841367"/>
                </a:lnTo>
                <a:cubicBezTo>
                  <a:pt x="423334" y="2838391"/>
                  <a:pt x="417379" y="2835412"/>
                  <a:pt x="411424" y="2835412"/>
                </a:cubicBezTo>
                <a:cubicBezTo>
                  <a:pt x="396534" y="2874122"/>
                  <a:pt x="381648" y="2918785"/>
                  <a:pt x="366758" y="2963450"/>
                </a:cubicBezTo>
                <a:cubicBezTo>
                  <a:pt x="366758" y="2984292"/>
                  <a:pt x="366758" y="3008113"/>
                  <a:pt x="369737" y="3034913"/>
                </a:cubicBezTo>
                <a:cubicBezTo>
                  <a:pt x="360803" y="3082554"/>
                  <a:pt x="354848" y="3124240"/>
                  <a:pt x="348893" y="3171882"/>
                </a:cubicBezTo>
                <a:cubicBezTo>
                  <a:pt x="348893" y="3177837"/>
                  <a:pt x="345917" y="3186768"/>
                  <a:pt x="345917" y="3195703"/>
                </a:cubicBezTo>
                <a:cubicBezTo>
                  <a:pt x="334006" y="3207613"/>
                  <a:pt x="328051" y="3219523"/>
                  <a:pt x="316141" y="3231434"/>
                </a:cubicBezTo>
                <a:cubicBezTo>
                  <a:pt x="319117" y="3207613"/>
                  <a:pt x="322096" y="3186768"/>
                  <a:pt x="325072" y="3162947"/>
                </a:cubicBezTo>
                <a:lnTo>
                  <a:pt x="336982" y="3094464"/>
                </a:lnTo>
                <a:cubicBezTo>
                  <a:pt x="345916" y="3049799"/>
                  <a:pt x="351872" y="3005137"/>
                  <a:pt x="360803" y="2960471"/>
                </a:cubicBezTo>
                <a:cubicBezTo>
                  <a:pt x="378669" y="2900919"/>
                  <a:pt x="396534" y="2841367"/>
                  <a:pt x="411424" y="2781816"/>
                </a:cubicBezTo>
                <a:cubicBezTo>
                  <a:pt x="414400" y="2704398"/>
                  <a:pt x="459065" y="2612094"/>
                  <a:pt x="488841" y="2519787"/>
                </a:cubicBezTo>
                <a:cubicBezTo>
                  <a:pt x="500752" y="2478101"/>
                  <a:pt x="509683" y="2436415"/>
                  <a:pt x="524572" y="2394728"/>
                </a:cubicBezTo>
                <a:cubicBezTo>
                  <a:pt x="536482" y="2353042"/>
                  <a:pt x="551369" y="2314335"/>
                  <a:pt x="563280" y="2272649"/>
                </a:cubicBezTo>
                <a:cubicBezTo>
                  <a:pt x="658562" y="2126745"/>
                  <a:pt x="721094" y="1924269"/>
                  <a:pt x="837218" y="1772413"/>
                </a:cubicBezTo>
                <a:cubicBezTo>
                  <a:pt x="843173" y="1751568"/>
                  <a:pt x="849129" y="1739658"/>
                  <a:pt x="864018" y="1677130"/>
                </a:cubicBezTo>
                <a:close/>
                <a:moveTo>
                  <a:pt x="5842554" y="212154"/>
                </a:moveTo>
                <a:cubicBezTo>
                  <a:pt x="5911037" y="238951"/>
                  <a:pt x="5958678" y="259796"/>
                  <a:pt x="5994410" y="280637"/>
                </a:cubicBezTo>
                <a:cubicBezTo>
                  <a:pt x="6030140" y="298503"/>
                  <a:pt x="6050986" y="316368"/>
                  <a:pt x="6059917" y="334234"/>
                </a:cubicBezTo>
                <a:cubicBezTo>
                  <a:pt x="6003344" y="304458"/>
                  <a:pt x="5952723" y="283617"/>
                  <a:pt x="5914016" y="262772"/>
                </a:cubicBezTo>
                <a:cubicBezTo>
                  <a:pt x="5875306" y="241930"/>
                  <a:pt x="5851485" y="224065"/>
                  <a:pt x="5842554" y="212154"/>
                </a:cubicBezTo>
                <a:close/>
                <a:moveTo>
                  <a:pt x="917614" y="1379371"/>
                </a:moveTo>
                <a:lnTo>
                  <a:pt x="932501" y="1391281"/>
                </a:lnTo>
                <a:lnTo>
                  <a:pt x="932501" y="1391278"/>
                </a:lnTo>
                <a:lnTo>
                  <a:pt x="917618" y="1379371"/>
                </a:lnTo>
                <a:close/>
                <a:moveTo>
                  <a:pt x="5364411" y="6459"/>
                </a:moveTo>
                <a:lnTo>
                  <a:pt x="5388519" y="0"/>
                </a:lnTo>
                <a:lnTo>
                  <a:pt x="5400009" y="1487"/>
                </a:lnTo>
                <a:cubicBezTo>
                  <a:pt x="5420480" y="5953"/>
                  <a:pt x="5443556" y="12652"/>
                  <a:pt x="5467377" y="21585"/>
                </a:cubicBezTo>
                <a:cubicBezTo>
                  <a:pt x="5517995" y="42430"/>
                  <a:pt x="5574570" y="72206"/>
                  <a:pt x="5634122" y="104958"/>
                </a:cubicBezTo>
                <a:cubicBezTo>
                  <a:pt x="5513531" y="66995"/>
                  <a:pt x="5423086" y="39079"/>
                  <a:pt x="5377863" y="16189"/>
                </a:cubicBezTo>
                <a:close/>
                <a:moveTo>
                  <a:pt x="939465" y="1192120"/>
                </a:moveTo>
                <a:lnTo>
                  <a:pt x="989575" y="1178693"/>
                </a:lnTo>
                <a:lnTo>
                  <a:pt x="991590" y="1182987"/>
                </a:lnTo>
                <a:lnTo>
                  <a:pt x="984857" y="1201819"/>
                </a:lnTo>
                <a:lnTo>
                  <a:pt x="1013565" y="1172265"/>
                </a:lnTo>
                <a:lnTo>
                  <a:pt x="1103330" y="1148213"/>
                </a:lnTo>
                <a:lnTo>
                  <a:pt x="1033742" y="1224536"/>
                </a:lnTo>
                <a:lnTo>
                  <a:pt x="1048629" y="1242398"/>
                </a:lnTo>
                <a:lnTo>
                  <a:pt x="1048913" y="1242148"/>
                </a:lnTo>
                <a:lnTo>
                  <a:pt x="1036718" y="1227512"/>
                </a:lnTo>
                <a:cubicBezTo>
                  <a:pt x="1051606" y="1211136"/>
                  <a:pt x="1067983" y="1194015"/>
                  <a:pt x="1083988" y="1176894"/>
                </a:cubicBezTo>
                <a:lnTo>
                  <a:pt x="1111437" y="1146040"/>
                </a:lnTo>
                <a:lnTo>
                  <a:pt x="1250892" y="1108673"/>
                </a:lnTo>
                <a:lnTo>
                  <a:pt x="1135723" y="1237561"/>
                </a:lnTo>
                <a:cubicBezTo>
                  <a:pt x="1050117" y="1338427"/>
                  <a:pt x="969722" y="1443387"/>
                  <a:pt x="893794" y="1552068"/>
                </a:cubicBezTo>
                <a:cubicBezTo>
                  <a:pt x="849128" y="1614599"/>
                  <a:pt x="813397" y="1659261"/>
                  <a:pt x="789577" y="1694992"/>
                </a:cubicBezTo>
                <a:cubicBezTo>
                  <a:pt x="765756" y="1730724"/>
                  <a:pt x="750869" y="1757523"/>
                  <a:pt x="741935" y="1781344"/>
                </a:cubicBezTo>
                <a:cubicBezTo>
                  <a:pt x="727049" y="1808141"/>
                  <a:pt x="709183" y="1834941"/>
                  <a:pt x="694294" y="1861738"/>
                </a:cubicBezTo>
                <a:cubicBezTo>
                  <a:pt x="664518" y="1918314"/>
                  <a:pt x="634742" y="1974886"/>
                  <a:pt x="604966" y="2028483"/>
                </a:cubicBezTo>
                <a:lnTo>
                  <a:pt x="507798" y="2181601"/>
                </a:lnTo>
                <a:lnTo>
                  <a:pt x="506706" y="2186297"/>
                </a:lnTo>
                <a:cubicBezTo>
                  <a:pt x="494796" y="2213097"/>
                  <a:pt x="485862" y="2245849"/>
                  <a:pt x="473952" y="2275625"/>
                </a:cubicBezTo>
                <a:cubicBezTo>
                  <a:pt x="465020" y="2293490"/>
                  <a:pt x="459065" y="2305401"/>
                  <a:pt x="450131" y="2317311"/>
                </a:cubicBezTo>
                <a:lnTo>
                  <a:pt x="444176" y="2323266"/>
                </a:lnTo>
                <a:lnTo>
                  <a:pt x="417751" y="2411106"/>
                </a:lnTo>
                <a:cubicBezTo>
                  <a:pt x="412915" y="2433439"/>
                  <a:pt x="411424" y="2449816"/>
                  <a:pt x="411424" y="2463215"/>
                </a:cubicBezTo>
                <a:cubicBezTo>
                  <a:pt x="411424" y="2490011"/>
                  <a:pt x="414400" y="2507877"/>
                  <a:pt x="405469" y="2537653"/>
                </a:cubicBezTo>
                <a:cubicBezTo>
                  <a:pt x="390579" y="2579339"/>
                  <a:pt x="378668" y="2618049"/>
                  <a:pt x="363782" y="2659736"/>
                </a:cubicBezTo>
                <a:cubicBezTo>
                  <a:pt x="351872" y="2701422"/>
                  <a:pt x="336982" y="2740129"/>
                  <a:pt x="325072" y="2781816"/>
                </a:cubicBezTo>
                <a:cubicBezTo>
                  <a:pt x="310186" y="2844347"/>
                  <a:pt x="298275" y="2900919"/>
                  <a:pt x="283386" y="2960471"/>
                </a:cubicBezTo>
                <a:cubicBezTo>
                  <a:pt x="274455" y="3017047"/>
                  <a:pt x="268499" y="3070644"/>
                  <a:pt x="259565" y="3124240"/>
                </a:cubicBezTo>
                <a:cubicBezTo>
                  <a:pt x="250633" y="3177837"/>
                  <a:pt x="247655" y="3234410"/>
                  <a:pt x="244678" y="3288006"/>
                </a:cubicBezTo>
                <a:cubicBezTo>
                  <a:pt x="253610" y="3246320"/>
                  <a:pt x="259565" y="3207613"/>
                  <a:pt x="265520" y="3174858"/>
                </a:cubicBezTo>
                <a:lnTo>
                  <a:pt x="267452" y="3165520"/>
                </a:lnTo>
                <a:lnTo>
                  <a:pt x="271475" y="3121261"/>
                </a:lnTo>
                <a:cubicBezTo>
                  <a:pt x="280410" y="3067664"/>
                  <a:pt x="286365" y="3011092"/>
                  <a:pt x="295296" y="2957495"/>
                </a:cubicBezTo>
                <a:lnTo>
                  <a:pt x="302755" y="2959983"/>
                </a:lnTo>
                <a:lnTo>
                  <a:pt x="303402" y="2957217"/>
                </a:lnTo>
                <a:lnTo>
                  <a:pt x="295299" y="2954516"/>
                </a:lnTo>
                <a:cubicBezTo>
                  <a:pt x="310186" y="2891985"/>
                  <a:pt x="322096" y="2835412"/>
                  <a:pt x="336986" y="2775860"/>
                </a:cubicBezTo>
                <a:cubicBezTo>
                  <a:pt x="348896" y="2734174"/>
                  <a:pt x="360806" y="2692488"/>
                  <a:pt x="375693" y="2653777"/>
                </a:cubicBezTo>
                <a:lnTo>
                  <a:pt x="417188" y="2532257"/>
                </a:lnTo>
                <a:lnTo>
                  <a:pt x="414403" y="2531698"/>
                </a:lnTo>
                <a:cubicBezTo>
                  <a:pt x="423334" y="2501922"/>
                  <a:pt x="420358" y="2484056"/>
                  <a:pt x="420358" y="2457259"/>
                </a:cubicBezTo>
                <a:cubicBezTo>
                  <a:pt x="420358" y="2430460"/>
                  <a:pt x="423334" y="2391752"/>
                  <a:pt x="453110" y="2317311"/>
                </a:cubicBezTo>
                <a:cubicBezTo>
                  <a:pt x="459065" y="2305401"/>
                  <a:pt x="465020" y="2290514"/>
                  <a:pt x="476931" y="2275625"/>
                </a:cubicBezTo>
                <a:lnTo>
                  <a:pt x="477731" y="2273449"/>
                </a:lnTo>
                <a:lnTo>
                  <a:pt x="509686" y="2186297"/>
                </a:lnTo>
                <a:cubicBezTo>
                  <a:pt x="542438" y="2132700"/>
                  <a:pt x="572214" y="2082082"/>
                  <a:pt x="607945" y="2031462"/>
                </a:cubicBezTo>
                <a:cubicBezTo>
                  <a:pt x="637721" y="1974889"/>
                  <a:pt x="664521" y="1918314"/>
                  <a:pt x="697273" y="1864717"/>
                </a:cubicBezTo>
                <a:cubicBezTo>
                  <a:pt x="712162" y="1840896"/>
                  <a:pt x="730028" y="1811120"/>
                  <a:pt x="744914" y="1784323"/>
                </a:cubicBezTo>
                <a:cubicBezTo>
                  <a:pt x="753848" y="1760503"/>
                  <a:pt x="768735" y="1733703"/>
                  <a:pt x="792556" y="1697972"/>
                </a:cubicBezTo>
                <a:cubicBezTo>
                  <a:pt x="816376" y="1662241"/>
                  <a:pt x="852108" y="1617578"/>
                  <a:pt x="896773" y="1555047"/>
                </a:cubicBezTo>
                <a:cubicBezTo>
                  <a:pt x="972701" y="1444876"/>
                  <a:pt x="1053096" y="1339916"/>
                  <a:pt x="1138702" y="1239423"/>
                </a:cubicBezTo>
                <a:lnTo>
                  <a:pt x="1257734" y="1106840"/>
                </a:lnTo>
                <a:lnTo>
                  <a:pt x="1346684" y="1083006"/>
                </a:lnTo>
                <a:lnTo>
                  <a:pt x="1309169" y="1125903"/>
                </a:lnTo>
                <a:cubicBezTo>
                  <a:pt x="1278649" y="1161262"/>
                  <a:pt x="1248129" y="1197738"/>
                  <a:pt x="1218353" y="1236446"/>
                </a:cubicBezTo>
                <a:cubicBezTo>
                  <a:pt x="1200488" y="1257288"/>
                  <a:pt x="1182622" y="1275153"/>
                  <a:pt x="1167733" y="1295998"/>
                </a:cubicBezTo>
                <a:cubicBezTo>
                  <a:pt x="1149867" y="1316840"/>
                  <a:pt x="1134980" y="1337685"/>
                  <a:pt x="1117115" y="1358526"/>
                </a:cubicBezTo>
                <a:lnTo>
                  <a:pt x="893284" y="1605921"/>
                </a:lnTo>
                <a:lnTo>
                  <a:pt x="1120091" y="1355550"/>
                </a:lnTo>
                <a:cubicBezTo>
                  <a:pt x="1137957" y="1334705"/>
                  <a:pt x="1152843" y="1313864"/>
                  <a:pt x="1170708" y="1293019"/>
                </a:cubicBezTo>
                <a:cubicBezTo>
                  <a:pt x="1188574" y="1272177"/>
                  <a:pt x="1206439" y="1254312"/>
                  <a:pt x="1221329" y="1233467"/>
                </a:cubicBezTo>
                <a:cubicBezTo>
                  <a:pt x="1251105" y="1194758"/>
                  <a:pt x="1281625" y="1159027"/>
                  <a:pt x="1312145" y="1124040"/>
                </a:cubicBezTo>
                <a:lnTo>
                  <a:pt x="1347941" y="1082669"/>
                </a:lnTo>
                <a:lnTo>
                  <a:pt x="5198604" y="50887"/>
                </a:lnTo>
                <a:lnTo>
                  <a:pt x="5220239" y="57319"/>
                </a:lnTo>
                <a:lnTo>
                  <a:pt x="5273835" y="72206"/>
                </a:lnTo>
                <a:lnTo>
                  <a:pt x="5327432" y="90071"/>
                </a:lnTo>
                <a:lnTo>
                  <a:pt x="5328122" y="90703"/>
                </a:lnTo>
                <a:lnTo>
                  <a:pt x="5366558" y="97330"/>
                </a:lnTo>
                <a:cubicBezTo>
                  <a:pt x="5399776" y="105145"/>
                  <a:pt x="5439136" y="118172"/>
                  <a:pt x="5459700" y="131942"/>
                </a:cubicBezTo>
                <a:lnTo>
                  <a:pt x="5472710" y="151655"/>
                </a:lnTo>
                <a:lnTo>
                  <a:pt x="5476311" y="152602"/>
                </a:lnTo>
                <a:cubicBezTo>
                  <a:pt x="5503108" y="164513"/>
                  <a:pt x="5532884" y="176423"/>
                  <a:pt x="5559684" y="185354"/>
                </a:cubicBezTo>
                <a:cubicBezTo>
                  <a:pt x="5583505" y="194289"/>
                  <a:pt x="5607325" y="203220"/>
                  <a:pt x="5631147" y="215130"/>
                </a:cubicBezTo>
                <a:cubicBezTo>
                  <a:pt x="5654967" y="227041"/>
                  <a:pt x="5678788" y="235975"/>
                  <a:pt x="5702608" y="247885"/>
                </a:cubicBezTo>
                <a:cubicBezTo>
                  <a:pt x="5714519" y="256817"/>
                  <a:pt x="5732385" y="265751"/>
                  <a:pt x="5756205" y="277661"/>
                </a:cubicBezTo>
                <a:cubicBezTo>
                  <a:pt x="5768115" y="283617"/>
                  <a:pt x="5780026" y="289572"/>
                  <a:pt x="5791937" y="295527"/>
                </a:cubicBezTo>
                <a:cubicBezTo>
                  <a:pt x="5803847" y="301482"/>
                  <a:pt x="5818733" y="307437"/>
                  <a:pt x="5830644" y="316368"/>
                </a:cubicBezTo>
                <a:cubicBezTo>
                  <a:pt x="5884240" y="343168"/>
                  <a:pt x="5937837" y="369965"/>
                  <a:pt x="5961658" y="390810"/>
                </a:cubicBezTo>
                <a:cubicBezTo>
                  <a:pt x="6015254" y="426541"/>
                  <a:pt x="6071830" y="459293"/>
                  <a:pt x="6128403" y="498003"/>
                </a:cubicBezTo>
                <a:cubicBezTo>
                  <a:pt x="6155202" y="515869"/>
                  <a:pt x="6184979" y="536710"/>
                  <a:pt x="6214755" y="557555"/>
                </a:cubicBezTo>
                <a:lnTo>
                  <a:pt x="6217256" y="559340"/>
                </a:lnTo>
                <a:lnTo>
                  <a:pt x="6261383" y="586149"/>
                </a:lnTo>
                <a:lnTo>
                  <a:pt x="6417221" y="698379"/>
                </a:lnTo>
                <a:lnTo>
                  <a:pt x="7635473" y="5244954"/>
                </a:lnTo>
                <a:lnTo>
                  <a:pt x="7555824" y="5419713"/>
                </a:lnTo>
                <a:cubicBezTo>
                  <a:pt x="7525349" y="5481984"/>
                  <a:pt x="7493226" y="5543303"/>
                  <a:pt x="7459513" y="5603611"/>
                </a:cubicBezTo>
                <a:lnTo>
                  <a:pt x="7432760" y="5645910"/>
                </a:lnTo>
                <a:lnTo>
                  <a:pt x="7432588" y="5646260"/>
                </a:lnTo>
                <a:cubicBezTo>
                  <a:pt x="7420679" y="5676036"/>
                  <a:pt x="7396857" y="5714746"/>
                  <a:pt x="7370057" y="5753453"/>
                </a:cubicBezTo>
                <a:cubicBezTo>
                  <a:pt x="7343261" y="5792164"/>
                  <a:pt x="7319440" y="5833850"/>
                  <a:pt x="7307530" y="5869581"/>
                </a:cubicBezTo>
                <a:cubicBezTo>
                  <a:pt x="7286685" y="5896378"/>
                  <a:pt x="7259888" y="5926153"/>
                  <a:pt x="7236067" y="5958909"/>
                </a:cubicBezTo>
                <a:cubicBezTo>
                  <a:pt x="7212246" y="5991661"/>
                  <a:pt x="7191402" y="6027392"/>
                  <a:pt x="7176515" y="6060147"/>
                </a:cubicBezTo>
                <a:cubicBezTo>
                  <a:pt x="7090164" y="6179251"/>
                  <a:pt x="6950219" y="6331107"/>
                  <a:pt x="6825159" y="6456166"/>
                </a:cubicBezTo>
                <a:cubicBezTo>
                  <a:pt x="6786450" y="6488920"/>
                  <a:pt x="6747742" y="6521672"/>
                  <a:pt x="6709032" y="6554427"/>
                </a:cubicBezTo>
                <a:lnTo>
                  <a:pt x="6697890" y="6562899"/>
                </a:lnTo>
                <a:lnTo>
                  <a:pt x="6693086" y="6567763"/>
                </a:lnTo>
                <a:lnTo>
                  <a:pt x="6644525" y="6607349"/>
                </a:lnTo>
                <a:lnTo>
                  <a:pt x="6604818" y="6652687"/>
                </a:lnTo>
                <a:cubicBezTo>
                  <a:pt x="6557176" y="6691397"/>
                  <a:pt x="6509535" y="6727128"/>
                  <a:pt x="6458914" y="6762859"/>
                </a:cubicBezTo>
                <a:lnTo>
                  <a:pt x="6436053" y="6777302"/>
                </a:lnTo>
                <a:lnTo>
                  <a:pt x="6373957" y="6827922"/>
                </a:lnTo>
                <a:lnTo>
                  <a:pt x="6364991" y="6833746"/>
                </a:lnTo>
                <a:lnTo>
                  <a:pt x="6358255" y="6840083"/>
                </a:lnTo>
                <a:lnTo>
                  <a:pt x="3387117" y="7636198"/>
                </a:lnTo>
                <a:lnTo>
                  <a:pt x="3347331" y="7629337"/>
                </a:lnTo>
                <a:cubicBezTo>
                  <a:pt x="3320534" y="7623382"/>
                  <a:pt x="3293734" y="7620405"/>
                  <a:pt x="3266937" y="7614450"/>
                </a:cubicBezTo>
                <a:cubicBezTo>
                  <a:pt x="3159744" y="7596585"/>
                  <a:pt x="3061482" y="7575741"/>
                  <a:pt x="2942378" y="7531078"/>
                </a:cubicBezTo>
                <a:cubicBezTo>
                  <a:pt x="2864961" y="7513212"/>
                  <a:pt x="2820299" y="7495347"/>
                  <a:pt x="2778612" y="7483437"/>
                </a:cubicBezTo>
                <a:cubicBezTo>
                  <a:pt x="2760747" y="7471526"/>
                  <a:pt x="2745857" y="7456636"/>
                  <a:pt x="2730970" y="7441750"/>
                </a:cubicBezTo>
                <a:cubicBezTo>
                  <a:pt x="2695239" y="7435795"/>
                  <a:pt x="2659508" y="7429840"/>
                  <a:pt x="2620798" y="7420906"/>
                </a:cubicBezTo>
                <a:cubicBezTo>
                  <a:pt x="2564225" y="7394109"/>
                  <a:pt x="2513604" y="7367309"/>
                  <a:pt x="2457032" y="7337533"/>
                </a:cubicBezTo>
                <a:cubicBezTo>
                  <a:pt x="2439166" y="7337533"/>
                  <a:pt x="2427256" y="7340512"/>
                  <a:pt x="2409390" y="7340512"/>
                </a:cubicBezTo>
                <a:cubicBezTo>
                  <a:pt x="2349839" y="7310736"/>
                  <a:pt x="2296241" y="7283936"/>
                  <a:pt x="2239666" y="7254160"/>
                </a:cubicBezTo>
                <a:cubicBezTo>
                  <a:pt x="2230735" y="7236294"/>
                  <a:pt x="2218824" y="7218429"/>
                  <a:pt x="2209890" y="7200563"/>
                </a:cubicBezTo>
                <a:cubicBezTo>
                  <a:pt x="2209890" y="7200563"/>
                  <a:pt x="2212869" y="7200563"/>
                  <a:pt x="2215845" y="7197588"/>
                </a:cubicBezTo>
                <a:cubicBezTo>
                  <a:pt x="2248600" y="7218429"/>
                  <a:pt x="2284332" y="7236295"/>
                  <a:pt x="2320063" y="7254160"/>
                </a:cubicBezTo>
                <a:cubicBezTo>
                  <a:pt x="2355794" y="7272026"/>
                  <a:pt x="2388546" y="7289891"/>
                  <a:pt x="2424277" y="7310736"/>
                </a:cubicBezTo>
                <a:cubicBezTo>
                  <a:pt x="2436187" y="7304781"/>
                  <a:pt x="2445122" y="7298825"/>
                  <a:pt x="2454053" y="7292870"/>
                </a:cubicBezTo>
                <a:cubicBezTo>
                  <a:pt x="2397480" y="7266071"/>
                  <a:pt x="2361749" y="7236295"/>
                  <a:pt x="2331973" y="7212474"/>
                </a:cubicBezTo>
                <a:cubicBezTo>
                  <a:pt x="2302197" y="7188653"/>
                  <a:pt x="2272421" y="7173767"/>
                  <a:pt x="2230735" y="7167811"/>
                </a:cubicBezTo>
                <a:cubicBezTo>
                  <a:pt x="2147362" y="7108260"/>
                  <a:pt x="2120562" y="7108259"/>
                  <a:pt x="2090786" y="7087415"/>
                </a:cubicBezTo>
                <a:cubicBezTo>
                  <a:pt x="2049100" y="7060618"/>
                  <a:pt x="2010393" y="7036797"/>
                  <a:pt x="1971682" y="7009998"/>
                </a:cubicBezTo>
                <a:cubicBezTo>
                  <a:pt x="1876399" y="6956401"/>
                  <a:pt x="1903199" y="7012976"/>
                  <a:pt x="1784096" y="6929604"/>
                </a:cubicBezTo>
                <a:cubicBezTo>
                  <a:pt x="1760275" y="6911738"/>
                  <a:pt x="1739430" y="6893873"/>
                  <a:pt x="1712634" y="6870053"/>
                </a:cubicBezTo>
                <a:cubicBezTo>
                  <a:pt x="1718589" y="6870053"/>
                  <a:pt x="1724544" y="6867073"/>
                  <a:pt x="1727520" y="6864097"/>
                </a:cubicBezTo>
                <a:cubicBezTo>
                  <a:pt x="1754320" y="6873029"/>
                  <a:pt x="1775161" y="6878983"/>
                  <a:pt x="1798982" y="6884939"/>
                </a:cubicBezTo>
                <a:cubicBezTo>
                  <a:pt x="1748365" y="6828366"/>
                  <a:pt x="1739430" y="6804545"/>
                  <a:pt x="1650103" y="6730104"/>
                </a:cubicBezTo>
                <a:cubicBezTo>
                  <a:pt x="1620327" y="6706283"/>
                  <a:pt x="1593530" y="6682462"/>
                  <a:pt x="1566730" y="6661621"/>
                </a:cubicBezTo>
                <a:cubicBezTo>
                  <a:pt x="1539933" y="6637800"/>
                  <a:pt x="1513133" y="6616955"/>
                  <a:pt x="1489312" y="6593135"/>
                </a:cubicBezTo>
                <a:cubicBezTo>
                  <a:pt x="1471447" y="6575269"/>
                  <a:pt x="1423806" y="6557403"/>
                  <a:pt x="1391053" y="6512741"/>
                </a:cubicBezTo>
                <a:cubicBezTo>
                  <a:pt x="1340433" y="6459144"/>
                  <a:pt x="1298746" y="6408524"/>
                  <a:pt x="1248129" y="6354927"/>
                </a:cubicBezTo>
                <a:lnTo>
                  <a:pt x="1238322" y="6324279"/>
                </a:lnTo>
                <a:lnTo>
                  <a:pt x="1209418" y="6295375"/>
                </a:lnTo>
                <a:cubicBezTo>
                  <a:pt x="1176667" y="6262623"/>
                  <a:pt x="1143912" y="6226892"/>
                  <a:pt x="1111160" y="6188182"/>
                </a:cubicBezTo>
                <a:cubicBezTo>
                  <a:pt x="1105205" y="6167340"/>
                  <a:pt x="1060539" y="6110764"/>
                  <a:pt x="1099249" y="6134585"/>
                </a:cubicBezTo>
                <a:cubicBezTo>
                  <a:pt x="1084360" y="6116720"/>
                  <a:pt x="1072449" y="6095878"/>
                  <a:pt x="1060539" y="6080988"/>
                </a:cubicBezTo>
                <a:lnTo>
                  <a:pt x="1055928" y="6073758"/>
                </a:lnTo>
                <a:lnTo>
                  <a:pt x="1009918" y="6042278"/>
                </a:lnTo>
                <a:cubicBezTo>
                  <a:pt x="974187" y="6000592"/>
                  <a:pt x="944411" y="5955930"/>
                  <a:pt x="920590" y="5914243"/>
                </a:cubicBezTo>
                <a:cubicBezTo>
                  <a:pt x="896770" y="5869578"/>
                  <a:pt x="878904" y="5827891"/>
                  <a:pt x="869973" y="5795139"/>
                </a:cubicBezTo>
                <a:lnTo>
                  <a:pt x="864018" y="5795140"/>
                </a:lnTo>
                <a:cubicBezTo>
                  <a:pt x="840197" y="5753454"/>
                  <a:pt x="816376" y="5708791"/>
                  <a:pt x="795535" y="5664126"/>
                </a:cubicBezTo>
                <a:cubicBezTo>
                  <a:pt x="774690" y="5619463"/>
                  <a:pt x="750869" y="5577777"/>
                  <a:pt x="730028" y="5533111"/>
                </a:cubicBezTo>
                <a:cubicBezTo>
                  <a:pt x="706207" y="5482494"/>
                  <a:pt x="682386" y="5431873"/>
                  <a:pt x="661541" y="5381255"/>
                </a:cubicBezTo>
                <a:cubicBezTo>
                  <a:pt x="640700" y="5330635"/>
                  <a:pt x="619855" y="5277038"/>
                  <a:pt x="599014" y="5226421"/>
                </a:cubicBezTo>
                <a:cubicBezTo>
                  <a:pt x="622834" y="5259173"/>
                  <a:pt x="643676" y="5291928"/>
                  <a:pt x="661541" y="5330635"/>
                </a:cubicBezTo>
                <a:cubicBezTo>
                  <a:pt x="679407" y="5369346"/>
                  <a:pt x="697273" y="5411032"/>
                  <a:pt x="724073" y="5461649"/>
                </a:cubicBezTo>
                <a:cubicBezTo>
                  <a:pt x="735983" y="5479515"/>
                  <a:pt x="738959" y="5509290"/>
                  <a:pt x="744914" y="5533112"/>
                </a:cubicBezTo>
                <a:lnTo>
                  <a:pt x="753530" y="5545744"/>
                </a:lnTo>
                <a:lnTo>
                  <a:pt x="742926" y="5490615"/>
                </a:lnTo>
                <a:lnTo>
                  <a:pt x="715276" y="5440433"/>
                </a:lnTo>
                <a:lnTo>
                  <a:pt x="670266" y="5339222"/>
                </a:lnTo>
                <a:lnTo>
                  <a:pt x="616876" y="5250239"/>
                </a:lnTo>
                <a:cubicBezTo>
                  <a:pt x="596034" y="5190686"/>
                  <a:pt x="572214" y="5131135"/>
                  <a:pt x="551369" y="5071583"/>
                </a:cubicBezTo>
                <a:lnTo>
                  <a:pt x="495246" y="4888441"/>
                </a:lnTo>
                <a:lnTo>
                  <a:pt x="476818" y="4835054"/>
                </a:lnTo>
                <a:cubicBezTo>
                  <a:pt x="445592" y="4730083"/>
                  <a:pt x="418767" y="4623215"/>
                  <a:pt x="396553" y="4514668"/>
                </a:cubicBezTo>
                <a:lnTo>
                  <a:pt x="361056" y="4282085"/>
                </a:lnTo>
                <a:lnTo>
                  <a:pt x="360803" y="4288478"/>
                </a:lnTo>
                <a:cubicBezTo>
                  <a:pt x="360803" y="4303367"/>
                  <a:pt x="360803" y="4315278"/>
                  <a:pt x="363782" y="4336119"/>
                </a:cubicBezTo>
                <a:cubicBezTo>
                  <a:pt x="369737" y="4371850"/>
                  <a:pt x="375692" y="4407581"/>
                  <a:pt x="378669" y="4446292"/>
                </a:cubicBezTo>
                <a:cubicBezTo>
                  <a:pt x="384624" y="4484999"/>
                  <a:pt x="390579" y="4523709"/>
                  <a:pt x="396534" y="4559440"/>
                </a:cubicBezTo>
                <a:cubicBezTo>
                  <a:pt x="381648" y="4532640"/>
                  <a:pt x="375693" y="4496909"/>
                  <a:pt x="366758" y="4461178"/>
                </a:cubicBezTo>
                <a:cubicBezTo>
                  <a:pt x="360803" y="4422471"/>
                  <a:pt x="354848" y="4380785"/>
                  <a:pt x="345917" y="4336119"/>
                </a:cubicBezTo>
                <a:cubicBezTo>
                  <a:pt x="331027" y="4336119"/>
                  <a:pt x="328051" y="4336119"/>
                  <a:pt x="322096" y="4336119"/>
                </a:cubicBezTo>
                <a:cubicBezTo>
                  <a:pt x="319117" y="4303367"/>
                  <a:pt x="316141" y="4273591"/>
                  <a:pt x="307206" y="4222971"/>
                </a:cubicBezTo>
                <a:cubicBezTo>
                  <a:pt x="301251" y="4199150"/>
                  <a:pt x="292320" y="4175329"/>
                  <a:pt x="286365" y="4151508"/>
                </a:cubicBezTo>
                <a:cubicBezTo>
                  <a:pt x="280409" y="4127688"/>
                  <a:pt x="274454" y="4103867"/>
                  <a:pt x="268499" y="4083025"/>
                </a:cubicBezTo>
                <a:cubicBezTo>
                  <a:pt x="250633" y="4062181"/>
                  <a:pt x="235744" y="4047294"/>
                  <a:pt x="217878" y="4029428"/>
                </a:cubicBezTo>
                <a:cubicBezTo>
                  <a:pt x="211924" y="4029429"/>
                  <a:pt x="208947" y="4029429"/>
                  <a:pt x="202992" y="4029429"/>
                </a:cubicBezTo>
                <a:cubicBezTo>
                  <a:pt x="197037" y="4011563"/>
                  <a:pt x="191082" y="3984763"/>
                  <a:pt x="188103" y="3954987"/>
                </a:cubicBezTo>
                <a:cubicBezTo>
                  <a:pt x="185127" y="3925211"/>
                  <a:pt x="182147" y="3892459"/>
                  <a:pt x="182148" y="3859704"/>
                </a:cubicBezTo>
                <a:cubicBezTo>
                  <a:pt x="182148" y="3797176"/>
                  <a:pt x="185127" y="3740600"/>
                  <a:pt x="194058" y="3725714"/>
                </a:cubicBezTo>
                <a:cubicBezTo>
                  <a:pt x="197037" y="3707849"/>
                  <a:pt x="197037" y="3692959"/>
                  <a:pt x="200013" y="3678073"/>
                </a:cubicBezTo>
                <a:lnTo>
                  <a:pt x="210154" y="3645396"/>
                </a:lnTo>
                <a:lnTo>
                  <a:pt x="205224" y="3570879"/>
                </a:lnTo>
                <a:cubicBezTo>
                  <a:pt x="205968" y="3533660"/>
                  <a:pt x="208944" y="3494950"/>
                  <a:pt x="211924" y="3460707"/>
                </a:cubicBezTo>
                <a:lnTo>
                  <a:pt x="223834" y="3438377"/>
                </a:lnTo>
                <a:lnTo>
                  <a:pt x="223834" y="3424976"/>
                </a:lnTo>
                <a:cubicBezTo>
                  <a:pt x="217878" y="3442841"/>
                  <a:pt x="208947" y="3454752"/>
                  <a:pt x="200013" y="3469641"/>
                </a:cubicBezTo>
                <a:cubicBezTo>
                  <a:pt x="194058" y="3457731"/>
                  <a:pt x="185126" y="3451776"/>
                  <a:pt x="179171" y="3439865"/>
                </a:cubicBezTo>
                <a:cubicBezTo>
                  <a:pt x="167261" y="3422000"/>
                  <a:pt x="170237" y="3261210"/>
                  <a:pt x="140461" y="3386268"/>
                </a:cubicBezTo>
                <a:lnTo>
                  <a:pt x="133390" y="3343838"/>
                </a:lnTo>
                <a:lnTo>
                  <a:pt x="131530" y="3347558"/>
                </a:lnTo>
                <a:cubicBezTo>
                  <a:pt x="128551" y="3386268"/>
                  <a:pt x="122595" y="3427955"/>
                  <a:pt x="119620" y="3466662"/>
                </a:cubicBezTo>
                <a:cubicBezTo>
                  <a:pt x="116641" y="3505372"/>
                  <a:pt x="110685" y="3547059"/>
                  <a:pt x="110685" y="3585766"/>
                </a:cubicBezTo>
                <a:cubicBezTo>
                  <a:pt x="107709" y="3615542"/>
                  <a:pt x="104730" y="3648297"/>
                  <a:pt x="101754" y="3678073"/>
                </a:cubicBezTo>
                <a:lnTo>
                  <a:pt x="101754" y="3868635"/>
                </a:lnTo>
                <a:cubicBezTo>
                  <a:pt x="101754" y="3901390"/>
                  <a:pt x="101754" y="3934142"/>
                  <a:pt x="104730" y="3966898"/>
                </a:cubicBezTo>
                <a:cubicBezTo>
                  <a:pt x="107709" y="3999649"/>
                  <a:pt x="110685" y="4032405"/>
                  <a:pt x="110685" y="4065157"/>
                </a:cubicBezTo>
                <a:cubicBezTo>
                  <a:pt x="98775" y="4068136"/>
                  <a:pt x="101754" y="4178305"/>
                  <a:pt x="83888" y="4157464"/>
                </a:cubicBezTo>
                <a:cubicBezTo>
                  <a:pt x="80909" y="4157464"/>
                  <a:pt x="80909" y="4157464"/>
                  <a:pt x="77933" y="4157464"/>
                </a:cubicBezTo>
                <a:cubicBezTo>
                  <a:pt x="60068" y="4091957"/>
                  <a:pt x="60068" y="4035380"/>
                  <a:pt x="60068" y="3978808"/>
                </a:cubicBezTo>
                <a:cubicBezTo>
                  <a:pt x="60068" y="3922232"/>
                  <a:pt x="68999" y="3865659"/>
                  <a:pt x="60068" y="3794197"/>
                </a:cubicBezTo>
                <a:cubicBezTo>
                  <a:pt x="63044" y="3743576"/>
                  <a:pt x="68999" y="3698914"/>
                  <a:pt x="74954" y="3651272"/>
                </a:cubicBezTo>
                <a:lnTo>
                  <a:pt x="101742" y="3678057"/>
                </a:lnTo>
                <a:lnTo>
                  <a:pt x="77933" y="3648296"/>
                </a:lnTo>
                <a:cubicBezTo>
                  <a:pt x="71978" y="3618521"/>
                  <a:pt x="71978" y="3585766"/>
                  <a:pt x="71978" y="3541103"/>
                </a:cubicBezTo>
                <a:cubicBezTo>
                  <a:pt x="71978" y="3496438"/>
                  <a:pt x="74954" y="3442841"/>
                  <a:pt x="77933" y="3377334"/>
                </a:cubicBezTo>
                <a:cubicBezTo>
                  <a:pt x="77933" y="3362448"/>
                  <a:pt x="80909" y="3347558"/>
                  <a:pt x="80909" y="3332672"/>
                </a:cubicBezTo>
                <a:cubicBezTo>
                  <a:pt x="83888" y="3308851"/>
                  <a:pt x="86864" y="3282051"/>
                  <a:pt x="89844" y="3258230"/>
                </a:cubicBezTo>
                <a:cubicBezTo>
                  <a:pt x="101754" y="3216544"/>
                  <a:pt x="113664" y="3165927"/>
                  <a:pt x="125575" y="3124240"/>
                </a:cubicBezTo>
                <a:lnTo>
                  <a:pt x="143378" y="3035228"/>
                </a:lnTo>
                <a:lnTo>
                  <a:pt x="137485" y="3014068"/>
                </a:lnTo>
                <a:cubicBezTo>
                  <a:pt x="131530" y="3052778"/>
                  <a:pt x="122595" y="3088509"/>
                  <a:pt x="116640" y="3133172"/>
                </a:cubicBezTo>
                <a:cubicBezTo>
                  <a:pt x="104730" y="3174858"/>
                  <a:pt x="92820" y="3225478"/>
                  <a:pt x="80910" y="3267165"/>
                </a:cubicBezTo>
                <a:cubicBezTo>
                  <a:pt x="77933" y="3290986"/>
                  <a:pt x="74954" y="3317782"/>
                  <a:pt x="71978" y="3341603"/>
                </a:cubicBezTo>
                <a:cubicBezTo>
                  <a:pt x="71978" y="3356493"/>
                  <a:pt x="68999" y="3371379"/>
                  <a:pt x="68999" y="3386268"/>
                </a:cubicBezTo>
                <a:cubicBezTo>
                  <a:pt x="68999" y="3451776"/>
                  <a:pt x="66023" y="3505372"/>
                  <a:pt x="63044" y="3550035"/>
                </a:cubicBezTo>
                <a:cubicBezTo>
                  <a:pt x="63044" y="3594700"/>
                  <a:pt x="66023" y="3627452"/>
                  <a:pt x="68999" y="3657228"/>
                </a:cubicBezTo>
                <a:cubicBezTo>
                  <a:pt x="63044" y="3707849"/>
                  <a:pt x="57089" y="3752511"/>
                  <a:pt x="54113" y="3800152"/>
                </a:cubicBezTo>
                <a:cubicBezTo>
                  <a:pt x="63044" y="3871615"/>
                  <a:pt x="54112" y="3928190"/>
                  <a:pt x="54112" y="3984763"/>
                </a:cubicBezTo>
                <a:cubicBezTo>
                  <a:pt x="54112" y="4041339"/>
                  <a:pt x="54112" y="4097911"/>
                  <a:pt x="71978" y="4163419"/>
                </a:cubicBezTo>
                <a:cubicBezTo>
                  <a:pt x="71978" y="4163419"/>
                  <a:pt x="74954" y="4163419"/>
                  <a:pt x="77933" y="4163419"/>
                </a:cubicBezTo>
                <a:cubicBezTo>
                  <a:pt x="89843" y="4219995"/>
                  <a:pt x="101754" y="4273591"/>
                  <a:pt x="116640" y="4333143"/>
                </a:cubicBezTo>
                <a:cubicBezTo>
                  <a:pt x="119620" y="4371850"/>
                  <a:pt x="128551" y="4407581"/>
                  <a:pt x="137485" y="4473088"/>
                </a:cubicBezTo>
                <a:cubicBezTo>
                  <a:pt x="152372" y="4523709"/>
                  <a:pt x="167261" y="4571351"/>
                  <a:pt x="182148" y="4616013"/>
                </a:cubicBezTo>
                <a:cubicBezTo>
                  <a:pt x="188847" y="4700874"/>
                  <a:pt x="234069" y="4835983"/>
                  <a:pt x="252494" y="4923357"/>
                </a:cubicBezTo>
                <a:lnTo>
                  <a:pt x="258633" y="4982258"/>
                </a:lnTo>
                <a:lnTo>
                  <a:pt x="271478" y="4982258"/>
                </a:lnTo>
                <a:cubicBezTo>
                  <a:pt x="304230" y="5065631"/>
                  <a:pt x="325075" y="5110293"/>
                  <a:pt x="336985" y="5140069"/>
                </a:cubicBezTo>
                <a:cubicBezTo>
                  <a:pt x="351872" y="5169845"/>
                  <a:pt x="357827" y="5190690"/>
                  <a:pt x="360806" y="5220465"/>
                </a:cubicBezTo>
                <a:cubicBezTo>
                  <a:pt x="348896" y="5217487"/>
                  <a:pt x="334006" y="5187711"/>
                  <a:pt x="316141" y="5151980"/>
                </a:cubicBezTo>
                <a:cubicBezTo>
                  <a:pt x="298275" y="5116248"/>
                  <a:pt x="283389" y="5074562"/>
                  <a:pt x="268499" y="5044786"/>
                </a:cubicBezTo>
                <a:cubicBezTo>
                  <a:pt x="253613" y="5006079"/>
                  <a:pt x="280410" y="5113273"/>
                  <a:pt x="265523" y="5074562"/>
                </a:cubicBezTo>
                <a:lnTo>
                  <a:pt x="239617" y="4994260"/>
                </a:lnTo>
                <a:lnTo>
                  <a:pt x="220858" y="4997144"/>
                </a:lnTo>
                <a:cubicBezTo>
                  <a:pt x="211923" y="4973324"/>
                  <a:pt x="205968" y="4949503"/>
                  <a:pt x="200013" y="4928662"/>
                </a:cubicBezTo>
                <a:cubicBezTo>
                  <a:pt x="167261" y="4895906"/>
                  <a:pt x="143440" y="4827423"/>
                  <a:pt x="128551" y="4764892"/>
                </a:cubicBezTo>
                <a:cubicBezTo>
                  <a:pt x="113664" y="4702365"/>
                  <a:pt x="101754" y="4642812"/>
                  <a:pt x="83889" y="4618992"/>
                </a:cubicBezTo>
                <a:cubicBezTo>
                  <a:pt x="68999" y="4565395"/>
                  <a:pt x="68999" y="4508820"/>
                  <a:pt x="80909" y="4496909"/>
                </a:cubicBezTo>
                <a:cubicBezTo>
                  <a:pt x="74954" y="4449268"/>
                  <a:pt x="66023" y="4401626"/>
                  <a:pt x="60068" y="4353985"/>
                </a:cubicBezTo>
                <a:cubicBezTo>
                  <a:pt x="54113" y="4306343"/>
                  <a:pt x="51134" y="4258702"/>
                  <a:pt x="45178" y="4211060"/>
                </a:cubicBezTo>
                <a:cubicBezTo>
                  <a:pt x="33268" y="4175329"/>
                  <a:pt x="21357" y="4145553"/>
                  <a:pt x="12426" y="4106846"/>
                </a:cubicBezTo>
                <a:cubicBezTo>
                  <a:pt x="-5440" y="3904370"/>
                  <a:pt x="-8418" y="3669139"/>
                  <a:pt x="33268" y="3553014"/>
                </a:cubicBezTo>
                <a:cubicBezTo>
                  <a:pt x="36247" y="3502393"/>
                  <a:pt x="39223" y="3439865"/>
                  <a:pt x="54112" y="3410089"/>
                </a:cubicBezTo>
                <a:cubicBezTo>
                  <a:pt x="48157" y="3383289"/>
                  <a:pt x="42202" y="3359469"/>
                  <a:pt x="36247" y="3332672"/>
                </a:cubicBezTo>
                <a:cubicBezTo>
                  <a:pt x="42202" y="3282051"/>
                  <a:pt x="36247" y="3165927"/>
                  <a:pt x="71978" y="3118285"/>
                </a:cubicBezTo>
                <a:cubicBezTo>
                  <a:pt x="74954" y="3097440"/>
                  <a:pt x="77933" y="3082554"/>
                  <a:pt x="80909" y="3067664"/>
                </a:cubicBezTo>
                <a:cubicBezTo>
                  <a:pt x="86864" y="2993226"/>
                  <a:pt x="92820" y="2942606"/>
                  <a:pt x="104730" y="2894964"/>
                </a:cubicBezTo>
                <a:cubicBezTo>
                  <a:pt x="125575" y="2853278"/>
                  <a:pt x="152371" y="2784795"/>
                  <a:pt x="167261" y="2769905"/>
                </a:cubicBezTo>
                <a:cubicBezTo>
                  <a:pt x="182147" y="2802660"/>
                  <a:pt x="146416" y="2886033"/>
                  <a:pt x="152372" y="2939630"/>
                </a:cubicBezTo>
                <a:lnTo>
                  <a:pt x="167255" y="2910538"/>
                </a:lnTo>
                <a:lnTo>
                  <a:pt x="176192" y="2840995"/>
                </a:lnTo>
                <a:cubicBezTo>
                  <a:pt x="182148" y="2809356"/>
                  <a:pt x="186615" y="2780328"/>
                  <a:pt x="179172" y="2763950"/>
                </a:cubicBezTo>
                <a:cubicBezTo>
                  <a:pt x="188103" y="2728219"/>
                  <a:pt x="197037" y="2701419"/>
                  <a:pt x="205968" y="2665688"/>
                </a:cubicBezTo>
                <a:cubicBezTo>
                  <a:pt x="220858" y="2618046"/>
                  <a:pt x="232768" y="2567429"/>
                  <a:pt x="247655" y="2516808"/>
                </a:cubicBezTo>
                <a:cubicBezTo>
                  <a:pt x="262544" y="2466191"/>
                  <a:pt x="280409" y="2415570"/>
                  <a:pt x="298275" y="2364953"/>
                </a:cubicBezTo>
                <a:lnTo>
                  <a:pt x="302067" y="2360685"/>
                </a:lnTo>
                <a:lnTo>
                  <a:pt x="325075" y="2239894"/>
                </a:lnTo>
                <a:cubicBezTo>
                  <a:pt x="336985" y="2216073"/>
                  <a:pt x="348896" y="2183318"/>
                  <a:pt x="357827" y="2153542"/>
                </a:cubicBezTo>
                <a:cubicBezTo>
                  <a:pt x="369738" y="2123766"/>
                  <a:pt x="384627" y="2099945"/>
                  <a:pt x="396537" y="2082080"/>
                </a:cubicBezTo>
                <a:cubicBezTo>
                  <a:pt x="423334" y="2031462"/>
                  <a:pt x="444179" y="1980841"/>
                  <a:pt x="473955" y="1933200"/>
                </a:cubicBezTo>
                <a:cubicBezTo>
                  <a:pt x="494796" y="1885558"/>
                  <a:pt x="515641" y="1846851"/>
                  <a:pt x="536483" y="1799210"/>
                </a:cubicBezTo>
                <a:cubicBezTo>
                  <a:pt x="539462" y="1757523"/>
                  <a:pt x="599013" y="1680106"/>
                  <a:pt x="625810" y="1626509"/>
                </a:cubicBezTo>
                <a:cubicBezTo>
                  <a:pt x="640700" y="1608644"/>
                  <a:pt x="658565" y="1590778"/>
                  <a:pt x="691317" y="1552068"/>
                </a:cubicBezTo>
                <a:cubicBezTo>
                  <a:pt x="712162" y="1507406"/>
                  <a:pt x="730028" y="1474651"/>
                  <a:pt x="744914" y="1447854"/>
                </a:cubicBezTo>
                <a:cubicBezTo>
                  <a:pt x="759804" y="1421054"/>
                  <a:pt x="774690" y="1403188"/>
                  <a:pt x="789580" y="1382347"/>
                </a:cubicBezTo>
                <a:cubicBezTo>
                  <a:pt x="807445" y="1364481"/>
                  <a:pt x="834242" y="1334705"/>
                  <a:pt x="837221" y="1358526"/>
                </a:cubicBezTo>
                <a:cubicBezTo>
                  <a:pt x="840197" y="1355547"/>
                  <a:pt x="846152" y="1346616"/>
                  <a:pt x="849132" y="1340660"/>
                </a:cubicBezTo>
                <a:cubicBezTo>
                  <a:pt x="864018" y="1307905"/>
                  <a:pt x="878907" y="1278129"/>
                  <a:pt x="896773" y="1245378"/>
                </a:cubicBezTo>
                <a:cubicBezTo>
                  <a:pt x="904217" y="1237189"/>
                  <a:pt x="912033" y="1227511"/>
                  <a:pt x="919989" y="1217322"/>
                </a:cubicBezTo>
                <a:close/>
              </a:path>
            </a:pathLst>
          </a:custGeom>
          <a:solidFill>
            <a:schemeClr val="bg1">
              <a:alpha val="46000"/>
            </a:schemeClr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lvl="0" rtl="0"/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18758024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16CA0-919D-4A49-9C8A-62FDFB3A5183}" type="datetimeFigureOut">
              <a:rPr lang="en-US" dirty="0"/>
              <a:t>7/15/2026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ru-RU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 rtl="0"/>
            <a:fld id="{B67B645E-C5E5-4727-B977-D372A0AA71D9}" type="slidenum">
              <a:rPr lang="ru-RU" noProof="0" smtClean="0"/>
              <a:pPr algn="ctr"/>
              <a:t>‹#›</a:t>
            </a:fld>
            <a:endParaRPr lang="ru-RU" noProof="0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Полилиния: Фигура 11">
            <a:extLst>
              <a:ext uri="{FF2B5EF4-FFF2-40B4-BE49-F238E27FC236}">
                <a16:creationId xmlns:a16="http://schemas.microsoft.com/office/drawing/2014/main" id="{A8EDAC6F-6E13-4FA6-876A-5648C81B1943}"/>
              </a:ext>
            </a:extLst>
          </p:cNvPr>
          <p:cNvSpPr/>
          <p:nvPr userDrawn="1"/>
        </p:nvSpPr>
        <p:spPr>
          <a:xfrm rot="10800000">
            <a:off x="2289031" y="4124464"/>
            <a:ext cx="6004835" cy="2733536"/>
          </a:xfrm>
          <a:custGeom>
            <a:avLst/>
            <a:gdLst>
              <a:gd name="connsiteX0" fmla="*/ 5889866 w 6004835"/>
              <a:gd name="connsiteY0" fmla="*/ 308613 h 2733536"/>
              <a:gd name="connsiteX1" fmla="*/ 5902881 w 6004835"/>
              <a:gd name="connsiteY1" fmla="*/ 299937 h 2733536"/>
              <a:gd name="connsiteX2" fmla="*/ 5903209 w 6004835"/>
              <a:gd name="connsiteY2" fmla="*/ 298272 h 2733536"/>
              <a:gd name="connsiteX3" fmla="*/ 5894204 w 6004835"/>
              <a:gd name="connsiteY3" fmla="*/ 304275 h 2733536"/>
              <a:gd name="connsiteX4" fmla="*/ 5872512 w 6004835"/>
              <a:gd name="connsiteY4" fmla="*/ 284751 h 2733536"/>
              <a:gd name="connsiteX5" fmla="*/ 5864801 w 6004835"/>
              <a:gd name="connsiteY5" fmla="*/ 275498 h 2733536"/>
              <a:gd name="connsiteX6" fmla="*/ 5864022 w 6004835"/>
              <a:gd name="connsiteY6" fmla="*/ 279335 h 2733536"/>
              <a:gd name="connsiteX7" fmla="*/ 5870342 w 6004835"/>
              <a:gd name="connsiteY7" fmla="*/ 286921 h 2733536"/>
              <a:gd name="connsiteX8" fmla="*/ 5889866 w 6004835"/>
              <a:gd name="connsiteY8" fmla="*/ 308613 h 2733536"/>
              <a:gd name="connsiteX9" fmla="*/ 5848652 w 6004835"/>
              <a:gd name="connsiteY9" fmla="*/ 620980 h 2733536"/>
              <a:gd name="connsiteX10" fmla="*/ 5852991 w 6004835"/>
              <a:gd name="connsiteY10" fmla="*/ 607965 h 2733536"/>
              <a:gd name="connsiteX11" fmla="*/ 5861668 w 6004835"/>
              <a:gd name="connsiteY11" fmla="*/ 516858 h 2733536"/>
              <a:gd name="connsiteX12" fmla="*/ 5894204 w 6004835"/>
              <a:gd name="connsiteY12" fmla="*/ 421412 h 2733536"/>
              <a:gd name="connsiteX13" fmla="*/ 5920235 w 6004835"/>
              <a:gd name="connsiteY13" fmla="*/ 406229 h 2733536"/>
              <a:gd name="connsiteX14" fmla="*/ 5920235 w 6004835"/>
              <a:gd name="connsiteY14" fmla="*/ 406227 h 2733536"/>
              <a:gd name="connsiteX15" fmla="*/ 5948436 w 6004835"/>
              <a:gd name="connsiteY15" fmla="*/ 241367 h 2733536"/>
              <a:gd name="connsiteX16" fmla="*/ 5963619 w 6004835"/>
              <a:gd name="connsiteY16" fmla="*/ 163275 h 2733536"/>
              <a:gd name="connsiteX17" fmla="*/ 5976634 w 6004835"/>
              <a:gd name="connsiteY17" fmla="*/ 83015 h 2733536"/>
              <a:gd name="connsiteX18" fmla="*/ 5987481 w 6004835"/>
              <a:gd name="connsiteY18" fmla="*/ 7092 h 2733536"/>
              <a:gd name="connsiteX19" fmla="*/ 5987911 w 6004835"/>
              <a:gd name="connsiteY19" fmla="*/ 0 h 2733536"/>
              <a:gd name="connsiteX20" fmla="*/ 6004835 w 6004835"/>
              <a:gd name="connsiteY20" fmla="*/ 0 h 2733536"/>
              <a:gd name="connsiteX21" fmla="*/ 6004835 w 6004835"/>
              <a:gd name="connsiteY21" fmla="*/ 18481 h 2733536"/>
              <a:gd name="connsiteX22" fmla="*/ 5998327 w 6004835"/>
              <a:gd name="connsiteY22" fmla="*/ 80845 h 2733536"/>
              <a:gd name="connsiteX23" fmla="*/ 5991820 w 6004835"/>
              <a:gd name="connsiteY23" fmla="*/ 145921 h 2733536"/>
              <a:gd name="connsiteX24" fmla="*/ 5972296 w 6004835"/>
              <a:gd name="connsiteY24" fmla="*/ 241367 h 2733536"/>
              <a:gd name="connsiteX25" fmla="*/ 5965789 w 6004835"/>
              <a:gd name="connsiteY25" fmla="*/ 321629 h 2733536"/>
              <a:gd name="connsiteX26" fmla="*/ 5933250 w 6004835"/>
              <a:gd name="connsiteY26" fmla="*/ 469135 h 2733536"/>
              <a:gd name="connsiteX27" fmla="*/ 5902881 w 6004835"/>
              <a:gd name="connsiteY27" fmla="*/ 597118 h 2733536"/>
              <a:gd name="connsiteX28" fmla="*/ 5848652 w 6004835"/>
              <a:gd name="connsiteY28" fmla="*/ 620980 h 2733536"/>
              <a:gd name="connsiteX29" fmla="*/ 239070 w 6004835"/>
              <a:gd name="connsiteY29" fmla="*/ 761980 h 2733536"/>
              <a:gd name="connsiteX30" fmla="*/ 206531 w 6004835"/>
              <a:gd name="connsiteY30" fmla="*/ 712087 h 2733536"/>
              <a:gd name="connsiteX31" fmla="*/ 171823 w 6004835"/>
              <a:gd name="connsiteY31" fmla="*/ 633995 h 2733536"/>
              <a:gd name="connsiteX32" fmla="*/ 169655 w 6004835"/>
              <a:gd name="connsiteY32" fmla="*/ 655687 h 2733536"/>
              <a:gd name="connsiteX33" fmla="*/ 150782 w 6004835"/>
              <a:gd name="connsiteY33" fmla="*/ 597186 h 2733536"/>
              <a:gd name="connsiteX34" fmla="*/ 137116 w 6004835"/>
              <a:gd name="connsiteY34" fmla="*/ 599288 h 2733536"/>
              <a:gd name="connsiteX35" fmla="*/ 121930 w 6004835"/>
              <a:gd name="connsiteY35" fmla="*/ 549397 h 2733536"/>
              <a:gd name="connsiteX36" fmla="*/ 69869 w 6004835"/>
              <a:gd name="connsiteY36" fmla="*/ 430089 h 2733536"/>
              <a:gd name="connsiteX37" fmla="*/ 37332 w 6004835"/>
              <a:gd name="connsiteY37" fmla="*/ 323799 h 2733536"/>
              <a:gd name="connsiteX38" fmla="*/ 35162 w 6004835"/>
              <a:gd name="connsiteY38" fmla="*/ 234860 h 2733536"/>
              <a:gd name="connsiteX39" fmla="*/ 19978 w 6004835"/>
              <a:gd name="connsiteY39" fmla="*/ 130738 h 2733536"/>
              <a:gd name="connsiteX40" fmla="*/ 9131 w 6004835"/>
              <a:gd name="connsiteY40" fmla="*/ 26616 h 2733536"/>
              <a:gd name="connsiteX41" fmla="*/ 0 w 6004835"/>
              <a:gd name="connsiteY41" fmla="*/ 0 h 2733536"/>
              <a:gd name="connsiteX42" fmla="*/ 34839 w 6004835"/>
              <a:gd name="connsiteY42" fmla="*/ 0 h 2733536"/>
              <a:gd name="connsiteX43" fmla="*/ 61192 w 6004835"/>
              <a:gd name="connsiteY43" fmla="*/ 115555 h 2733536"/>
              <a:gd name="connsiteX44" fmla="*/ 76378 w 6004835"/>
              <a:gd name="connsiteY44" fmla="*/ 217507 h 2733536"/>
              <a:gd name="connsiteX45" fmla="*/ 108915 w 6004835"/>
              <a:gd name="connsiteY45" fmla="*/ 321629 h 2733536"/>
              <a:gd name="connsiteX46" fmla="*/ 160163 w 6004835"/>
              <a:gd name="connsiteY46" fmla="*/ 545532 h 2733536"/>
              <a:gd name="connsiteX47" fmla="*/ 164636 w 6004835"/>
              <a:gd name="connsiteY47" fmla="*/ 588443 h 2733536"/>
              <a:gd name="connsiteX48" fmla="*/ 173993 w 6004835"/>
              <a:gd name="connsiteY48" fmla="*/ 588443 h 2733536"/>
              <a:gd name="connsiteX49" fmla="*/ 221716 w 6004835"/>
              <a:gd name="connsiteY49" fmla="*/ 703410 h 2733536"/>
              <a:gd name="connsiteX50" fmla="*/ 239070 w 6004835"/>
              <a:gd name="connsiteY50" fmla="*/ 761980 h 2733536"/>
              <a:gd name="connsiteX51" fmla="*/ 5524471 w 6004835"/>
              <a:gd name="connsiteY51" fmla="*/ 900866 h 2733536"/>
              <a:gd name="connsiteX52" fmla="*/ 5577500 w 6004835"/>
              <a:gd name="connsiteY52" fmla="*/ 807532 h 2733536"/>
              <a:gd name="connsiteX53" fmla="*/ 5578092 w 6004835"/>
              <a:gd name="connsiteY53" fmla="*/ 805972 h 2733536"/>
              <a:gd name="connsiteX54" fmla="*/ 5525438 w 6004835"/>
              <a:gd name="connsiteY54" fmla="*/ 898639 h 2733536"/>
              <a:gd name="connsiteX55" fmla="*/ 5544962 w 6004835"/>
              <a:gd name="connsiteY55" fmla="*/ 1319466 h 2733536"/>
              <a:gd name="connsiteX56" fmla="*/ 5575331 w 6004835"/>
              <a:gd name="connsiteY56" fmla="*/ 1258728 h 2733536"/>
              <a:gd name="connsiteX57" fmla="*/ 5601362 w 6004835"/>
              <a:gd name="connsiteY57" fmla="*/ 1197991 h 2733536"/>
              <a:gd name="connsiteX58" fmla="*/ 5620883 w 6004835"/>
              <a:gd name="connsiteY58" fmla="*/ 1165453 h 2733536"/>
              <a:gd name="connsiteX59" fmla="*/ 5646914 w 6004835"/>
              <a:gd name="connsiteY59" fmla="*/ 1122069 h 2733536"/>
              <a:gd name="connsiteX60" fmla="*/ 5670776 w 6004835"/>
              <a:gd name="connsiteY60" fmla="*/ 1078685 h 2733536"/>
              <a:gd name="connsiteX61" fmla="*/ 5718499 w 6004835"/>
              <a:gd name="connsiteY61" fmla="*/ 991917 h 2733536"/>
              <a:gd name="connsiteX62" fmla="*/ 5690298 w 6004835"/>
              <a:gd name="connsiteY62" fmla="*/ 1076515 h 2733536"/>
              <a:gd name="connsiteX63" fmla="*/ 5640407 w 6004835"/>
              <a:gd name="connsiteY63" fmla="*/ 1167622 h 2733536"/>
              <a:gd name="connsiteX64" fmla="*/ 5590514 w 6004835"/>
              <a:gd name="connsiteY64" fmla="*/ 1260899 h 2733536"/>
              <a:gd name="connsiteX65" fmla="*/ 5544962 w 6004835"/>
              <a:gd name="connsiteY65" fmla="*/ 1319466 h 2733536"/>
              <a:gd name="connsiteX66" fmla="*/ 5491969 w 6004835"/>
              <a:gd name="connsiteY66" fmla="*/ 1350769 h 2733536"/>
              <a:gd name="connsiteX67" fmla="*/ 5516761 w 6004835"/>
              <a:gd name="connsiteY67" fmla="*/ 1293436 h 2733536"/>
              <a:gd name="connsiteX68" fmla="*/ 5515661 w 6004835"/>
              <a:gd name="connsiteY68" fmla="*/ 1293907 h 2733536"/>
              <a:gd name="connsiteX69" fmla="*/ 5194333 w 6004835"/>
              <a:gd name="connsiteY69" fmla="*/ 1461874 h 2733536"/>
              <a:gd name="connsiteX70" fmla="*/ 5200056 w 6004835"/>
              <a:gd name="connsiteY70" fmla="*/ 1458296 h 2733536"/>
              <a:gd name="connsiteX71" fmla="*/ 5252117 w 6004835"/>
              <a:gd name="connsiteY71" fmla="*/ 1386713 h 2733536"/>
              <a:gd name="connsiteX72" fmla="*/ 5310687 w 6004835"/>
              <a:gd name="connsiteY72" fmla="*/ 1297774 h 2733536"/>
              <a:gd name="connsiteX73" fmla="*/ 5377932 w 6004835"/>
              <a:gd name="connsiteY73" fmla="*/ 1208838 h 2733536"/>
              <a:gd name="connsiteX74" fmla="*/ 5406132 w 6004835"/>
              <a:gd name="connsiteY74" fmla="*/ 1161115 h 2733536"/>
              <a:gd name="connsiteX75" fmla="*/ 5434331 w 6004835"/>
              <a:gd name="connsiteY75" fmla="*/ 1109054 h 2733536"/>
              <a:gd name="connsiteX76" fmla="*/ 5442366 w 6004835"/>
              <a:gd name="connsiteY76" fmla="*/ 1096242 h 2733536"/>
              <a:gd name="connsiteX77" fmla="*/ 5485295 w 6004835"/>
              <a:gd name="connsiteY77" fmla="*/ 1034233 h 2733536"/>
              <a:gd name="connsiteX78" fmla="*/ 5492901 w 6004835"/>
              <a:gd name="connsiteY78" fmla="*/ 1024454 h 2733536"/>
              <a:gd name="connsiteX79" fmla="*/ 5493987 w 6004835"/>
              <a:gd name="connsiteY79" fmla="*/ 1021677 h 2733536"/>
              <a:gd name="connsiteX80" fmla="*/ 5485295 w 6004835"/>
              <a:gd name="connsiteY80" fmla="*/ 1034233 h 2733536"/>
              <a:gd name="connsiteX81" fmla="*/ 5464430 w 6004835"/>
              <a:gd name="connsiteY81" fmla="*/ 1061060 h 2733536"/>
              <a:gd name="connsiteX82" fmla="*/ 5442366 w 6004835"/>
              <a:gd name="connsiteY82" fmla="*/ 1096242 h 2733536"/>
              <a:gd name="connsiteX83" fmla="*/ 5436501 w 6004835"/>
              <a:gd name="connsiteY83" fmla="*/ 1104713 h 2733536"/>
              <a:gd name="connsiteX84" fmla="*/ 5408301 w 6004835"/>
              <a:gd name="connsiteY84" fmla="*/ 1156774 h 2733536"/>
              <a:gd name="connsiteX85" fmla="*/ 5380102 w 6004835"/>
              <a:gd name="connsiteY85" fmla="*/ 1204497 h 2733536"/>
              <a:gd name="connsiteX86" fmla="*/ 5312856 w 6004835"/>
              <a:gd name="connsiteY86" fmla="*/ 1293436 h 2733536"/>
              <a:gd name="connsiteX87" fmla="*/ 5254288 w 6004835"/>
              <a:gd name="connsiteY87" fmla="*/ 1382372 h 2733536"/>
              <a:gd name="connsiteX88" fmla="*/ 5202227 w 6004835"/>
              <a:gd name="connsiteY88" fmla="*/ 1453958 h 2733536"/>
              <a:gd name="connsiteX89" fmla="*/ 5197886 w 6004835"/>
              <a:gd name="connsiteY89" fmla="*/ 1456611 h 2733536"/>
              <a:gd name="connsiteX90" fmla="*/ 1063152 w 6004835"/>
              <a:gd name="connsiteY90" fmla="*/ 1693288 h 2733536"/>
              <a:gd name="connsiteX91" fmla="*/ 1063368 w 6004835"/>
              <a:gd name="connsiteY91" fmla="*/ 1692571 h 2733536"/>
              <a:gd name="connsiteX92" fmla="*/ 1058857 w 6004835"/>
              <a:gd name="connsiteY92" fmla="*/ 1688057 h 2733536"/>
              <a:gd name="connsiteX93" fmla="*/ 4881181 w 6004835"/>
              <a:gd name="connsiteY93" fmla="*/ 1831400 h 2733536"/>
              <a:gd name="connsiteX94" fmla="*/ 4883666 w 6004835"/>
              <a:gd name="connsiteY94" fmla="*/ 1830829 h 2733536"/>
              <a:gd name="connsiteX95" fmla="*/ 4922398 w 6004835"/>
              <a:gd name="connsiteY95" fmla="*/ 1788016 h 2733536"/>
              <a:gd name="connsiteX96" fmla="*/ 4957104 w 6004835"/>
              <a:gd name="connsiteY96" fmla="*/ 1748970 h 2733536"/>
              <a:gd name="connsiteX97" fmla="*/ 4958733 w 6004835"/>
              <a:gd name="connsiteY97" fmla="*/ 1736905 h 2733536"/>
              <a:gd name="connsiteX98" fmla="*/ 4958540 w 6004835"/>
              <a:gd name="connsiteY98" fmla="*/ 1736973 h 2733536"/>
              <a:gd name="connsiteX99" fmla="*/ 4957104 w 6004835"/>
              <a:gd name="connsiteY99" fmla="*/ 1746802 h 2733536"/>
              <a:gd name="connsiteX100" fmla="*/ 4922398 w 6004835"/>
              <a:gd name="connsiteY100" fmla="*/ 1785848 h 2733536"/>
              <a:gd name="connsiteX101" fmla="*/ 4881181 w 6004835"/>
              <a:gd name="connsiteY101" fmla="*/ 1831400 h 2733536"/>
              <a:gd name="connsiteX102" fmla="*/ 928761 w 6004835"/>
              <a:gd name="connsiteY102" fmla="*/ 1833430 h 2733536"/>
              <a:gd name="connsiteX103" fmla="*/ 863801 w 6004835"/>
              <a:gd name="connsiteY103" fmla="*/ 1755477 h 2733536"/>
              <a:gd name="connsiteX104" fmla="*/ 846834 w 6004835"/>
              <a:gd name="connsiteY104" fmla="*/ 1736969 h 2733536"/>
              <a:gd name="connsiteX105" fmla="*/ 4790074 w 6004835"/>
              <a:gd name="connsiteY105" fmla="*/ 1857431 h 2733536"/>
              <a:gd name="connsiteX106" fmla="*/ 4798856 w 6004835"/>
              <a:gd name="connsiteY106" fmla="*/ 1851810 h 2733536"/>
              <a:gd name="connsiteX107" fmla="*/ 4805146 w 6004835"/>
              <a:gd name="connsiteY107" fmla="*/ 1846231 h 2733536"/>
              <a:gd name="connsiteX108" fmla="*/ 4792338 w 6004835"/>
              <a:gd name="connsiteY108" fmla="*/ 1855078 h 2733536"/>
              <a:gd name="connsiteX109" fmla="*/ 4760985 w 6004835"/>
              <a:gd name="connsiteY109" fmla="*/ 1880234 h 2733536"/>
              <a:gd name="connsiteX110" fmla="*/ 4761875 w 6004835"/>
              <a:gd name="connsiteY110" fmla="*/ 1879123 h 2733536"/>
              <a:gd name="connsiteX111" fmla="*/ 4758282 w 6004835"/>
              <a:gd name="connsiteY111" fmla="*/ 1878611 h 2733536"/>
              <a:gd name="connsiteX112" fmla="*/ 4757537 w 6004835"/>
              <a:gd name="connsiteY112" fmla="*/ 1879123 h 2733536"/>
              <a:gd name="connsiteX113" fmla="*/ 4757537 w 6004835"/>
              <a:gd name="connsiteY113" fmla="*/ 1879743 h 2733536"/>
              <a:gd name="connsiteX114" fmla="*/ 1035001 w 6004835"/>
              <a:gd name="connsiteY114" fmla="*/ 1943735 h 2733536"/>
              <a:gd name="connsiteX115" fmla="*/ 1023953 w 6004835"/>
              <a:gd name="connsiteY115" fmla="*/ 1935238 h 2733536"/>
              <a:gd name="connsiteX116" fmla="*/ 1032188 w 6004835"/>
              <a:gd name="connsiteY116" fmla="*/ 1942302 h 2733536"/>
              <a:gd name="connsiteX117" fmla="*/ 4766902 w 6004835"/>
              <a:gd name="connsiteY117" fmla="*/ 1960050 h 2733536"/>
              <a:gd name="connsiteX118" fmla="*/ 4774891 w 6004835"/>
              <a:gd name="connsiteY118" fmla="*/ 1959385 h 2733536"/>
              <a:gd name="connsiteX119" fmla="*/ 4831290 w 6004835"/>
              <a:gd name="connsiteY119" fmla="*/ 1918169 h 2733536"/>
              <a:gd name="connsiteX120" fmla="*/ 4885522 w 6004835"/>
              <a:gd name="connsiteY120" fmla="*/ 1874785 h 2733536"/>
              <a:gd name="connsiteX121" fmla="*/ 4952766 w 6004835"/>
              <a:gd name="connsiteY121" fmla="*/ 1827062 h 2733536"/>
              <a:gd name="connsiteX122" fmla="*/ 5015674 w 6004835"/>
              <a:gd name="connsiteY122" fmla="*/ 1761986 h 2733536"/>
              <a:gd name="connsiteX123" fmla="*/ 5013504 w 6004835"/>
              <a:gd name="connsiteY123" fmla="*/ 1753309 h 2733536"/>
              <a:gd name="connsiteX124" fmla="*/ 5074242 w 6004835"/>
              <a:gd name="connsiteY124" fmla="*/ 1686064 h 2733536"/>
              <a:gd name="connsiteX125" fmla="*/ 5111120 w 6004835"/>
              <a:gd name="connsiteY125" fmla="*/ 1655695 h 2733536"/>
              <a:gd name="connsiteX126" fmla="*/ 5134980 w 6004835"/>
              <a:gd name="connsiteY126" fmla="*/ 1625326 h 2733536"/>
              <a:gd name="connsiteX127" fmla="*/ 5156672 w 6004835"/>
              <a:gd name="connsiteY127" fmla="*/ 1594957 h 2733536"/>
              <a:gd name="connsiteX128" fmla="*/ 5219580 w 6004835"/>
              <a:gd name="connsiteY128" fmla="*/ 1521204 h 2733536"/>
              <a:gd name="connsiteX129" fmla="*/ 5278148 w 6004835"/>
              <a:gd name="connsiteY129" fmla="*/ 1445281 h 2733536"/>
              <a:gd name="connsiteX130" fmla="*/ 5367087 w 6004835"/>
              <a:gd name="connsiteY130" fmla="*/ 1310790 h 2733536"/>
              <a:gd name="connsiteX131" fmla="*/ 5447346 w 6004835"/>
              <a:gd name="connsiteY131" fmla="*/ 1174130 h 2733536"/>
              <a:gd name="connsiteX132" fmla="*/ 5510255 w 6004835"/>
              <a:gd name="connsiteY132" fmla="*/ 1072176 h 2733536"/>
              <a:gd name="connsiteX133" fmla="*/ 5568822 w 6004835"/>
              <a:gd name="connsiteY133" fmla="*/ 968054 h 2733536"/>
              <a:gd name="connsiteX134" fmla="*/ 5590514 w 6004835"/>
              <a:gd name="connsiteY134" fmla="*/ 929008 h 2733536"/>
              <a:gd name="connsiteX135" fmla="*/ 5607868 w 6004835"/>
              <a:gd name="connsiteY135" fmla="*/ 892133 h 2733536"/>
              <a:gd name="connsiteX136" fmla="*/ 5636069 w 6004835"/>
              <a:gd name="connsiteY136" fmla="*/ 822718 h 2733536"/>
              <a:gd name="connsiteX137" fmla="*/ 5696807 w 6004835"/>
              <a:gd name="connsiteY137" fmla="*/ 690395 h 2733536"/>
              <a:gd name="connsiteX138" fmla="*/ 5720667 w 6004835"/>
              <a:gd name="connsiteY138" fmla="*/ 601458 h 2733536"/>
              <a:gd name="connsiteX139" fmla="*/ 5779237 w 6004835"/>
              <a:gd name="connsiteY139" fmla="*/ 423583 h 2733536"/>
              <a:gd name="connsiteX140" fmla="*/ 5805267 w 6004835"/>
              <a:gd name="connsiteY140" fmla="*/ 284753 h 2733536"/>
              <a:gd name="connsiteX141" fmla="*/ 5839975 w 6004835"/>
              <a:gd name="connsiteY141" fmla="*/ 117723 h 2733536"/>
              <a:gd name="connsiteX142" fmla="*/ 5847800 w 6004835"/>
              <a:gd name="connsiteY142" fmla="*/ 88383 h 2733536"/>
              <a:gd name="connsiteX143" fmla="*/ 5842143 w 6004835"/>
              <a:gd name="connsiteY143" fmla="*/ 87354 h 2733536"/>
              <a:gd name="connsiteX144" fmla="*/ 5844311 w 6004835"/>
              <a:gd name="connsiteY144" fmla="*/ 33125 h 2733536"/>
              <a:gd name="connsiteX145" fmla="*/ 5845466 w 6004835"/>
              <a:gd name="connsiteY145" fmla="*/ 29082 h 2733536"/>
              <a:gd name="connsiteX146" fmla="*/ 5843951 w 6004835"/>
              <a:gd name="connsiteY146" fmla="*/ 29167 h 2733536"/>
              <a:gd name="connsiteX147" fmla="*/ 5841207 w 6004835"/>
              <a:gd name="connsiteY147" fmla="*/ 29319 h 2733536"/>
              <a:gd name="connsiteX148" fmla="*/ 5842143 w 6004835"/>
              <a:gd name="connsiteY148" fmla="*/ 39631 h 2733536"/>
              <a:gd name="connsiteX149" fmla="*/ 5839975 w 6004835"/>
              <a:gd name="connsiteY149" fmla="*/ 93863 h 2733536"/>
              <a:gd name="connsiteX150" fmla="*/ 5831299 w 6004835"/>
              <a:gd name="connsiteY150" fmla="*/ 126400 h 2733536"/>
              <a:gd name="connsiteX151" fmla="*/ 5779237 w 6004835"/>
              <a:gd name="connsiteY151" fmla="*/ 208830 h 2733536"/>
              <a:gd name="connsiteX152" fmla="*/ 5766222 w 6004835"/>
              <a:gd name="connsiteY152" fmla="*/ 280415 h 2733536"/>
              <a:gd name="connsiteX153" fmla="*/ 5753207 w 6004835"/>
              <a:gd name="connsiteY153" fmla="*/ 304275 h 2733536"/>
              <a:gd name="connsiteX154" fmla="*/ 5731514 w 6004835"/>
              <a:gd name="connsiteY154" fmla="*/ 408397 h 2733536"/>
              <a:gd name="connsiteX155" fmla="*/ 5707652 w 6004835"/>
              <a:gd name="connsiteY155" fmla="*/ 490827 h 2733536"/>
              <a:gd name="connsiteX156" fmla="*/ 5681621 w 6004835"/>
              <a:gd name="connsiteY156" fmla="*/ 571089 h 2733536"/>
              <a:gd name="connsiteX157" fmla="*/ 5666438 w 6004835"/>
              <a:gd name="connsiteY157" fmla="*/ 633995 h 2733536"/>
              <a:gd name="connsiteX158" fmla="*/ 5649084 w 6004835"/>
              <a:gd name="connsiteY158" fmla="*/ 699072 h 2733536"/>
              <a:gd name="connsiteX159" fmla="*/ 5662924 w 6004835"/>
              <a:gd name="connsiteY159" fmla="*/ 677546 h 2733536"/>
              <a:gd name="connsiteX160" fmla="*/ 5675115 w 6004835"/>
              <a:gd name="connsiteY160" fmla="*/ 631825 h 2733536"/>
              <a:gd name="connsiteX161" fmla="*/ 5685960 w 6004835"/>
              <a:gd name="connsiteY161" fmla="*/ 566749 h 2733536"/>
              <a:gd name="connsiteX162" fmla="*/ 5711990 w 6004835"/>
              <a:gd name="connsiteY162" fmla="*/ 486489 h 2733536"/>
              <a:gd name="connsiteX163" fmla="*/ 5735853 w 6004835"/>
              <a:gd name="connsiteY163" fmla="*/ 404059 h 2733536"/>
              <a:gd name="connsiteX164" fmla="*/ 5757545 w 6004835"/>
              <a:gd name="connsiteY164" fmla="*/ 299937 h 2733536"/>
              <a:gd name="connsiteX165" fmla="*/ 5770560 w 6004835"/>
              <a:gd name="connsiteY165" fmla="*/ 276074 h 2733536"/>
              <a:gd name="connsiteX166" fmla="*/ 5783576 w 6004835"/>
              <a:gd name="connsiteY166" fmla="*/ 204491 h 2733536"/>
              <a:gd name="connsiteX167" fmla="*/ 5835636 w 6004835"/>
              <a:gd name="connsiteY167" fmla="*/ 122061 h 2733536"/>
              <a:gd name="connsiteX168" fmla="*/ 5800929 w 6004835"/>
              <a:gd name="connsiteY168" fmla="*/ 289089 h 2733536"/>
              <a:gd name="connsiteX169" fmla="*/ 5774899 w 6004835"/>
              <a:gd name="connsiteY169" fmla="*/ 427919 h 2733536"/>
              <a:gd name="connsiteX170" fmla="*/ 5716329 w 6004835"/>
              <a:gd name="connsiteY170" fmla="*/ 605794 h 2733536"/>
              <a:gd name="connsiteX171" fmla="*/ 5704744 w 6004835"/>
              <a:gd name="connsiteY171" fmla="*/ 623818 h 2733536"/>
              <a:gd name="connsiteX172" fmla="*/ 5699791 w 6004835"/>
              <a:gd name="connsiteY172" fmla="*/ 650807 h 2733536"/>
              <a:gd name="connsiteX173" fmla="*/ 5683792 w 6004835"/>
              <a:gd name="connsiteY173" fmla="*/ 696904 h 2733536"/>
              <a:gd name="connsiteX174" fmla="*/ 5623054 w 6004835"/>
              <a:gd name="connsiteY174" fmla="*/ 829224 h 2733536"/>
              <a:gd name="connsiteX175" fmla="*/ 5594853 w 6004835"/>
              <a:gd name="connsiteY175" fmla="*/ 898639 h 2733536"/>
              <a:gd name="connsiteX176" fmla="*/ 5577500 w 6004835"/>
              <a:gd name="connsiteY176" fmla="*/ 935517 h 2733536"/>
              <a:gd name="connsiteX177" fmla="*/ 5555807 w 6004835"/>
              <a:gd name="connsiteY177" fmla="*/ 974563 h 2733536"/>
              <a:gd name="connsiteX178" fmla="*/ 5497239 w 6004835"/>
              <a:gd name="connsiteY178" fmla="*/ 1078685 h 2733536"/>
              <a:gd name="connsiteX179" fmla="*/ 5434331 w 6004835"/>
              <a:gd name="connsiteY179" fmla="*/ 1180637 h 2733536"/>
              <a:gd name="connsiteX180" fmla="*/ 5354071 w 6004835"/>
              <a:gd name="connsiteY180" fmla="*/ 1317298 h 2733536"/>
              <a:gd name="connsiteX181" fmla="*/ 5265133 w 6004835"/>
              <a:gd name="connsiteY181" fmla="*/ 1451789 h 2733536"/>
              <a:gd name="connsiteX182" fmla="*/ 5206565 w 6004835"/>
              <a:gd name="connsiteY182" fmla="*/ 1527711 h 2733536"/>
              <a:gd name="connsiteX183" fmla="*/ 5143657 w 6004835"/>
              <a:gd name="connsiteY183" fmla="*/ 1601464 h 2733536"/>
              <a:gd name="connsiteX184" fmla="*/ 5121965 w 6004835"/>
              <a:gd name="connsiteY184" fmla="*/ 1631833 h 2733536"/>
              <a:gd name="connsiteX185" fmla="*/ 5098105 w 6004835"/>
              <a:gd name="connsiteY185" fmla="*/ 1662202 h 2733536"/>
              <a:gd name="connsiteX186" fmla="*/ 5061227 w 6004835"/>
              <a:gd name="connsiteY186" fmla="*/ 1692571 h 2733536"/>
              <a:gd name="connsiteX187" fmla="*/ 5000915 w 6004835"/>
              <a:gd name="connsiteY187" fmla="*/ 1759348 h 2733536"/>
              <a:gd name="connsiteX188" fmla="*/ 5002657 w 6004835"/>
              <a:gd name="connsiteY188" fmla="*/ 1766324 h 2733536"/>
              <a:gd name="connsiteX189" fmla="*/ 4939751 w 6004835"/>
              <a:gd name="connsiteY189" fmla="*/ 1831400 h 2733536"/>
              <a:gd name="connsiteX190" fmla="*/ 4872505 w 6004835"/>
              <a:gd name="connsiteY190" fmla="*/ 1879123 h 2733536"/>
              <a:gd name="connsiteX191" fmla="*/ 4818275 w 6004835"/>
              <a:gd name="connsiteY191" fmla="*/ 1922507 h 2733536"/>
              <a:gd name="connsiteX192" fmla="*/ 1583173 w 6004835"/>
              <a:gd name="connsiteY192" fmla="*/ 2117115 h 2733536"/>
              <a:gd name="connsiteX193" fmla="*/ 1583979 w 6004835"/>
              <a:gd name="connsiteY193" fmla="*/ 2113398 h 2733536"/>
              <a:gd name="connsiteX194" fmla="*/ 1575826 w 6004835"/>
              <a:gd name="connsiteY194" fmla="*/ 2107629 h 2733536"/>
              <a:gd name="connsiteX195" fmla="*/ 1575847 w 6004835"/>
              <a:gd name="connsiteY195" fmla="*/ 2108247 h 2733536"/>
              <a:gd name="connsiteX196" fmla="*/ 1217383 w 6004835"/>
              <a:gd name="connsiteY196" fmla="*/ 2132920 h 2733536"/>
              <a:gd name="connsiteX197" fmla="*/ 1178338 w 6004835"/>
              <a:gd name="connsiteY197" fmla="*/ 2106889 h 2733536"/>
              <a:gd name="connsiteX198" fmla="*/ 1141462 w 6004835"/>
              <a:gd name="connsiteY198" fmla="*/ 2078691 h 2733536"/>
              <a:gd name="connsiteX199" fmla="*/ 1050355 w 6004835"/>
              <a:gd name="connsiteY199" fmla="*/ 2002767 h 2733536"/>
              <a:gd name="connsiteX200" fmla="*/ 965755 w 6004835"/>
              <a:gd name="connsiteY200" fmla="*/ 1926846 h 2733536"/>
              <a:gd name="connsiteX201" fmla="*/ 887663 w 6004835"/>
              <a:gd name="connsiteY201" fmla="*/ 1850922 h 2733536"/>
              <a:gd name="connsiteX202" fmla="*/ 850788 w 6004835"/>
              <a:gd name="connsiteY202" fmla="*/ 1814047 h 2733536"/>
              <a:gd name="connsiteX203" fmla="*/ 816080 w 6004835"/>
              <a:gd name="connsiteY203" fmla="*/ 1775001 h 2733536"/>
              <a:gd name="connsiteX204" fmla="*/ 829096 w 6004835"/>
              <a:gd name="connsiteY204" fmla="*/ 1757647 h 2733536"/>
              <a:gd name="connsiteX205" fmla="*/ 872480 w 6004835"/>
              <a:gd name="connsiteY205" fmla="*/ 1796693 h 2733536"/>
              <a:gd name="connsiteX206" fmla="*/ 920202 w 6004835"/>
              <a:gd name="connsiteY206" fmla="*/ 1833568 h 2733536"/>
              <a:gd name="connsiteX207" fmla="*/ 978770 w 6004835"/>
              <a:gd name="connsiteY207" fmla="*/ 1896477 h 2733536"/>
              <a:gd name="connsiteX208" fmla="*/ 983748 w 6004835"/>
              <a:gd name="connsiteY208" fmla="*/ 1900747 h 2733536"/>
              <a:gd name="connsiteX209" fmla="*/ 920202 w 6004835"/>
              <a:gd name="connsiteY209" fmla="*/ 1833568 h 2733536"/>
              <a:gd name="connsiteX210" fmla="*/ 874648 w 6004835"/>
              <a:gd name="connsiteY210" fmla="*/ 1796693 h 2733536"/>
              <a:gd name="connsiteX211" fmla="*/ 831264 w 6004835"/>
              <a:gd name="connsiteY211" fmla="*/ 1757647 h 2733536"/>
              <a:gd name="connsiteX212" fmla="*/ 783541 w 6004835"/>
              <a:gd name="connsiteY212" fmla="*/ 1699077 h 2733536"/>
              <a:gd name="connsiteX213" fmla="*/ 737989 w 6004835"/>
              <a:gd name="connsiteY213" fmla="*/ 1638339 h 2733536"/>
              <a:gd name="connsiteX214" fmla="*/ 794388 w 6004835"/>
              <a:gd name="connsiteY214" fmla="*/ 1675217 h 2733536"/>
              <a:gd name="connsiteX215" fmla="*/ 797157 w 6004835"/>
              <a:gd name="connsiteY215" fmla="*/ 1678478 h 2733536"/>
              <a:gd name="connsiteX216" fmla="*/ 822858 w 6004835"/>
              <a:gd name="connsiteY216" fmla="*/ 1684165 h 2733536"/>
              <a:gd name="connsiteX217" fmla="*/ 881154 w 6004835"/>
              <a:gd name="connsiteY217" fmla="*/ 1738123 h 2733536"/>
              <a:gd name="connsiteX218" fmla="*/ 961416 w 6004835"/>
              <a:gd name="connsiteY218" fmla="*/ 1803200 h 2733536"/>
              <a:gd name="connsiteX219" fmla="*/ 996124 w 6004835"/>
              <a:gd name="connsiteY219" fmla="*/ 1850922 h 2733536"/>
              <a:gd name="connsiteX220" fmla="*/ 1015645 w 6004835"/>
              <a:gd name="connsiteY220" fmla="*/ 1874785 h 2733536"/>
              <a:gd name="connsiteX221" fmla="*/ 1098076 w 6004835"/>
              <a:gd name="connsiteY221" fmla="*/ 1944199 h 2733536"/>
              <a:gd name="connsiteX222" fmla="*/ 1074215 w 6004835"/>
              <a:gd name="connsiteY222" fmla="*/ 1963721 h 2733536"/>
              <a:gd name="connsiteX223" fmla="*/ 997449 w 6004835"/>
              <a:gd name="connsiteY223" fmla="*/ 1878424 h 2733536"/>
              <a:gd name="connsiteX224" fmla="*/ 993956 w 6004835"/>
              <a:gd name="connsiteY224" fmla="*/ 1879123 h 2733536"/>
              <a:gd name="connsiteX225" fmla="*/ 1066602 w 6004835"/>
              <a:gd name="connsiteY225" fmla="*/ 1959841 h 2733536"/>
              <a:gd name="connsiteX226" fmla="*/ 1074215 w 6004835"/>
              <a:gd name="connsiteY226" fmla="*/ 1963721 h 2733536"/>
              <a:gd name="connsiteX227" fmla="*/ 1098078 w 6004835"/>
              <a:gd name="connsiteY227" fmla="*/ 1944199 h 2733536"/>
              <a:gd name="connsiteX228" fmla="*/ 1304152 w 6004835"/>
              <a:gd name="connsiteY228" fmla="*/ 2106889 h 2733536"/>
              <a:gd name="connsiteX229" fmla="*/ 1262938 w 6004835"/>
              <a:gd name="connsiteY229" fmla="*/ 2119904 h 2733536"/>
              <a:gd name="connsiteX230" fmla="*/ 1278121 w 6004835"/>
              <a:gd name="connsiteY230" fmla="*/ 2130752 h 2733536"/>
              <a:gd name="connsiteX231" fmla="*/ 1217383 w 6004835"/>
              <a:gd name="connsiteY231" fmla="*/ 2132920 h 2733536"/>
              <a:gd name="connsiteX232" fmla="*/ 1495043 w 6004835"/>
              <a:gd name="connsiteY232" fmla="*/ 2280428 h 2733536"/>
              <a:gd name="connsiteX233" fmla="*/ 1425628 w 6004835"/>
              <a:gd name="connsiteY233" fmla="*/ 2243551 h 2733536"/>
              <a:gd name="connsiteX234" fmla="*/ 1373567 w 6004835"/>
              <a:gd name="connsiteY234" fmla="*/ 2211014 h 2733536"/>
              <a:gd name="connsiteX235" fmla="*/ 1317167 w 6004835"/>
              <a:gd name="connsiteY235" fmla="*/ 2163291 h 2733536"/>
              <a:gd name="connsiteX236" fmla="*/ 1464674 w 6004835"/>
              <a:gd name="connsiteY236" fmla="*/ 2245721 h 2733536"/>
              <a:gd name="connsiteX237" fmla="*/ 1495043 w 6004835"/>
              <a:gd name="connsiteY237" fmla="*/ 2280428 h 2733536"/>
              <a:gd name="connsiteX238" fmla="*/ 1861641 w 6004835"/>
              <a:gd name="connsiteY238" fmla="*/ 2380212 h 2733536"/>
              <a:gd name="connsiteX239" fmla="*/ 1722811 w 6004835"/>
              <a:gd name="connsiteY239" fmla="*/ 2312965 h 2733536"/>
              <a:gd name="connsiteX240" fmla="*/ 1757518 w 6004835"/>
              <a:gd name="connsiteY240" fmla="*/ 2310797 h 2733536"/>
              <a:gd name="connsiteX241" fmla="*/ 1876824 w 6004835"/>
              <a:gd name="connsiteY241" fmla="*/ 2371535 h 2733536"/>
              <a:gd name="connsiteX242" fmla="*/ 1861641 w 6004835"/>
              <a:gd name="connsiteY242" fmla="*/ 2380212 h 2733536"/>
              <a:gd name="connsiteX243" fmla="*/ 3611567 w 6004835"/>
              <a:gd name="connsiteY243" fmla="*/ 2391251 h 2733536"/>
              <a:gd name="connsiteX244" fmla="*/ 3772715 w 6004835"/>
              <a:gd name="connsiteY244" fmla="*/ 2360688 h 2733536"/>
              <a:gd name="connsiteX245" fmla="*/ 3803084 w 6004835"/>
              <a:gd name="connsiteY245" fmla="*/ 2354179 h 2733536"/>
              <a:gd name="connsiteX246" fmla="*/ 3900697 w 6004835"/>
              <a:gd name="connsiteY246" fmla="*/ 2319472 h 2733536"/>
              <a:gd name="connsiteX247" fmla="*/ 3961435 w 6004835"/>
              <a:gd name="connsiteY247" fmla="*/ 2299950 h 2733536"/>
              <a:gd name="connsiteX248" fmla="*/ 4059051 w 6004835"/>
              <a:gd name="connsiteY248" fmla="*/ 2250057 h 2733536"/>
              <a:gd name="connsiteX249" fmla="*/ 4169679 w 6004835"/>
              <a:gd name="connsiteY249" fmla="*/ 2211011 h 2733536"/>
              <a:gd name="connsiteX250" fmla="*/ 4240558 w 6004835"/>
              <a:gd name="connsiteY250" fmla="*/ 2183216 h 2733536"/>
              <a:gd name="connsiteX251" fmla="*/ 4271633 w 6004835"/>
              <a:gd name="connsiteY251" fmla="*/ 2165459 h 2733536"/>
              <a:gd name="connsiteX252" fmla="*/ 4299830 w 6004835"/>
              <a:gd name="connsiteY252" fmla="*/ 2156784 h 2733536"/>
              <a:gd name="connsiteX253" fmla="*/ 4338878 w 6004835"/>
              <a:gd name="connsiteY253" fmla="*/ 2135090 h 2733536"/>
              <a:gd name="connsiteX254" fmla="*/ 4349137 w 6004835"/>
              <a:gd name="connsiteY254" fmla="*/ 2127960 h 2733536"/>
              <a:gd name="connsiteX255" fmla="*/ 4375756 w 6004835"/>
              <a:gd name="connsiteY255" fmla="*/ 2102553 h 2733536"/>
              <a:gd name="connsiteX256" fmla="*/ 4434323 w 6004835"/>
              <a:gd name="connsiteY256" fmla="*/ 2067846 h 2733536"/>
              <a:gd name="connsiteX257" fmla="*/ 4500956 w 6004835"/>
              <a:gd name="connsiteY257" fmla="*/ 2035183 h 2733536"/>
              <a:gd name="connsiteX258" fmla="*/ 4525430 w 6004835"/>
              <a:gd name="connsiteY258" fmla="*/ 2020121 h 2733536"/>
              <a:gd name="connsiteX259" fmla="*/ 4610031 w 6004835"/>
              <a:gd name="connsiteY259" fmla="*/ 1963721 h 2733536"/>
              <a:gd name="connsiteX260" fmla="*/ 4646906 w 6004835"/>
              <a:gd name="connsiteY260" fmla="*/ 1929014 h 2733536"/>
              <a:gd name="connsiteX261" fmla="*/ 4688122 w 6004835"/>
              <a:gd name="connsiteY261" fmla="*/ 1902983 h 2733536"/>
              <a:gd name="connsiteX262" fmla="*/ 4794412 w 6004835"/>
              <a:gd name="connsiteY262" fmla="*/ 1822724 h 2733536"/>
              <a:gd name="connsiteX263" fmla="*/ 4870336 w 6004835"/>
              <a:gd name="connsiteY263" fmla="*/ 1751138 h 2733536"/>
              <a:gd name="connsiteX264" fmla="*/ 4954934 w 6004835"/>
              <a:gd name="connsiteY264" fmla="*/ 1679556 h 2733536"/>
              <a:gd name="connsiteX265" fmla="*/ 5210901 w 6004835"/>
              <a:gd name="connsiteY265" fmla="*/ 1391049 h 2733536"/>
              <a:gd name="connsiteX266" fmla="*/ 5246128 w 6004835"/>
              <a:gd name="connsiteY266" fmla="*/ 1331165 h 2733536"/>
              <a:gd name="connsiteX267" fmla="*/ 5247779 w 6004835"/>
              <a:gd name="connsiteY267" fmla="*/ 1325973 h 2733536"/>
              <a:gd name="connsiteX268" fmla="*/ 5304178 w 6004835"/>
              <a:gd name="connsiteY268" fmla="*/ 1239204 h 2733536"/>
              <a:gd name="connsiteX269" fmla="*/ 5321533 w 6004835"/>
              <a:gd name="connsiteY269" fmla="*/ 1213174 h 2733536"/>
              <a:gd name="connsiteX270" fmla="*/ 5344607 w 6004835"/>
              <a:gd name="connsiteY270" fmla="*/ 1181170 h 2733536"/>
              <a:gd name="connsiteX271" fmla="*/ 5351902 w 6004835"/>
              <a:gd name="connsiteY271" fmla="*/ 1167622 h 2733536"/>
              <a:gd name="connsiteX272" fmla="*/ 5397453 w 6004835"/>
              <a:gd name="connsiteY272" fmla="*/ 1089530 h 2733536"/>
              <a:gd name="connsiteX273" fmla="*/ 5486392 w 6004835"/>
              <a:gd name="connsiteY273" fmla="*/ 905146 h 2733536"/>
              <a:gd name="connsiteX274" fmla="*/ 5573161 w 6004835"/>
              <a:gd name="connsiteY274" fmla="*/ 707748 h 2733536"/>
              <a:gd name="connsiteX275" fmla="*/ 5598649 w 6004835"/>
              <a:gd name="connsiteY275" fmla="*/ 627486 h 2733536"/>
              <a:gd name="connsiteX276" fmla="*/ 5606968 w 6004835"/>
              <a:gd name="connsiteY276" fmla="*/ 596090 h 2733536"/>
              <a:gd name="connsiteX277" fmla="*/ 5543685 w 6004835"/>
              <a:gd name="connsiteY277" fmla="*/ 768994 h 2733536"/>
              <a:gd name="connsiteX278" fmla="*/ 5410562 w 6004835"/>
              <a:gd name="connsiteY278" fmla="*/ 1041106 h 2733536"/>
              <a:gd name="connsiteX279" fmla="*/ 5391072 w 6004835"/>
              <a:gd name="connsiteY279" fmla="*/ 1071921 h 2733536"/>
              <a:gd name="connsiteX280" fmla="*/ 5390947 w 6004835"/>
              <a:gd name="connsiteY280" fmla="*/ 1072176 h 2733536"/>
              <a:gd name="connsiteX281" fmla="*/ 5345392 w 6004835"/>
              <a:gd name="connsiteY281" fmla="*/ 1150268 h 2733536"/>
              <a:gd name="connsiteX282" fmla="*/ 5299840 w 6004835"/>
              <a:gd name="connsiteY282" fmla="*/ 1234868 h 2733536"/>
              <a:gd name="connsiteX283" fmla="*/ 5247779 w 6004835"/>
              <a:gd name="connsiteY283" fmla="*/ 1299945 h 2733536"/>
              <a:gd name="connsiteX284" fmla="*/ 5204395 w 6004835"/>
              <a:gd name="connsiteY284" fmla="*/ 1373698 h 2733536"/>
              <a:gd name="connsiteX285" fmla="*/ 4948428 w 6004835"/>
              <a:gd name="connsiteY285" fmla="*/ 1662202 h 2733536"/>
              <a:gd name="connsiteX286" fmla="*/ 4863827 w 6004835"/>
              <a:gd name="connsiteY286" fmla="*/ 1733787 h 2733536"/>
              <a:gd name="connsiteX287" fmla="*/ 4855711 w 6004835"/>
              <a:gd name="connsiteY287" fmla="*/ 1739959 h 2733536"/>
              <a:gd name="connsiteX288" fmla="*/ 4852211 w 6004835"/>
              <a:gd name="connsiteY288" fmla="*/ 1743502 h 2733536"/>
              <a:gd name="connsiteX289" fmla="*/ 4816833 w 6004835"/>
              <a:gd name="connsiteY289" fmla="*/ 1772341 h 2733536"/>
              <a:gd name="connsiteX290" fmla="*/ 4787906 w 6004835"/>
              <a:gd name="connsiteY290" fmla="*/ 1805370 h 2733536"/>
              <a:gd name="connsiteX291" fmla="*/ 4681613 w 6004835"/>
              <a:gd name="connsiteY291" fmla="*/ 1885632 h 2733536"/>
              <a:gd name="connsiteX292" fmla="*/ 4664959 w 6004835"/>
              <a:gd name="connsiteY292" fmla="*/ 1896153 h 2733536"/>
              <a:gd name="connsiteX293" fmla="*/ 4619721 w 6004835"/>
              <a:gd name="connsiteY293" fmla="*/ 1933031 h 2733536"/>
              <a:gd name="connsiteX294" fmla="*/ 4613189 w 6004835"/>
              <a:gd name="connsiteY294" fmla="*/ 1937274 h 2733536"/>
              <a:gd name="connsiteX295" fmla="*/ 4603522 w 6004835"/>
              <a:gd name="connsiteY295" fmla="*/ 1946370 h 2733536"/>
              <a:gd name="connsiteX296" fmla="*/ 4518924 w 6004835"/>
              <a:gd name="connsiteY296" fmla="*/ 2002769 h 2733536"/>
              <a:gd name="connsiteX297" fmla="*/ 4434323 w 6004835"/>
              <a:gd name="connsiteY297" fmla="*/ 2054830 h 2733536"/>
              <a:gd name="connsiteX298" fmla="*/ 4424640 w 6004835"/>
              <a:gd name="connsiteY298" fmla="*/ 2059738 h 2733536"/>
              <a:gd name="connsiteX299" fmla="*/ 4367359 w 6004835"/>
              <a:gd name="connsiteY299" fmla="*/ 2096944 h 2733536"/>
              <a:gd name="connsiteX300" fmla="*/ 4349602 w 6004835"/>
              <a:gd name="connsiteY300" fmla="*/ 2105901 h 2733536"/>
              <a:gd name="connsiteX301" fmla="*/ 4332371 w 6004835"/>
              <a:gd name="connsiteY301" fmla="*/ 2117736 h 2733536"/>
              <a:gd name="connsiteX302" fmla="*/ 4273802 w 6004835"/>
              <a:gd name="connsiteY302" fmla="*/ 2150276 h 2733536"/>
              <a:gd name="connsiteX303" fmla="*/ 4219078 w 6004835"/>
              <a:gd name="connsiteY303" fmla="*/ 2171738 h 2733536"/>
              <a:gd name="connsiteX304" fmla="*/ 4097113 w 6004835"/>
              <a:gd name="connsiteY304" fmla="*/ 2233257 h 2733536"/>
              <a:gd name="connsiteX305" fmla="*/ 3810966 w 6004835"/>
              <a:gd name="connsiteY305" fmla="*/ 2339980 h 2733536"/>
              <a:gd name="connsiteX306" fmla="*/ 3434318 w 6004835"/>
              <a:gd name="connsiteY306" fmla="*/ 2432271 h 2733536"/>
              <a:gd name="connsiteX307" fmla="*/ 3489904 w 6004835"/>
              <a:gd name="connsiteY307" fmla="*/ 2421968 h 2733536"/>
              <a:gd name="connsiteX308" fmla="*/ 3508260 w 6004835"/>
              <a:gd name="connsiteY308" fmla="*/ 2413988 h 2733536"/>
              <a:gd name="connsiteX309" fmla="*/ 3395689 w 6004835"/>
              <a:gd name="connsiteY309" fmla="*/ 2431169 h 2733536"/>
              <a:gd name="connsiteX310" fmla="*/ 3115443 w 6004835"/>
              <a:gd name="connsiteY310" fmla="*/ 2471317 h 2733536"/>
              <a:gd name="connsiteX311" fmla="*/ 3134967 w 6004835"/>
              <a:gd name="connsiteY311" fmla="*/ 2466978 h 2733536"/>
              <a:gd name="connsiteX312" fmla="*/ 3269458 w 6004835"/>
              <a:gd name="connsiteY312" fmla="*/ 2451795 h 2733536"/>
              <a:gd name="connsiteX313" fmla="*/ 3291589 w 6004835"/>
              <a:gd name="connsiteY313" fmla="*/ 2447491 h 2733536"/>
              <a:gd name="connsiteX314" fmla="*/ 3302325 w 6004835"/>
              <a:gd name="connsiteY314" fmla="*/ 2445418 h 2733536"/>
              <a:gd name="connsiteX315" fmla="*/ 3269182 w 6004835"/>
              <a:gd name="connsiteY315" fmla="*/ 2450476 h 2733536"/>
              <a:gd name="connsiteX316" fmla="*/ 3039972 w 6004835"/>
              <a:gd name="connsiteY316" fmla="*/ 2462050 h 2733536"/>
              <a:gd name="connsiteX317" fmla="*/ 3566117 w 6004835"/>
              <a:gd name="connsiteY317" fmla="*/ 2502995 h 2733536"/>
              <a:gd name="connsiteX318" fmla="*/ 3744787 w 6004835"/>
              <a:gd name="connsiteY318" fmla="*/ 2463184 h 2733536"/>
              <a:gd name="connsiteX319" fmla="*/ 3919185 w 6004835"/>
              <a:gd name="connsiteY319" fmla="*/ 2408971 h 2733536"/>
              <a:gd name="connsiteX320" fmla="*/ 3719971 w 6004835"/>
              <a:gd name="connsiteY320" fmla="*/ 2526104 h 2733536"/>
              <a:gd name="connsiteX321" fmla="*/ 3722825 w 6004835"/>
              <a:gd name="connsiteY321" fmla="*/ 2525548 h 2733536"/>
              <a:gd name="connsiteX322" fmla="*/ 3725537 w 6004835"/>
              <a:gd name="connsiteY322" fmla="*/ 2524533 h 2733536"/>
              <a:gd name="connsiteX323" fmla="*/ 3245598 w 6004835"/>
              <a:gd name="connsiteY323" fmla="*/ 2558088 h 2733536"/>
              <a:gd name="connsiteX324" fmla="*/ 3337099 w 6004835"/>
              <a:gd name="connsiteY324" fmla="*/ 2535211 h 2733536"/>
              <a:gd name="connsiteX325" fmla="*/ 3338873 w 6004835"/>
              <a:gd name="connsiteY325" fmla="*/ 2529887 h 2733536"/>
              <a:gd name="connsiteX326" fmla="*/ 3510242 w 6004835"/>
              <a:gd name="connsiteY326" fmla="*/ 2501688 h 2733536"/>
              <a:gd name="connsiteX327" fmla="*/ 3631717 w 6004835"/>
              <a:gd name="connsiteY327" fmla="*/ 2471319 h 2733536"/>
              <a:gd name="connsiteX328" fmla="*/ 3729331 w 6004835"/>
              <a:gd name="connsiteY328" fmla="*/ 2443118 h 2733536"/>
              <a:gd name="connsiteX329" fmla="*/ 3818270 w 6004835"/>
              <a:gd name="connsiteY329" fmla="*/ 2414920 h 2733536"/>
              <a:gd name="connsiteX330" fmla="*/ 3915883 w 6004835"/>
              <a:gd name="connsiteY330" fmla="*/ 2384551 h 2733536"/>
              <a:gd name="connsiteX331" fmla="*/ 3991807 w 6004835"/>
              <a:gd name="connsiteY331" fmla="*/ 2371535 h 2733536"/>
              <a:gd name="connsiteX332" fmla="*/ 3940410 w 6004835"/>
              <a:gd name="connsiteY332" fmla="*/ 2402373 h 2733536"/>
              <a:gd name="connsiteX333" fmla="*/ 3941914 w 6004835"/>
              <a:gd name="connsiteY333" fmla="*/ 2401904 h 2733536"/>
              <a:gd name="connsiteX334" fmla="*/ 3996145 w 6004835"/>
              <a:gd name="connsiteY334" fmla="*/ 2369365 h 2733536"/>
              <a:gd name="connsiteX335" fmla="*/ 4026514 w 6004835"/>
              <a:gd name="connsiteY335" fmla="*/ 2358520 h 2733536"/>
              <a:gd name="connsiteX336" fmla="*/ 4028536 w 6004835"/>
              <a:gd name="connsiteY336" fmla="*/ 2357960 h 2733536"/>
              <a:gd name="connsiteX337" fmla="*/ 4041697 w 6004835"/>
              <a:gd name="connsiteY337" fmla="*/ 2343334 h 2733536"/>
              <a:gd name="connsiteX338" fmla="*/ 4113282 w 6004835"/>
              <a:gd name="connsiteY338" fmla="*/ 2317304 h 2733536"/>
              <a:gd name="connsiteX339" fmla="*/ 4182697 w 6004835"/>
              <a:gd name="connsiteY339" fmla="*/ 2289105 h 2733536"/>
              <a:gd name="connsiteX340" fmla="*/ 4230420 w 6004835"/>
              <a:gd name="connsiteY340" fmla="*/ 2260904 h 2733536"/>
              <a:gd name="connsiteX341" fmla="*/ 4293326 w 6004835"/>
              <a:gd name="connsiteY341" fmla="*/ 2228367 h 2733536"/>
              <a:gd name="connsiteX342" fmla="*/ 4345387 w 6004835"/>
              <a:gd name="connsiteY342" fmla="*/ 2206675 h 2733536"/>
              <a:gd name="connsiteX343" fmla="*/ 4381087 w 6004835"/>
              <a:gd name="connsiteY343" fmla="*/ 2191155 h 2733536"/>
              <a:gd name="connsiteX344" fmla="*/ 4399618 w 6004835"/>
              <a:gd name="connsiteY344" fmla="*/ 2178474 h 2733536"/>
              <a:gd name="connsiteX345" fmla="*/ 4490725 w 6004835"/>
              <a:gd name="connsiteY345" fmla="*/ 2124245 h 2733536"/>
              <a:gd name="connsiteX346" fmla="*/ 4618708 w 6004835"/>
              <a:gd name="connsiteY346" fmla="*/ 2054830 h 2733536"/>
              <a:gd name="connsiteX347" fmla="*/ 4743722 w 6004835"/>
              <a:gd name="connsiteY347" fmla="*/ 1965236 h 2733536"/>
              <a:gd name="connsiteX348" fmla="*/ 4735845 w 6004835"/>
              <a:gd name="connsiteY348" fmla="*/ 1965892 h 2733536"/>
              <a:gd name="connsiteX349" fmla="*/ 4605692 w 6004835"/>
              <a:gd name="connsiteY349" fmla="*/ 2059169 h 2733536"/>
              <a:gd name="connsiteX350" fmla="*/ 4477707 w 6004835"/>
              <a:gd name="connsiteY350" fmla="*/ 2128584 h 2733536"/>
              <a:gd name="connsiteX351" fmla="*/ 4386601 w 6004835"/>
              <a:gd name="connsiteY351" fmla="*/ 2182813 h 2733536"/>
              <a:gd name="connsiteX352" fmla="*/ 4336710 w 6004835"/>
              <a:gd name="connsiteY352" fmla="*/ 2204505 h 2733536"/>
              <a:gd name="connsiteX353" fmla="*/ 4284649 w 6004835"/>
              <a:gd name="connsiteY353" fmla="*/ 2226197 h 2733536"/>
              <a:gd name="connsiteX354" fmla="*/ 4221740 w 6004835"/>
              <a:gd name="connsiteY354" fmla="*/ 2258736 h 2733536"/>
              <a:gd name="connsiteX355" fmla="*/ 4174018 w 6004835"/>
              <a:gd name="connsiteY355" fmla="*/ 2286935 h 2733536"/>
              <a:gd name="connsiteX356" fmla="*/ 4104603 w 6004835"/>
              <a:gd name="connsiteY356" fmla="*/ 2315136 h 2733536"/>
              <a:gd name="connsiteX357" fmla="*/ 4033020 w 6004835"/>
              <a:gd name="connsiteY357" fmla="*/ 2341166 h 2733536"/>
              <a:gd name="connsiteX358" fmla="*/ 4013496 w 6004835"/>
              <a:gd name="connsiteY358" fmla="*/ 2360688 h 2733536"/>
              <a:gd name="connsiteX359" fmla="*/ 3983127 w 6004835"/>
              <a:gd name="connsiteY359" fmla="*/ 2371535 h 2733536"/>
              <a:gd name="connsiteX360" fmla="*/ 3907206 w 6004835"/>
              <a:gd name="connsiteY360" fmla="*/ 2384551 h 2733536"/>
              <a:gd name="connsiteX361" fmla="*/ 3809590 w 6004835"/>
              <a:gd name="connsiteY361" fmla="*/ 2414920 h 2733536"/>
              <a:gd name="connsiteX362" fmla="*/ 3720654 w 6004835"/>
              <a:gd name="connsiteY362" fmla="*/ 2443118 h 2733536"/>
              <a:gd name="connsiteX363" fmla="*/ 3623038 w 6004835"/>
              <a:gd name="connsiteY363" fmla="*/ 2471319 h 2733536"/>
              <a:gd name="connsiteX364" fmla="*/ 3501563 w 6004835"/>
              <a:gd name="connsiteY364" fmla="*/ 2501688 h 2733536"/>
              <a:gd name="connsiteX365" fmla="*/ 3330196 w 6004835"/>
              <a:gd name="connsiteY365" fmla="*/ 2529887 h 2733536"/>
              <a:gd name="connsiteX366" fmla="*/ 3325858 w 6004835"/>
              <a:gd name="connsiteY366" fmla="*/ 2536395 h 2733536"/>
              <a:gd name="connsiteX367" fmla="*/ 3243464 w 6004835"/>
              <a:gd name="connsiteY367" fmla="*/ 2556994 h 2733536"/>
              <a:gd name="connsiteX368" fmla="*/ 2174005 w 6004835"/>
              <a:gd name="connsiteY368" fmla="*/ 2581948 h 2733536"/>
              <a:gd name="connsiteX369" fmla="*/ 2139297 w 6004835"/>
              <a:gd name="connsiteY369" fmla="*/ 2575439 h 2733536"/>
              <a:gd name="connsiteX370" fmla="*/ 2015653 w 6004835"/>
              <a:gd name="connsiteY370" fmla="*/ 2529887 h 2733536"/>
              <a:gd name="connsiteX371" fmla="*/ 1954915 w 6004835"/>
              <a:gd name="connsiteY371" fmla="*/ 2506024 h 2733536"/>
              <a:gd name="connsiteX372" fmla="*/ 1894178 w 6004835"/>
              <a:gd name="connsiteY372" fmla="*/ 2479994 h 2733536"/>
              <a:gd name="connsiteX373" fmla="*/ 1813916 w 6004835"/>
              <a:gd name="connsiteY373" fmla="*/ 2451795 h 2733536"/>
              <a:gd name="connsiteX374" fmla="*/ 1744501 w 6004835"/>
              <a:gd name="connsiteY374" fmla="*/ 2421426 h 2733536"/>
              <a:gd name="connsiteX375" fmla="*/ 1690272 w 6004835"/>
              <a:gd name="connsiteY375" fmla="*/ 2393225 h 2733536"/>
              <a:gd name="connsiteX376" fmla="*/ 1655564 w 6004835"/>
              <a:gd name="connsiteY376" fmla="*/ 2365027 h 2733536"/>
              <a:gd name="connsiteX377" fmla="*/ 1905022 w 6004835"/>
              <a:gd name="connsiteY377" fmla="*/ 2471317 h 2733536"/>
              <a:gd name="connsiteX378" fmla="*/ 1993961 w 6004835"/>
              <a:gd name="connsiteY378" fmla="*/ 2499518 h 2733536"/>
              <a:gd name="connsiteX379" fmla="*/ 2061206 w 6004835"/>
              <a:gd name="connsiteY379" fmla="*/ 2523378 h 2733536"/>
              <a:gd name="connsiteX380" fmla="*/ 2128453 w 6004835"/>
              <a:gd name="connsiteY380" fmla="*/ 2545070 h 2733536"/>
              <a:gd name="connsiteX381" fmla="*/ 2187020 w 6004835"/>
              <a:gd name="connsiteY381" fmla="*/ 2571101 h 2733536"/>
              <a:gd name="connsiteX382" fmla="*/ 2174005 w 6004835"/>
              <a:gd name="connsiteY382" fmla="*/ 2581948 h 2733536"/>
              <a:gd name="connsiteX383" fmla="*/ 3260781 w 6004835"/>
              <a:gd name="connsiteY383" fmla="*/ 2586286 h 2733536"/>
              <a:gd name="connsiteX384" fmla="*/ 3254275 w 6004835"/>
              <a:gd name="connsiteY384" fmla="*/ 2568932 h 2733536"/>
              <a:gd name="connsiteX385" fmla="*/ 3349720 w 6004835"/>
              <a:gd name="connsiteY385" fmla="*/ 2560256 h 2733536"/>
              <a:gd name="connsiteX386" fmla="*/ 3488550 w 6004835"/>
              <a:gd name="connsiteY386" fmla="*/ 2547240 h 2733536"/>
              <a:gd name="connsiteX387" fmla="*/ 3397443 w 6004835"/>
              <a:gd name="connsiteY387" fmla="*/ 2568932 h 2733536"/>
              <a:gd name="connsiteX388" fmla="*/ 3260781 w 6004835"/>
              <a:gd name="connsiteY388" fmla="*/ 2586286 h 2733536"/>
              <a:gd name="connsiteX389" fmla="*/ 3076397 w 6004835"/>
              <a:gd name="connsiteY389" fmla="*/ 2696917 h 2733536"/>
              <a:gd name="connsiteX390" fmla="*/ 3024336 w 6004835"/>
              <a:gd name="connsiteY390" fmla="*/ 2696917 h 2733536"/>
              <a:gd name="connsiteX391" fmla="*/ 2957092 w 6004835"/>
              <a:gd name="connsiteY391" fmla="*/ 2692578 h 2733536"/>
              <a:gd name="connsiteX392" fmla="*/ 2811753 w 6004835"/>
              <a:gd name="connsiteY392" fmla="*/ 2688240 h 2733536"/>
              <a:gd name="connsiteX393" fmla="*/ 2703293 w 6004835"/>
              <a:gd name="connsiteY393" fmla="*/ 2679563 h 2733536"/>
              <a:gd name="connsiteX394" fmla="*/ 2607847 w 6004835"/>
              <a:gd name="connsiteY394" fmla="*/ 2666548 h 2733536"/>
              <a:gd name="connsiteX395" fmla="*/ 2512402 w 6004835"/>
              <a:gd name="connsiteY395" fmla="*/ 2651363 h 2733536"/>
              <a:gd name="connsiteX396" fmla="*/ 2367066 w 6004835"/>
              <a:gd name="connsiteY396" fmla="*/ 2629670 h 2733536"/>
              <a:gd name="connsiteX397" fmla="*/ 2254267 w 6004835"/>
              <a:gd name="connsiteY397" fmla="*/ 2592795 h 2733536"/>
              <a:gd name="connsiteX398" fmla="*/ 2255572 w 6004835"/>
              <a:gd name="connsiteY398" fmla="*/ 2591848 h 2733536"/>
              <a:gd name="connsiteX399" fmla="*/ 2189190 w 6004835"/>
              <a:gd name="connsiteY399" fmla="*/ 2571103 h 2733536"/>
              <a:gd name="connsiteX400" fmla="*/ 2130621 w 6004835"/>
              <a:gd name="connsiteY400" fmla="*/ 2545072 h 2733536"/>
              <a:gd name="connsiteX401" fmla="*/ 2063376 w 6004835"/>
              <a:gd name="connsiteY401" fmla="*/ 2523380 h 2733536"/>
              <a:gd name="connsiteX402" fmla="*/ 1993961 w 6004835"/>
              <a:gd name="connsiteY402" fmla="*/ 2499518 h 2733536"/>
              <a:gd name="connsiteX403" fmla="*/ 2025414 w 6004835"/>
              <a:gd name="connsiteY403" fmla="*/ 2491925 h 2733536"/>
              <a:gd name="connsiteX404" fmla="*/ 2121944 w 6004835"/>
              <a:gd name="connsiteY404" fmla="*/ 2516871 h 2733536"/>
              <a:gd name="connsiteX405" fmla="*/ 2163160 w 6004835"/>
              <a:gd name="connsiteY405" fmla="*/ 2519039 h 2733536"/>
              <a:gd name="connsiteX406" fmla="*/ 2278127 w 6004835"/>
              <a:gd name="connsiteY406" fmla="*/ 2575441 h 2733536"/>
              <a:gd name="connsiteX407" fmla="*/ 2330188 w 6004835"/>
              <a:gd name="connsiteY407" fmla="*/ 2586286 h 2733536"/>
              <a:gd name="connsiteX408" fmla="*/ 2333445 w 6004835"/>
              <a:gd name="connsiteY408" fmla="*/ 2587372 h 2733536"/>
              <a:gd name="connsiteX409" fmla="*/ 2345374 w 6004835"/>
              <a:gd name="connsiteY409" fmla="*/ 2575441 h 2733536"/>
              <a:gd name="connsiteX410" fmla="*/ 2390926 w 6004835"/>
              <a:gd name="connsiteY410" fmla="*/ 2588457 h 2733536"/>
              <a:gd name="connsiteX411" fmla="*/ 2436481 w 6004835"/>
              <a:gd name="connsiteY411" fmla="*/ 2599301 h 2733536"/>
              <a:gd name="connsiteX412" fmla="*/ 2526239 w 6004835"/>
              <a:gd name="connsiteY412" fmla="*/ 2620176 h 2733536"/>
              <a:gd name="connsiteX413" fmla="*/ 2527588 w 6004835"/>
              <a:gd name="connsiteY413" fmla="*/ 2618825 h 2733536"/>
              <a:gd name="connsiteX414" fmla="*/ 2631710 w 6004835"/>
              <a:gd name="connsiteY414" fmla="*/ 2636179 h 2733536"/>
              <a:gd name="connsiteX415" fmla="*/ 2681600 w 6004835"/>
              <a:gd name="connsiteY415" fmla="*/ 2644856 h 2733536"/>
              <a:gd name="connsiteX416" fmla="*/ 2731493 w 6004835"/>
              <a:gd name="connsiteY416" fmla="*/ 2649194 h 2733536"/>
              <a:gd name="connsiteX417" fmla="*/ 2833445 w 6004835"/>
              <a:gd name="connsiteY417" fmla="*/ 2653533 h 2733536"/>
              <a:gd name="connsiteX418" fmla="*/ 2972275 w 6004835"/>
              <a:gd name="connsiteY418" fmla="*/ 2651363 h 2733536"/>
              <a:gd name="connsiteX419" fmla="*/ 2978301 w 6004835"/>
              <a:gd name="connsiteY419" fmla="*/ 2651363 h 2733536"/>
              <a:gd name="connsiteX420" fmla="*/ 2991799 w 6004835"/>
              <a:gd name="connsiteY420" fmla="*/ 2643770 h 2733536"/>
              <a:gd name="connsiteX421" fmla="*/ 3022168 w 6004835"/>
              <a:gd name="connsiteY421" fmla="*/ 2634009 h 2733536"/>
              <a:gd name="connsiteX422" fmla="*/ 3053079 w 6004835"/>
              <a:gd name="connsiteY422" fmla="*/ 2633467 h 2733536"/>
              <a:gd name="connsiteX423" fmla="*/ 3074229 w 6004835"/>
              <a:gd name="connsiteY423" fmla="*/ 2636177 h 2733536"/>
              <a:gd name="connsiteX424" fmla="*/ 3079922 w 6004835"/>
              <a:gd name="connsiteY424" fmla="*/ 2651363 h 2733536"/>
              <a:gd name="connsiteX425" fmla="*/ 3128458 w 6004835"/>
              <a:gd name="connsiteY425" fmla="*/ 2651363 h 2733536"/>
              <a:gd name="connsiteX426" fmla="*/ 3113275 w 6004835"/>
              <a:gd name="connsiteY426" fmla="*/ 2673055 h 2733536"/>
              <a:gd name="connsiteX427" fmla="*/ 3104598 w 6004835"/>
              <a:gd name="connsiteY427" fmla="*/ 2683901 h 2733536"/>
              <a:gd name="connsiteX428" fmla="*/ 3076397 w 6004835"/>
              <a:gd name="connsiteY428" fmla="*/ 2696917 h 2733536"/>
              <a:gd name="connsiteX429" fmla="*/ 3227761 w 6004835"/>
              <a:gd name="connsiteY429" fmla="*/ 2717163 h 2733536"/>
              <a:gd name="connsiteX430" fmla="*/ 3254252 w 6004835"/>
              <a:gd name="connsiteY430" fmla="*/ 2701267 h 2733536"/>
              <a:gd name="connsiteX431" fmla="*/ 3226074 w 6004835"/>
              <a:gd name="connsiteY431" fmla="*/ 2716438 h 2733536"/>
              <a:gd name="connsiteX432" fmla="*/ 3181606 w 6004835"/>
              <a:gd name="connsiteY432" fmla="*/ 2733521 h 2733536"/>
              <a:gd name="connsiteX433" fmla="*/ 3121952 w 6004835"/>
              <a:gd name="connsiteY433" fmla="*/ 2722945 h 2733536"/>
              <a:gd name="connsiteX434" fmla="*/ 3124122 w 6004835"/>
              <a:gd name="connsiteY434" fmla="*/ 2720777 h 2733536"/>
              <a:gd name="connsiteX435" fmla="*/ 3134967 w 6004835"/>
              <a:gd name="connsiteY435" fmla="*/ 2705591 h 2733536"/>
              <a:gd name="connsiteX436" fmla="*/ 3085076 w 6004835"/>
              <a:gd name="connsiteY436" fmla="*/ 2699085 h 2733536"/>
              <a:gd name="connsiteX437" fmla="*/ 3108936 w 6004835"/>
              <a:gd name="connsiteY437" fmla="*/ 2686069 h 2733536"/>
              <a:gd name="connsiteX438" fmla="*/ 3180522 w 6004835"/>
              <a:gd name="connsiteY438" fmla="*/ 2683899 h 2733536"/>
              <a:gd name="connsiteX439" fmla="*/ 3249936 w 6004835"/>
              <a:gd name="connsiteY439" fmla="*/ 2681731 h 2733536"/>
              <a:gd name="connsiteX440" fmla="*/ 3349718 w 6004835"/>
              <a:gd name="connsiteY440" fmla="*/ 2683899 h 2733536"/>
              <a:gd name="connsiteX441" fmla="*/ 3419133 w 6004835"/>
              <a:gd name="connsiteY441" fmla="*/ 2677393 h 2733536"/>
              <a:gd name="connsiteX442" fmla="*/ 3549285 w 6004835"/>
              <a:gd name="connsiteY442" fmla="*/ 2649192 h 2733536"/>
              <a:gd name="connsiteX443" fmla="*/ 3636054 w 6004835"/>
              <a:gd name="connsiteY443" fmla="*/ 2629670 h 2733536"/>
              <a:gd name="connsiteX444" fmla="*/ 3701130 w 6004835"/>
              <a:gd name="connsiteY444" fmla="*/ 2627500 h 2733536"/>
              <a:gd name="connsiteX445" fmla="*/ 3705658 w 6004835"/>
              <a:gd name="connsiteY445" fmla="*/ 2625398 h 2733536"/>
              <a:gd name="connsiteX446" fmla="*/ 3642563 w 6004835"/>
              <a:gd name="connsiteY446" fmla="*/ 2627502 h 2733536"/>
              <a:gd name="connsiteX447" fmla="*/ 3555794 w 6004835"/>
              <a:gd name="connsiteY447" fmla="*/ 2647024 h 2733536"/>
              <a:gd name="connsiteX448" fmla="*/ 3425641 w 6004835"/>
              <a:gd name="connsiteY448" fmla="*/ 2675225 h 2733536"/>
              <a:gd name="connsiteX449" fmla="*/ 3356227 w 6004835"/>
              <a:gd name="connsiteY449" fmla="*/ 2681731 h 2733536"/>
              <a:gd name="connsiteX450" fmla="*/ 3256443 w 6004835"/>
              <a:gd name="connsiteY450" fmla="*/ 2679563 h 2733536"/>
              <a:gd name="connsiteX451" fmla="*/ 3187028 w 6004835"/>
              <a:gd name="connsiteY451" fmla="*/ 2681731 h 2733536"/>
              <a:gd name="connsiteX452" fmla="*/ 3115443 w 6004835"/>
              <a:gd name="connsiteY452" fmla="*/ 2683901 h 2733536"/>
              <a:gd name="connsiteX453" fmla="*/ 3117613 w 6004835"/>
              <a:gd name="connsiteY453" fmla="*/ 2675225 h 2733536"/>
              <a:gd name="connsiteX454" fmla="*/ 3132797 w 6004835"/>
              <a:gd name="connsiteY454" fmla="*/ 2653533 h 2733536"/>
              <a:gd name="connsiteX455" fmla="*/ 3800914 w 6004835"/>
              <a:gd name="connsiteY455" fmla="*/ 2542902 h 2733536"/>
              <a:gd name="connsiteX456" fmla="*/ 4254280 w 6004835"/>
              <a:gd name="connsiteY456" fmla="*/ 2371535 h 2733536"/>
              <a:gd name="connsiteX457" fmla="*/ 4373586 w 6004835"/>
              <a:gd name="connsiteY457" fmla="*/ 2308627 h 2733536"/>
              <a:gd name="connsiteX458" fmla="*/ 4440832 w 6004835"/>
              <a:gd name="connsiteY458" fmla="*/ 2273920 h 2733536"/>
              <a:gd name="connsiteX459" fmla="*/ 4510247 w 6004835"/>
              <a:gd name="connsiteY459" fmla="*/ 2237044 h 2733536"/>
              <a:gd name="connsiteX460" fmla="*/ 4640399 w 6004835"/>
              <a:gd name="connsiteY460" fmla="*/ 2158953 h 2733536"/>
              <a:gd name="connsiteX461" fmla="*/ 4744522 w 6004835"/>
              <a:gd name="connsiteY461" fmla="*/ 2078691 h 2733536"/>
              <a:gd name="connsiteX462" fmla="*/ 4939751 w 6004835"/>
              <a:gd name="connsiteY462" fmla="*/ 1926846 h 2733536"/>
              <a:gd name="connsiteX463" fmla="*/ 4993980 w 6004835"/>
              <a:gd name="connsiteY463" fmla="*/ 1883461 h 2733536"/>
              <a:gd name="connsiteX464" fmla="*/ 5046041 w 6004835"/>
              <a:gd name="connsiteY464" fmla="*/ 1837909 h 2733536"/>
              <a:gd name="connsiteX465" fmla="*/ 5124133 w 6004835"/>
              <a:gd name="connsiteY465" fmla="*/ 1766324 h 2733536"/>
              <a:gd name="connsiteX466" fmla="*/ 5156672 w 6004835"/>
              <a:gd name="connsiteY466" fmla="*/ 1712095 h 2733536"/>
              <a:gd name="connsiteX467" fmla="*/ 5203411 w 6004835"/>
              <a:gd name="connsiteY467" fmla="*/ 1669250 h 2733536"/>
              <a:gd name="connsiteX468" fmla="*/ 5203787 w 6004835"/>
              <a:gd name="connsiteY468" fmla="*/ 1666559 h 2733536"/>
              <a:gd name="connsiteX469" fmla="*/ 5158842 w 6004835"/>
              <a:gd name="connsiteY469" fmla="*/ 1707756 h 2733536"/>
              <a:gd name="connsiteX470" fmla="*/ 5126303 w 6004835"/>
              <a:gd name="connsiteY470" fmla="*/ 1761986 h 2733536"/>
              <a:gd name="connsiteX471" fmla="*/ 5048212 w 6004835"/>
              <a:gd name="connsiteY471" fmla="*/ 1833571 h 2733536"/>
              <a:gd name="connsiteX472" fmla="*/ 4996150 w 6004835"/>
              <a:gd name="connsiteY472" fmla="*/ 1879123 h 2733536"/>
              <a:gd name="connsiteX473" fmla="*/ 4941922 w 6004835"/>
              <a:gd name="connsiteY473" fmla="*/ 1922507 h 2733536"/>
              <a:gd name="connsiteX474" fmla="*/ 4746692 w 6004835"/>
              <a:gd name="connsiteY474" fmla="*/ 2074352 h 2733536"/>
              <a:gd name="connsiteX475" fmla="*/ 4642570 w 6004835"/>
              <a:gd name="connsiteY475" fmla="*/ 2154614 h 2733536"/>
              <a:gd name="connsiteX476" fmla="*/ 4512418 w 6004835"/>
              <a:gd name="connsiteY476" fmla="*/ 2232706 h 2733536"/>
              <a:gd name="connsiteX477" fmla="*/ 4443003 w 6004835"/>
              <a:gd name="connsiteY477" fmla="*/ 2269581 h 2733536"/>
              <a:gd name="connsiteX478" fmla="*/ 4375756 w 6004835"/>
              <a:gd name="connsiteY478" fmla="*/ 2304289 h 2733536"/>
              <a:gd name="connsiteX479" fmla="*/ 4256451 w 6004835"/>
              <a:gd name="connsiteY479" fmla="*/ 2367197 h 2733536"/>
              <a:gd name="connsiteX480" fmla="*/ 3803084 w 6004835"/>
              <a:gd name="connsiteY480" fmla="*/ 2538564 h 2733536"/>
              <a:gd name="connsiteX481" fmla="*/ 3134967 w 6004835"/>
              <a:gd name="connsiteY481" fmla="*/ 2649194 h 2733536"/>
              <a:gd name="connsiteX482" fmla="*/ 3085076 w 6004835"/>
              <a:gd name="connsiteY482" fmla="*/ 2649194 h 2733536"/>
              <a:gd name="connsiteX483" fmla="*/ 3078567 w 6004835"/>
              <a:gd name="connsiteY483" fmla="*/ 2631841 h 2733536"/>
              <a:gd name="connsiteX484" fmla="*/ 3026506 w 6004835"/>
              <a:gd name="connsiteY484" fmla="*/ 2629670 h 2733536"/>
              <a:gd name="connsiteX485" fmla="*/ 2978784 w 6004835"/>
              <a:gd name="connsiteY485" fmla="*/ 2649194 h 2733536"/>
              <a:gd name="connsiteX486" fmla="*/ 2839954 w 6004835"/>
              <a:gd name="connsiteY486" fmla="*/ 2651363 h 2733536"/>
              <a:gd name="connsiteX487" fmla="*/ 2738002 w 6004835"/>
              <a:gd name="connsiteY487" fmla="*/ 2647024 h 2733536"/>
              <a:gd name="connsiteX488" fmla="*/ 2688109 w 6004835"/>
              <a:gd name="connsiteY488" fmla="*/ 2642686 h 2733536"/>
              <a:gd name="connsiteX489" fmla="*/ 2638218 w 6004835"/>
              <a:gd name="connsiteY489" fmla="*/ 2634009 h 2733536"/>
              <a:gd name="connsiteX490" fmla="*/ 2668273 w 6004835"/>
              <a:gd name="connsiteY490" fmla="*/ 2601952 h 2733536"/>
              <a:gd name="connsiteX491" fmla="*/ 2662079 w 6004835"/>
              <a:gd name="connsiteY491" fmla="*/ 2603640 h 2733536"/>
              <a:gd name="connsiteX492" fmla="*/ 2550104 w 6004835"/>
              <a:gd name="connsiteY492" fmla="*/ 2582904 h 2733536"/>
              <a:gd name="connsiteX493" fmla="*/ 2544941 w 6004835"/>
              <a:gd name="connsiteY493" fmla="*/ 2584118 h 2733536"/>
              <a:gd name="connsiteX494" fmla="*/ 2330190 w 6004835"/>
              <a:gd name="connsiteY494" fmla="*/ 2545072 h 2733536"/>
              <a:gd name="connsiteX495" fmla="*/ 2245590 w 6004835"/>
              <a:gd name="connsiteY495" fmla="*/ 2527719 h 2733536"/>
              <a:gd name="connsiteX496" fmla="*/ 2171837 w 6004835"/>
              <a:gd name="connsiteY496" fmla="*/ 2514703 h 2733536"/>
              <a:gd name="connsiteX497" fmla="*/ 2082900 w 6004835"/>
              <a:gd name="connsiteY497" fmla="*/ 2473487 h 2733536"/>
              <a:gd name="connsiteX498" fmla="*/ 1972269 w 6004835"/>
              <a:gd name="connsiteY498" fmla="*/ 2432273 h 2733536"/>
              <a:gd name="connsiteX499" fmla="*/ 1857302 w 6004835"/>
              <a:gd name="connsiteY499" fmla="*/ 2386719 h 2733536"/>
              <a:gd name="connsiteX500" fmla="*/ 1876824 w 6004835"/>
              <a:gd name="connsiteY500" fmla="*/ 2371535 h 2733536"/>
              <a:gd name="connsiteX501" fmla="*/ 1957086 w 6004835"/>
              <a:gd name="connsiteY501" fmla="*/ 2386719 h 2733536"/>
              <a:gd name="connsiteX502" fmla="*/ 1991793 w 6004835"/>
              <a:gd name="connsiteY502" fmla="*/ 2417088 h 2733536"/>
              <a:gd name="connsiteX503" fmla="*/ 2111099 w 6004835"/>
              <a:gd name="connsiteY503" fmla="*/ 2451795 h 2733536"/>
              <a:gd name="connsiteX504" fmla="*/ 2347544 w 6004835"/>
              <a:gd name="connsiteY504" fmla="*/ 2512533 h 2733536"/>
              <a:gd name="connsiteX505" fmla="*/ 2406112 w 6004835"/>
              <a:gd name="connsiteY505" fmla="*/ 2523380 h 2733536"/>
              <a:gd name="connsiteX506" fmla="*/ 2469020 w 6004835"/>
              <a:gd name="connsiteY506" fmla="*/ 2534225 h 2733536"/>
              <a:gd name="connsiteX507" fmla="*/ 2538435 w 6004835"/>
              <a:gd name="connsiteY507" fmla="*/ 2549411 h 2733536"/>
              <a:gd name="connsiteX508" fmla="*/ 2614930 w 6004835"/>
              <a:gd name="connsiteY508" fmla="*/ 2565951 h 2733536"/>
              <a:gd name="connsiteX509" fmla="*/ 2620863 w 6004835"/>
              <a:gd name="connsiteY509" fmla="*/ 2564594 h 2733536"/>
              <a:gd name="connsiteX510" fmla="*/ 2692448 w 6004835"/>
              <a:gd name="connsiteY510" fmla="*/ 2575441 h 2733536"/>
              <a:gd name="connsiteX511" fmla="*/ 2694616 w 6004835"/>
              <a:gd name="connsiteY511" fmla="*/ 2571103 h 2733536"/>
              <a:gd name="connsiteX512" fmla="*/ 2798738 w 6004835"/>
              <a:gd name="connsiteY512" fmla="*/ 2575441 h 2733536"/>
              <a:gd name="connsiteX513" fmla="*/ 2816092 w 6004835"/>
              <a:gd name="connsiteY513" fmla="*/ 2577609 h 2733536"/>
              <a:gd name="connsiteX514" fmla="*/ 2976613 w 6004835"/>
              <a:gd name="connsiteY514" fmla="*/ 2577609 h 2733536"/>
              <a:gd name="connsiteX515" fmla="*/ 3093751 w 6004835"/>
              <a:gd name="connsiteY515" fmla="*/ 2581948 h 2733536"/>
              <a:gd name="connsiteX516" fmla="*/ 3232580 w 6004835"/>
              <a:gd name="connsiteY516" fmla="*/ 2571103 h 2733536"/>
              <a:gd name="connsiteX517" fmla="*/ 3249934 w 6004835"/>
              <a:gd name="connsiteY517" fmla="*/ 2571103 h 2733536"/>
              <a:gd name="connsiteX518" fmla="*/ 3256443 w 6004835"/>
              <a:gd name="connsiteY518" fmla="*/ 2588457 h 2733536"/>
              <a:gd name="connsiteX519" fmla="*/ 3393102 w 6004835"/>
              <a:gd name="connsiteY519" fmla="*/ 2571103 h 2733536"/>
              <a:gd name="connsiteX520" fmla="*/ 3484209 w 6004835"/>
              <a:gd name="connsiteY520" fmla="*/ 2549411 h 2733536"/>
              <a:gd name="connsiteX521" fmla="*/ 3536270 w 6004835"/>
              <a:gd name="connsiteY521" fmla="*/ 2540734 h 2733536"/>
              <a:gd name="connsiteX522" fmla="*/ 3568809 w 6004835"/>
              <a:gd name="connsiteY522" fmla="*/ 2536395 h 2733536"/>
              <a:gd name="connsiteX523" fmla="*/ 3640392 w 6004835"/>
              <a:gd name="connsiteY523" fmla="*/ 2519042 h 2733536"/>
              <a:gd name="connsiteX524" fmla="*/ 3698962 w 6004835"/>
              <a:gd name="connsiteY524" fmla="*/ 2506026 h 2733536"/>
              <a:gd name="connsiteX525" fmla="*/ 3757530 w 6004835"/>
              <a:gd name="connsiteY525" fmla="*/ 2490841 h 2733536"/>
              <a:gd name="connsiteX526" fmla="*/ 3864961 w 6004835"/>
              <a:gd name="connsiteY526" fmla="*/ 2472248 h 2733536"/>
              <a:gd name="connsiteX527" fmla="*/ 3879008 w 6004835"/>
              <a:gd name="connsiteY527" fmla="*/ 2466981 h 2733536"/>
              <a:gd name="connsiteX528" fmla="*/ 3766209 w 6004835"/>
              <a:gd name="connsiteY528" fmla="*/ 2486502 h 2733536"/>
              <a:gd name="connsiteX529" fmla="*/ 3707639 w 6004835"/>
              <a:gd name="connsiteY529" fmla="*/ 2501688 h 2733536"/>
              <a:gd name="connsiteX530" fmla="*/ 3649071 w 6004835"/>
              <a:gd name="connsiteY530" fmla="*/ 2514703 h 2733536"/>
              <a:gd name="connsiteX531" fmla="*/ 3577486 w 6004835"/>
              <a:gd name="connsiteY531" fmla="*/ 2532057 h 2733536"/>
              <a:gd name="connsiteX532" fmla="*/ 3544949 w 6004835"/>
              <a:gd name="connsiteY532" fmla="*/ 2536395 h 2733536"/>
              <a:gd name="connsiteX533" fmla="*/ 3492888 w 6004835"/>
              <a:gd name="connsiteY533" fmla="*/ 2545072 h 2733536"/>
              <a:gd name="connsiteX534" fmla="*/ 3351888 w 6004835"/>
              <a:gd name="connsiteY534" fmla="*/ 2558088 h 2733536"/>
              <a:gd name="connsiteX535" fmla="*/ 3256443 w 6004835"/>
              <a:gd name="connsiteY535" fmla="*/ 2566764 h 2733536"/>
              <a:gd name="connsiteX536" fmla="*/ 3239089 w 6004835"/>
              <a:gd name="connsiteY536" fmla="*/ 2566764 h 2733536"/>
              <a:gd name="connsiteX537" fmla="*/ 3100260 w 6004835"/>
              <a:gd name="connsiteY537" fmla="*/ 2577609 h 2733536"/>
              <a:gd name="connsiteX538" fmla="*/ 2983122 w 6004835"/>
              <a:gd name="connsiteY538" fmla="*/ 2573271 h 2733536"/>
              <a:gd name="connsiteX539" fmla="*/ 2822600 w 6004835"/>
              <a:gd name="connsiteY539" fmla="*/ 2573271 h 2733536"/>
              <a:gd name="connsiteX540" fmla="*/ 2805247 w 6004835"/>
              <a:gd name="connsiteY540" fmla="*/ 2571103 h 2733536"/>
              <a:gd name="connsiteX541" fmla="*/ 2738002 w 6004835"/>
              <a:gd name="connsiteY541" fmla="*/ 2542902 h 2733536"/>
              <a:gd name="connsiteX542" fmla="*/ 2701125 w 6004835"/>
              <a:gd name="connsiteY542" fmla="*/ 2566764 h 2733536"/>
              <a:gd name="connsiteX543" fmla="*/ 2701031 w 6004835"/>
              <a:gd name="connsiteY543" fmla="*/ 2566951 h 2733536"/>
              <a:gd name="connsiteX544" fmla="*/ 2731493 w 6004835"/>
              <a:gd name="connsiteY544" fmla="*/ 2547240 h 2733536"/>
              <a:gd name="connsiteX545" fmla="*/ 2798740 w 6004835"/>
              <a:gd name="connsiteY545" fmla="*/ 2575439 h 2733536"/>
              <a:gd name="connsiteX546" fmla="*/ 2694618 w 6004835"/>
              <a:gd name="connsiteY546" fmla="*/ 2571101 h 2733536"/>
              <a:gd name="connsiteX547" fmla="*/ 2695438 w 6004835"/>
              <a:gd name="connsiteY547" fmla="*/ 2570570 h 2733536"/>
              <a:gd name="connsiteX548" fmla="*/ 2627371 w 6004835"/>
              <a:gd name="connsiteY548" fmla="*/ 2560256 h 2733536"/>
              <a:gd name="connsiteX549" fmla="*/ 2547112 w 6004835"/>
              <a:gd name="connsiteY549" fmla="*/ 2542902 h 2733536"/>
              <a:gd name="connsiteX550" fmla="*/ 2477697 w 6004835"/>
              <a:gd name="connsiteY550" fmla="*/ 2527719 h 2733536"/>
              <a:gd name="connsiteX551" fmla="*/ 2414789 w 6004835"/>
              <a:gd name="connsiteY551" fmla="*/ 2516871 h 2733536"/>
              <a:gd name="connsiteX552" fmla="*/ 2356221 w 6004835"/>
              <a:gd name="connsiteY552" fmla="*/ 2506026 h 2733536"/>
              <a:gd name="connsiteX553" fmla="*/ 2119775 w 6004835"/>
              <a:gd name="connsiteY553" fmla="*/ 2445289 h 2733536"/>
              <a:gd name="connsiteX554" fmla="*/ 2000470 w 6004835"/>
              <a:gd name="connsiteY554" fmla="*/ 2410581 h 2733536"/>
              <a:gd name="connsiteX555" fmla="*/ 1965763 w 6004835"/>
              <a:gd name="connsiteY555" fmla="*/ 2380212 h 2733536"/>
              <a:gd name="connsiteX556" fmla="*/ 1885501 w 6004835"/>
              <a:gd name="connsiteY556" fmla="*/ 2365027 h 2733536"/>
              <a:gd name="connsiteX557" fmla="*/ 1766195 w 6004835"/>
              <a:gd name="connsiteY557" fmla="*/ 2304289 h 2733536"/>
              <a:gd name="connsiteX558" fmla="*/ 1731488 w 6004835"/>
              <a:gd name="connsiteY558" fmla="*/ 2306459 h 2733536"/>
              <a:gd name="connsiteX559" fmla="*/ 1607842 w 6004835"/>
              <a:gd name="connsiteY559" fmla="*/ 2243551 h 2733536"/>
              <a:gd name="connsiteX560" fmla="*/ 1586149 w 6004835"/>
              <a:gd name="connsiteY560" fmla="*/ 2204505 h 2733536"/>
              <a:gd name="connsiteX561" fmla="*/ 1590488 w 6004835"/>
              <a:gd name="connsiteY561" fmla="*/ 2202337 h 2733536"/>
              <a:gd name="connsiteX562" fmla="*/ 1666411 w 6004835"/>
              <a:gd name="connsiteY562" fmla="*/ 2243551 h 2733536"/>
              <a:gd name="connsiteX563" fmla="*/ 1742333 w 6004835"/>
              <a:gd name="connsiteY563" fmla="*/ 2284767 h 2733536"/>
              <a:gd name="connsiteX564" fmla="*/ 1764025 w 6004835"/>
              <a:gd name="connsiteY564" fmla="*/ 2271752 h 2733536"/>
              <a:gd name="connsiteX565" fmla="*/ 1675088 w 6004835"/>
              <a:gd name="connsiteY565" fmla="*/ 2213182 h 2733536"/>
              <a:gd name="connsiteX566" fmla="*/ 1601335 w 6004835"/>
              <a:gd name="connsiteY566" fmla="*/ 2180645 h 2733536"/>
              <a:gd name="connsiteX567" fmla="*/ 1499381 w 6004835"/>
              <a:gd name="connsiteY567" fmla="*/ 2122075 h 2733536"/>
              <a:gd name="connsiteX568" fmla="*/ 1412612 w 6004835"/>
              <a:gd name="connsiteY568" fmla="*/ 2065675 h 2733536"/>
              <a:gd name="connsiteX569" fmla="*/ 1275953 w 6004835"/>
              <a:gd name="connsiteY569" fmla="*/ 2007108 h 2733536"/>
              <a:gd name="connsiteX570" fmla="*/ 1223892 w 6004835"/>
              <a:gd name="connsiteY570" fmla="*/ 1963723 h 2733536"/>
              <a:gd name="connsiteX571" fmla="*/ 1234737 w 6004835"/>
              <a:gd name="connsiteY571" fmla="*/ 1959385 h 2733536"/>
              <a:gd name="connsiteX572" fmla="*/ 1286798 w 6004835"/>
              <a:gd name="connsiteY572" fmla="*/ 1974568 h 2733536"/>
              <a:gd name="connsiteX573" fmla="*/ 1178338 w 6004835"/>
              <a:gd name="connsiteY573" fmla="*/ 1861769 h 2733536"/>
              <a:gd name="connsiteX574" fmla="*/ 1117600 w 6004835"/>
              <a:gd name="connsiteY574" fmla="*/ 1811879 h 2733536"/>
              <a:gd name="connsiteX575" fmla="*/ 1061200 w 6004835"/>
              <a:gd name="connsiteY575" fmla="*/ 1761986 h 2733536"/>
              <a:gd name="connsiteX576" fmla="*/ 989617 w 6004835"/>
              <a:gd name="connsiteY576" fmla="*/ 1703418 h 2733536"/>
              <a:gd name="connsiteX577" fmla="*/ 885495 w 6004835"/>
              <a:gd name="connsiteY577" fmla="*/ 1588449 h 2733536"/>
              <a:gd name="connsiteX578" fmla="*/ 878351 w 6004835"/>
              <a:gd name="connsiteY578" fmla="*/ 1566121 h 2733536"/>
              <a:gd name="connsiteX579" fmla="*/ 857294 w 6004835"/>
              <a:gd name="connsiteY579" fmla="*/ 1545064 h 2733536"/>
              <a:gd name="connsiteX580" fmla="*/ 785711 w 6004835"/>
              <a:gd name="connsiteY580" fmla="*/ 1466973 h 2733536"/>
              <a:gd name="connsiteX581" fmla="*/ 777034 w 6004835"/>
              <a:gd name="connsiteY581" fmla="*/ 1427927 h 2733536"/>
              <a:gd name="connsiteX582" fmla="*/ 748834 w 6004835"/>
              <a:gd name="connsiteY582" fmla="*/ 1388881 h 2733536"/>
              <a:gd name="connsiteX583" fmla="*/ 745474 w 6004835"/>
              <a:gd name="connsiteY583" fmla="*/ 1383614 h 2733536"/>
              <a:gd name="connsiteX584" fmla="*/ 711956 w 6004835"/>
              <a:gd name="connsiteY584" fmla="*/ 1360680 h 2733536"/>
              <a:gd name="connsiteX585" fmla="*/ 646879 w 6004835"/>
              <a:gd name="connsiteY585" fmla="*/ 1267405 h 2733536"/>
              <a:gd name="connsiteX586" fmla="*/ 610004 w 6004835"/>
              <a:gd name="connsiteY586" fmla="*/ 1180637 h 2733536"/>
              <a:gd name="connsiteX587" fmla="*/ 605666 w 6004835"/>
              <a:gd name="connsiteY587" fmla="*/ 1180637 h 2733536"/>
              <a:gd name="connsiteX588" fmla="*/ 555775 w 6004835"/>
              <a:gd name="connsiteY588" fmla="*/ 1085191 h 2733536"/>
              <a:gd name="connsiteX589" fmla="*/ 508052 w 6004835"/>
              <a:gd name="connsiteY589" fmla="*/ 989746 h 2733536"/>
              <a:gd name="connsiteX590" fmla="*/ 458159 w 6004835"/>
              <a:gd name="connsiteY590" fmla="*/ 879117 h 2733536"/>
              <a:gd name="connsiteX591" fmla="*/ 412607 w 6004835"/>
              <a:gd name="connsiteY591" fmla="*/ 766318 h 2733536"/>
              <a:gd name="connsiteX592" fmla="*/ 458159 w 6004835"/>
              <a:gd name="connsiteY592" fmla="*/ 842240 h 2733536"/>
              <a:gd name="connsiteX593" fmla="*/ 503714 w 6004835"/>
              <a:gd name="connsiteY593" fmla="*/ 937685 h 2733536"/>
              <a:gd name="connsiteX594" fmla="*/ 518897 w 6004835"/>
              <a:gd name="connsiteY594" fmla="*/ 989746 h 2733536"/>
              <a:gd name="connsiteX595" fmla="*/ 525173 w 6004835"/>
              <a:gd name="connsiteY595" fmla="*/ 998949 h 2733536"/>
              <a:gd name="connsiteX596" fmla="*/ 517449 w 6004835"/>
              <a:gd name="connsiteY596" fmla="*/ 958787 h 2733536"/>
              <a:gd name="connsiteX597" fmla="*/ 497305 w 6004835"/>
              <a:gd name="connsiteY597" fmla="*/ 922228 h 2733536"/>
              <a:gd name="connsiteX598" fmla="*/ 464515 w 6004835"/>
              <a:gd name="connsiteY598" fmla="*/ 848496 h 2733536"/>
              <a:gd name="connsiteX599" fmla="*/ 425620 w 6004835"/>
              <a:gd name="connsiteY599" fmla="*/ 783670 h 2733536"/>
              <a:gd name="connsiteX600" fmla="*/ 377897 w 6004835"/>
              <a:gd name="connsiteY600" fmla="*/ 653517 h 2733536"/>
              <a:gd name="connsiteX601" fmla="*/ 337011 w 6004835"/>
              <a:gd name="connsiteY601" fmla="*/ 520096 h 2733536"/>
              <a:gd name="connsiteX602" fmla="*/ 323586 w 6004835"/>
              <a:gd name="connsiteY602" fmla="*/ 481203 h 2733536"/>
              <a:gd name="connsiteX603" fmla="*/ 265112 w 6004835"/>
              <a:gd name="connsiteY603" fmla="*/ 247798 h 2733536"/>
              <a:gd name="connsiteX604" fmla="*/ 239252 w 6004835"/>
              <a:gd name="connsiteY604" fmla="*/ 78358 h 2733536"/>
              <a:gd name="connsiteX605" fmla="*/ 239068 w 6004835"/>
              <a:gd name="connsiteY605" fmla="*/ 83015 h 2733536"/>
              <a:gd name="connsiteX606" fmla="*/ 241238 w 6004835"/>
              <a:gd name="connsiteY606" fmla="*/ 117723 h 2733536"/>
              <a:gd name="connsiteX607" fmla="*/ 252083 w 6004835"/>
              <a:gd name="connsiteY607" fmla="*/ 197985 h 2733536"/>
              <a:gd name="connsiteX608" fmla="*/ 265098 w 6004835"/>
              <a:gd name="connsiteY608" fmla="*/ 280415 h 2733536"/>
              <a:gd name="connsiteX609" fmla="*/ 243406 w 6004835"/>
              <a:gd name="connsiteY609" fmla="*/ 208830 h 2733536"/>
              <a:gd name="connsiteX610" fmla="*/ 228223 w 6004835"/>
              <a:gd name="connsiteY610" fmla="*/ 117723 h 2733536"/>
              <a:gd name="connsiteX611" fmla="*/ 210869 w 6004835"/>
              <a:gd name="connsiteY611" fmla="*/ 117723 h 2733536"/>
              <a:gd name="connsiteX612" fmla="*/ 200022 w 6004835"/>
              <a:gd name="connsiteY612" fmla="*/ 35293 h 2733536"/>
              <a:gd name="connsiteX613" fmla="*/ 189729 w 6004835"/>
              <a:gd name="connsiteY613" fmla="*/ 0 h 2733536"/>
              <a:gd name="connsiteX614" fmla="*/ 5795410 w 6004835"/>
              <a:gd name="connsiteY614" fmla="*/ 0 h 2733536"/>
              <a:gd name="connsiteX615" fmla="*/ 5800929 w 6004835"/>
              <a:gd name="connsiteY615" fmla="*/ 17939 h 2733536"/>
              <a:gd name="connsiteX616" fmla="*/ 5807654 w 6004835"/>
              <a:gd name="connsiteY616" fmla="*/ 17566 h 2733536"/>
              <a:gd name="connsiteX617" fmla="*/ 5803098 w 6004835"/>
              <a:gd name="connsiteY617" fmla="*/ 2753 h 2733536"/>
              <a:gd name="connsiteX618" fmla="*/ 5803442 w 6004835"/>
              <a:gd name="connsiteY618" fmla="*/ 0 h 2733536"/>
              <a:gd name="connsiteX619" fmla="*/ 5888010 w 6004835"/>
              <a:gd name="connsiteY619" fmla="*/ 0 h 2733536"/>
              <a:gd name="connsiteX620" fmla="*/ 5866775 w 6004835"/>
              <a:gd name="connsiteY620" fmla="*/ 88481 h 2733536"/>
              <a:gd name="connsiteX621" fmla="*/ 5866777 w 6004835"/>
              <a:gd name="connsiteY621" fmla="*/ 88481 h 2733536"/>
              <a:gd name="connsiteX622" fmla="*/ 5888012 w 6004835"/>
              <a:gd name="connsiteY622" fmla="*/ 0 h 2733536"/>
              <a:gd name="connsiteX623" fmla="*/ 5898025 w 6004835"/>
              <a:gd name="connsiteY623" fmla="*/ 0 h 2733536"/>
              <a:gd name="connsiteX624" fmla="*/ 5895561 w 6004835"/>
              <a:gd name="connsiteY624" fmla="*/ 48850 h 2733536"/>
              <a:gd name="connsiteX625" fmla="*/ 5894204 w 6004835"/>
              <a:gd name="connsiteY625" fmla="*/ 104708 h 2733536"/>
              <a:gd name="connsiteX626" fmla="*/ 5872512 w 6004835"/>
              <a:gd name="connsiteY626" fmla="*/ 171456 h 2733536"/>
              <a:gd name="connsiteX627" fmla="*/ 5872512 w 6004835"/>
              <a:gd name="connsiteY627" fmla="*/ 179080 h 2733536"/>
              <a:gd name="connsiteX628" fmla="*/ 5898543 w 6004835"/>
              <a:gd name="connsiteY628" fmla="*/ 104708 h 2733536"/>
              <a:gd name="connsiteX629" fmla="*/ 5900678 w 6004835"/>
              <a:gd name="connsiteY629" fmla="*/ 22345 h 2733536"/>
              <a:gd name="connsiteX630" fmla="*/ 5902188 w 6004835"/>
              <a:gd name="connsiteY630" fmla="*/ 0 h 2733536"/>
              <a:gd name="connsiteX631" fmla="*/ 5945314 w 6004835"/>
              <a:gd name="connsiteY631" fmla="*/ 0 h 2733536"/>
              <a:gd name="connsiteX632" fmla="*/ 5941927 w 6004835"/>
              <a:gd name="connsiteY632" fmla="*/ 28786 h 2733536"/>
              <a:gd name="connsiteX633" fmla="*/ 5932679 w 6004835"/>
              <a:gd name="connsiteY633" fmla="*/ 34953 h 2733536"/>
              <a:gd name="connsiteX634" fmla="*/ 5933250 w 6004835"/>
              <a:gd name="connsiteY634" fmla="*/ 37461 h 2733536"/>
              <a:gd name="connsiteX635" fmla="*/ 5942112 w 6004835"/>
              <a:gd name="connsiteY635" fmla="*/ 31553 h 2733536"/>
              <a:gd name="connsiteX636" fmla="*/ 5945824 w 6004835"/>
              <a:gd name="connsiteY636" fmla="*/ 0 h 2733536"/>
              <a:gd name="connsiteX637" fmla="*/ 5983702 w 6004835"/>
              <a:gd name="connsiteY637" fmla="*/ 0 h 2733536"/>
              <a:gd name="connsiteX638" fmla="*/ 5983141 w 6004835"/>
              <a:gd name="connsiteY638" fmla="*/ 9262 h 2733536"/>
              <a:gd name="connsiteX639" fmla="*/ 5972296 w 6004835"/>
              <a:gd name="connsiteY639" fmla="*/ 85186 h 2733536"/>
              <a:gd name="connsiteX640" fmla="*/ 5959281 w 6004835"/>
              <a:gd name="connsiteY640" fmla="*/ 165445 h 2733536"/>
              <a:gd name="connsiteX641" fmla="*/ 5944095 w 6004835"/>
              <a:gd name="connsiteY641" fmla="*/ 243537 h 2733536"/>
              <a:gd name="connsiteX642" fmla="*/ 5915896 w 6004835"/>
              <a:gd name="connsiteY642" fmla="*/ 408397 h 2733536"/>
              <a:gd name="connsiteX643" fmla="*/ 5889866 w 6004835"/>
              <a:gd name="connsiteY643" fmla="*/ 423583 h 2733536"/>
              <a:gd name="connsiteX644" fmla="*/ 5857326 w 6004835"/>
              <a:gd name="connsiteY644" fmla="*/ 519028 h 2733536"/>
              <a:gd name="connsiteX645" fmla="*/ 5848649 w 6004835"/>
              <a:gd name="connsiteY645" fmla="*/ 610135 h 2733536"/>
              <a:gd name="connsiteX646" fmla="*/ 5844311 w 6004835"/>
              <a:gd name="connsiteY646" fmla="*/ 623150 h 2733536"/>
              <a:gd name="connsiteX647" fmla="*/ 5807436 w 6004835"/>
              <a:gd name="connsiteY647" fmla="*/ 722934 h 2733536"/>
              <a:gd name="connsiteX648" fmla="*/ 5796588 w 6004835"/>
              <a:gd name="connsiteY648" fmla="*/ 731611 h 2733536"/>
              <a:gd name="connsiteX649" fmla="*/ 5751036 w 6004835"/>
              <a:gd name="connsiteY649" fmla="*/ 837901 h 2733536"/>
              <a:gd name="connsiteX650" fmla="*/ 5798759 w 6004835"/>
              <a:gd name="connsiteY650" fmla="*/ 731611 h 2733536"/>
              <a:gd name="connsiteX651" fmla="*/ 5809604 w 6004835"/>
              <a:gd name="connsiteY651" fmla="*/ 722934 h 2733536"/>
              <a:gd name="connsiteX652" fmla="*/ 5740189 w 6004835"/>
              <a:gd name="connsiteY652" fmla="*/ 920331 h 2733536"/>
              <a:gd name="connsiteX653" fmla="*/ 5703314 w 6004835"/>
              <a:gd name="connsiteY653" fmla="*/ 939855 h 2733536"/>
              <a:gd name="connsiteX654" fmla="*/ 5695666 w 6004835"/>
              <a:gd name="connsiteY654" fmla="*/ 955153 h 2733536"/>
              <a:gd name="connsiteX655" fmla="*/ 5696807 w 6004835"/>
              <a:gd name="connsiteY655" fmla="*/ 957207 h 2733536"/>
              <a:gd name="connsiteX656" fmla="*/ 5705484 w 6004835"/>
              <a:gd name="connsiteY656" fmla="*/ 939853 h 2733536"/>
              <a:gd name="connsiteX657" fmla="*/ 5742360 w 6004835"/>
              <a:gd name="connsiteY657" fmla="*/ 920331 h 2733536"/>
              <a:gd name="connsiteX658" fmla="*/ 5716329 w 6004835"/>
              <a:gd name="connsiteY658" fmla="*/ 994085 h 2733536"/>
              <a:gd name="connsiteX659" fmla="*/ 5668606 w 6004835"/>
              <a:gd name="connsiteY659" fmla="*/ 1080853 h 2733536"/>
              <a:gd name="connsiteX660" fmla="*/ 5644746 w 6004835"/>
              <a:gd name="connsiteY660" fmla="*/ 1124237 h 2733536"/>
              <a:gd name="connsiteX661" fmla="*/ 5618715 w 6004835"/>
              <a:gd name="connsiteY661" fmla="*/ 1167622 h 2733536"/>
              <a:gd name="connsiteX662" fmla="*/ 5599191 w 6004835"/>
              <a:gd name="connsiteY662" fmla="*/ 1200159 h 2733536"/>
              <a:gd name="connsiteX663" fmla="*/ 5570993 w 6004835"/>
              <a:gd name="connsiteY663" fmla="*/ 1263067 h 2733536"/>
              <a:gd name="connsiteX664" fmla="*/ 5540624 w 6004835"/>
              <a:gd name="connsiteY664" fmla="*/ 1323805 h 2733536"/>
              <a:gd name="connsiteX665" fmla="*/ 5492901 w 6004835"/>
              <a:gd name="connsiteY665" fmla="*/ 1388881 h 2733536"/>
              <a:gd name="connsiteX666" fmla="*/ 5445178 w 6004835"/>
              <a:gd name="connsiteY666" fmla="*/ 1449619 h 2733536"/>
              <a:gd name="connsiteX667" fmla="*/ 5447166 w 6004835"/>
              <a:gd name="connsiteY667" fmla="*/ 1445524 h 2733536"/>
              <a:gd name="connsiteX668" fmla="*/ 5393115 w 6004835"/>
              <a:gd name="connsiteY668" fmla="*/ 1519034 h 2733536"/>
              <a:gd name="connsiteX669" fmla="*/ 5275977 w 6004835"/>
              <a:gd name="connsiteY669" fmla="*/ 1647019 h 2733536"/>
              <a:gd name="connsiteX670" fmla="*/ 5252917 w 6004835"/>
              <a:gd name="connsiteY670" fmla="*/ 1682500 h 2733536"/>
              <a:gd name="connsiteX671" fmla="*/ 5275977 w 6004835"/>
              <a:gd name="connsiteY671" fmla="*/ 1649187 h 2733536"/>
              <a:gd name="connsiteX672" fmla="*/ 5393115 w 6004835"/>
              <a:gd name="connsiteY672" fmla="*/ 1521202 h 2733536"/>
              <a:gd name="connsiteX673" fmla="*/ 5304178 w 6004835"/>
              <a:gd name="connsiteY673" fmla="*/ 1655693 h 2733536"/>
              <a:gd name="connsiteX674" fmla="*/ 5258353 w 6004835"/>
              <a:gd name="connsiteY674" fmla="*/ 1703689 h 2733536"/>
              <a:gd name="connsiteX675" fmla="*/ 5221566 w 6004835"/>
              <a:gd name="connsiteY675" fmla="*/ 1730731 h 2733536"/>
              <a:gd name="connsiteX676" fmla="*/ 5219578 w 6004835"/>
              <a:gd name="connsiteY676" fmla="*/ 1733787 h 2733536"/>
              <a:gd name="connsiteX677" fmla="*/ 5196579 w 6004835"/>
              <a:gd name="connsiteY677" fmla="*/ 1751480 h 2733536"/>
              <a:gd name="connsiteX678" fmla="*/ 5195718 w 6004835"/>
              <a:gd name="connsiteY678" fmla="*/ 1757647 h 2733536"/>
              <a:gd name="connsiteX679" fmla="*/ 5093764 w 6004835"/>
              <a:gd name="connsiteY679" fmla="*/ 1861769 h 2733536"/>
              <a:gd name="connsiteX680" fmla="*/ 4985303 w 6004835"/>
              <a:gd name="connsiteY680" fmla="*/ 1961553 h 2733536"/>
              <a:gd name="connsiteX681" fmla="*/ 4980288 w 6004835"/>
              <a:gd name="connsiteY681" fmla="*/ 1965192 h 2733536"/>
              <a:gd name="connsiteX682" fmla="*/ 4944089 w 6004835"/>
              <a:gd name="connsiteY682" fmla="*/ 2011444 h 2733536"/>
              <a:gd name="connsiteX683" fmla="*/ 4857321 w 6004835"/>
              <a:gd name="connsiteY683" fmla="*/ 2076520 h 2733536"/>
              <a:gd name="connsiteX684" fmla="*/ 4776225 w 6004835"/>
              <a:gd name="connsiteY684" fmla="*/ 2137342 h 2733536"/>
              <a:gd name="connsiteX685" fmla="*/ 4775934 w 6004835"/>
              <a:gd name="connsiteY685" fmla="*/ 2137695 h 2733536"/>
              <a:gd name="connsiteX686" fmla="*/ 4857321 w 6004835"/>
              <a:gd name="connsiteY686" fmla="*/ 2078691 h 2733536"/>
              <a:gd name="connsiteX687" fmla="*/ 4944089 w 6004835"/>
              <a:gd name="connsiteY687" fmla="*/ 2013614 h 2733536"/>
              <a:gd name="connsiteX688" fmla="*/ 4872505 w 6004835"/>
              <a:gd name="connsiteY688" fmla="*/ 2085197 h 2733536"/>
              <a:gd name="connsiteX689" fmla="*/ 4814208 w 6004835"/>
              <a:gd name="connsiteY689" fmla="*/ 2123159 h 2733536"/>
              <a:gd name="connsiteX690" fmla="*/ 4773879 w 6004835"/>
              <a:gd name="connsiteY690" fmla="*/ 2140191 h 2733536"/>
              <a:gd name="connsiteX691" fmla="*/ 4772721 w 6004835"/>
              <a:gd name="connsiteY691" fmla="*/ 2141599 h 2733536"/>
              <a:gd name="connsiteX692" fmla="*/ 4729336 w 6004835"/>
              <a:gd name="connsiteY692" fmla="*/ 2169797 h 2733536"/>
              <a:gd name="connsiteX693" fmla="*/ 4712989 w 6004835"/>
              <a:gd name="connsiteY693" fmla="*/ 2177374 h 2733536"/>
              <a:gd name="connsiteX694" fmla="*/ 4671855 w 6004835"/>
              <a:gd name="connsiteY694" fmla="*/ 2210743 h 2733536"/>
              <a:gd name="connsiteX695" fmla="*/ 4631723 w 6004835"/>
              <a:gd name="connsiteY695" fmla="*/ 2239212 h 2733536"/>
              <a:gd name="connsiteX696" fmla="*/ 4570985 w 6004835"/>
              <a:gd name="connsiteY696" fmla="*/ 2278258 h 2733536"/>
              <a:gd name="connsiteX697" fmla="*/ 4551463 w 6004835"/>
              <a:gd name="connsiteY697" fmla="*/ 2280428 h 2733536"/>
              <a:gd name="connsiteX698" fmla="*/ 4529764 w 6004835"/>
              <a:gd name="connsiteY698" fmla="*/ 2290073 h 2733536"/>
              <a:gd name="connsiteX699" fmla="*/ 4526391 w 6004835"/>
              <a:gd name="connsiteY699" fmla="*/ 2292635 h 2733536"/>
              <a:gd name="connsiteX700" fmla="*/ 4553631 w 6004835"/>
              <a:gd name="connsiteY700" fmla="*/ 2282597 h 2733536"/>
              <a:gd name="connsiteX701" fmla="*/ 4573155 w 6004835"/>
              <a:gd name="connsiteY701" fmla="*/ 2280428 h 2733536"/>
              <a:gd name="connsiteX702" fmla="*/ 4495063 w 6004835"/>
              <a:gd name="connsiteY702" fmla="*/ 2338996 h 2733536"/>
              <a:gd name="connsiteX703" fmla="*/ 4445170 w 6004835"/>
              <a:gd name="connsiteY703" fmla="*/ 2365029 h 2733536"/>
              <a:gd name="connsiteX704" fmla="*/ 4395280 w 6004835"/>
              <a:gd name="connsiteY704" fmla="*/ 2388889 h 2733536"/>
              <a:gd name="connsiteX705" fmla="*/ 4360040 w 6004835"/>
              <a:gd name="connsiteY705" fmla="*/ 2394175 h 2733536"/>
              <a:gd name="connsiteX706" fmla="*/ 4354064 w 6004835"/>
              <a:gd name="connsiteY706" fmla="*/ 2397566 h 2733536"/>
              <a:gd name="connsiteX707" fmla="*/ 4189203 w 6004835"/>
              <a:gd name="connsiteY707" fmla="*/ 2469149 h 2733536"/>
              <a:gd name="connsiteX708" fmla="*/ 4180798 w 6004835"/>
              <a:gd name="connsiteY708" fmla="*/ 2471059 h 2733536"/>
              <a:gd name="connsiteX709" fmla="*/ 4130636 w 6004835"/>
              <a:gd name="connsiteY709" fmla="*/ 2503856 h 2733536"/>
              <a:gd name="connsiteX710" fmla="*/ 4158834 w 6004835"/>
              <a:gd name="connsiteY710" fmla="*/ 2512533 h 2733536"/>
              <a:gd name="connsiteX711" fmla="*/ 4054713 w 6004835"/>
              <a:gd name="connsiteY711" fmla="*/ 2558088 h 2733536"/>
              <a:gd name="connsiteX712" fmla="*/ 4063390 w 6004835"/>
              <a:gd name="connsiteY712" fmla="*/ 2527719 h 2733536"/>
              <a:gd name="connsiteX713" fmla="*/ 4028682 w 6004835"/>
              <a:gd name="connsiteY713" fmla="*/ 2540734 h 2733536"/>
              <a:gd name="connsiteX714" fmla="*/ 3996145 w 6004835"/>
              <a:gd name="connsiteY714" fmla="*/ 2551579 h 2733536"/>
              <a:gd name="connsiteX715" fmla="*/ 3928899 w 6004835"/>
              <a:gd name="connsiteY715" fmla="*/ 2573271 h 2733536"/>
              <a:gd name="connsiteX716" fmla="*/ 3919914 w 6004835"/>
              <a:gd name="connsiteY716" fmla="*/ 2562487 h 2733536"/>
              <a:gd name="connsiteX717" fmla="*/ 3887682 w 6004835"/>
              <a:gd name="connsiteY717" fmla="*/ 2568932 h 2733536"/>
              <a:gd name="connsiteX718" fmla="*/ 3848637 w 6004835"/>
              <a:gd name="connsiteY718" fmla="*/ 2577609 h 2733536"/>
              <a:gd name="connsiteX719" fmla="*/ 3768377 w 6004835"/>
              <a:gd name="connsiteY719" fmla="*/ 2597133 h 2733536"/>
              <a:gd name="connsiteX720" fmla="*/ 3765731 w 6004835"/>
              <a:gd name="connsiteY720" fmla="*/ 2598363 h 2733536"/>
              <a:gd name="connsiteX721" fmla="*/ 3842130 w 6004835"/>
              <a:gd name="connsiteY721" fmla="*/ 2579777 h 2733536"/>
              <a:gd name="connsiteX722" fmla="*/ 3881176 w 6004835"/>
              <a:gd name="connsiteY722" fmla="*/ 2571101 h 2733536"/>
              <a:gd name="connsiteX723" fmla="*/ 3913713 w 6004835"/>
              <a:gd name="connsiteY723" fmla="*/ 2564594 h 2733536"/>
              <a:gd name="connsiteX724" fmla="*/ 3926728 w 6004835"/>
              <a:gd name="connsiteY724" fmla="*/ 2575439 h 2733536"/>
              <a:gd name="connsiteX725" fmla="*/ 3993975 w 6004835"/>
              <a:gd name="connsiteY725" fmla="*/ 2553747 h 2733536"/>
              <a:gd name="connsiteX726" fmla="*/ 4026512 w 6004835"/>
              <a:gd name="connsiteY726" fmla="*/ 2542902 h 2733536"/>
              <a:gd name="connsiteX727" fmla="*/ 4061219 w 6004835"/>
              <a:gd name="connsiteY727" fmla="*/ 2529887 h 2733536"/>
              <a:gd name="connsiteX728" fmla="*/ 4052542 w 6004835"/>
              <a:gd name="connsiteY728" fmla="*/ 2560256 h 2733536"/>
              <a:gd name="connsiteX729" fmla="*/ 3961436 w 6004835"/>
              <a:gd name="connsiteY729" fmla="*/ 2603640 h 2733536"/>
              <a:gd name="connsiteX730" fmla="*/ 3956970 w 6004835"/>
              <a:gd name="connsiteY730" fmla="*/ 2602390 h 2733536"/>
              <a:gd name="connsiteX731" fmla="*/ 3894191 w 6004835"/>
              <a:gd name="connsiteY731" fmla="*/ 2627500 h 2733536"/>
              <a:gd name="connsiteX732" fmla="*/ 3842130 w 6004835"/>
              <a:gd name="connsiteY732" fmla="*/ 2642686 h 2733536"/>
              <a:gd name="connsiteX733" fmla="*/ 3764038 w 6004835"/>
              <a:gd name="connsiteY733" fmla="*/ 2662207 h 2733536"/>
              <a:gd name="connsiteX734" fmla="*/ 3731772 w 6004835"/>
              <a:gd name="connsiteY734" fmla="*/ 2659497 h 2733536"/>
              <a:gd name="connsiteX735" fmla="*/ 3664284 w 6004835"/>
              <a:gd name="connsiteY735" fmla="*/ 2672628 h 2733536"/>
              <a:gd name="connsiteX736" fmla="*/ 3662084 w 6004835"/>
              <a:gd name="connsiteY736" fmla="*/ 2677393 h 2733536"/>
              <a:gd name="connsiteX737" fmla="*/ 3482041 w 6004835"/>
              <a:gd name="connsiteY737" fmla="*/ 2712100 h 2733536"/>
              <a:gd name="connsiteX738" fmla="*/ 3440825 w 6004835"/>
              <a:gd name="connsiteY738" fmla="*/ 2701253 h 2733536"/>
              <a:gd name="connsiteX739" fmla="*/ 3406117 w 6004835"/>
              <a:gd name="connsiteY739" fmla="*/ 2701253 h 2733536"/>
              <a:gd name="connsiteX740" fmla="*/ 3345379 w 6004835"/>
              <a:gd name="connsiteY740" fmla="*/ 2720777 h 2733536"/>
              <a:gd name="connsiteX741" fmla="*/ 3291150 w 6004835"/>
              <a:gd name="connsiteY741" fmla="*/ 2725116 h 2733536"/>
              <a:gd name="connsiteX742" fmla="*/ 3236919 w 6004835"/>
              <a:gd name="connsiteY742" fmla="*/ 2727283 h 2733536"/>
              <a:gd name="connsiteX743" fmla="*/ 3231027 w 6004835"/>
              <a:gd name="connsiteY743" fmla="*/ 2724760 h 2733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</a:cxnLst>
            <a:rect l="l" t="t" r="r" b="b"/>
            <a:pathLst>
              <a:path w="6004835" h="2733536">
                <a:moveTo>
                  <a:pt x="5889866" y="308613"/>
                </a:moveTo>
                <a:cubicBezTo>
                  <a:pt x="5894204" y="304275"/>
                  <a:pt x="5898543" y="299937"/>
                  <a:pt x="5902881" y="299937"/>
                </a:cubicBezTo>
                <a:lnTo>
                  <a:pt x="5903209" y="298272"/>
                </a:lnTo>
                <a:lnTo>
                  <a:pt x="5894204" y="304275"/>
                </a:lnTo>
                <a:cubicBezTo>
                  <a:pt x="5885527" y="299937"/>
                  <a:pt x="5879021" y="291260"/>
                  <a:pt x="5872512" y="284751"/>
                </a:cubicBezTo>
                <a:lnTo>
                  <a:pt x="5864801" y="275498"/>
                </a:lnTo>
                <a:lnTo>
                  <a:pt x="5864022" y="279335"/>
                </a:lnTo>
                <a:lnTo>
                  <a:pt x="5870342" y="286921"/>
                </a:lnTo>
                <a:cubicBezTo>
                  <a:pt x="5876850" y="293430"/>
                  <a:pt x="5883357" y="302107"/>
                  <a:pt x="5889866" y="308613"/>
                </a:cubicBezTo>
                <a:close/>
                <a:moveTo>
                  <a:pt x="5848652" y="620980"/>
                </a:moveTo>
                <a:cubicBezTo>
                  <a:pt x="5848652" y="618810"/>
                  <a:pt x="5850820" y="610133"/>
                  <a:pt x="5852991" y="607965"/>
                </a:cubicBezTo>
                <a:cubicBezTo>
                  <a:pt x="5855158" y="573257"/>
                  <a:pt x="5846481" y="566751"/>
                  <a:pt x="5861668" y="516858"/>
                </a:cubicBezTo>
                <a:cubicBezTo>
                  <a:pt x="5872512" y="486489"/>
                  <a:pt x="5885527" y="453952"/>
                  <a:pt x="5894204" y="421412"/>
                </a:cubicBezTo>
                <a:lnTo>
                  <a:pt x="5920235" y="406229"/>
                </a:lnTo>
                <a:lnTo>
                  <a:pt x="5920235" y="406227"/>
                </a:lnTo>
                <a:cubicBezTo>
                  <a:pt x="5939759" y="319458"/>
                  <a:pt x="5933250" y="299937"/>
                  <a:pt x="5948436" y="241367"/>
                </a:cubicBezTo>
                <a:cubicBezTo>
                  <a:pt x="5952774" y="215336"/>
                  <a:pt x="5959281" y="189306"/>
                  <a:pt x="5963619" y="163275"/>
                </a:cubicBezTo>
                <a:cubicBezTo>
                  <a:pt x="5967958" y="137245"/>
                  <a:pt x="5972296" y="109046"/>
                  <a:pt x="5976634" y="83015"/>
                </a:cubicBezTo>
                <a:cubicBezTo>
                  <a:pt x="5980973" y="56985"/>
                  <a:pt x="5983143" y="30954"/>
                  <a:pt x="5987481" y="7092"/>
                </a:cubicBezTo>
                <a:lnTo>
                  <a:pt x="5987911" y="0"/>
                </a:lnTo>
                <a:lnTo>
                  <a:pt x="6004835" y="0"/>
                </a:lnTo>
                <a:lnTo>
                  <a:pt x="6004835" y="18481"/>
                </a:lnTo>
                <a:cubicBezTo>
                  <a:pt x="6003750" y="36377"/>
                  <a:pt x="6001581" y="55900"/>
                  <a:pt x="5998327" y="80845"/>
                </a:cubicBezTo>
                <a:cubicBezTo>
                  <a:pt x="6000497" y="93860"/>
                  <a:pt x="5996158" y="115552"/>
                  <a:pt x="5991820" y="145921"/>
                </a:cubicBezTo>
                <a:cubicBezTo>
                  <a:pt x="5985311" y="174122"/>
                  <a:pt x="5978805" y="208830"/>
                  <a:pt x="5972296" y="241367"/>
                </a:cubicBezTo>
                <a:cubicBezTo>
                  <a:pt x="5970128" y="267397"/>
                  <a:pt x="5970128" y="295598"/>
                  <a:pt x="5965789" y="321629"/>
                </a:cubicBezTo>
                <a:cubicBezTo>
                  <a:pt x="5950604" y="369351"/>
                  <a:pt x="5948436" y="408397"/>
                  <a:pt x="5933250" y="469135"/>
                </a:cubicBezTo>
                <a:cubicBezTo>
                  <a:pt x="5922405" y="512519"/>
                  <a:pt x="5913728" y="555904"/>
                  <a:pt x="5902881" y="597118"/>
                </a:cubicBezTo>
                <a:cubicBezTo>
                  <a:pt x="5876850" y="623148"/>
                  <a:pt x="5879021" y="584102"/>
                  <a:pt x="5848652" y="620980"/>
                </a:cubicBezTo>
                <a:close/>
                <a:moveTo>
                  <a:pt x="239070" y="761980"/>
                </a:moveTo>
                <a:cubicBezTo>
                  <a:pt x="230393" y="759810"/>
                  <a:pt x="219546" y="738117"/>
                  <a:pt x="206531" y="712087"/>
                </a:cubicBezTo>
                <a:cubicBezTo>
                  <a:pt x="193515" y="686056"/>
                  <a:pt x="182670" y="655687"/>
                  <a:pt x="171823" y="633995"/>
                </a:cubicBezTo>
                <a:cubicBezTo>
                  <a:pt x="160978" y="605797"/>
                  <a:pt x="180500" y="683888"/>
                  <a:pt x="169655" y="655687"/>
                </a:cubicBezTo>
                <a:lnTo>
                  <a:pt x="150782" y="597186"/>
                </a:lnTo>
                <a:lnTo>
                  <a:pt x="137116" y="599288"/>
                </a:lnTo>
                <a:cubicBezTo>
                  <a:pt x="130607" y="581934"/>
                  <a:pt x="126269" y="564580"/>
                  <a:pt x="121930" y="549397"/>
                </a:cubicBezTo>
                <a:cubicBezTo>
                  <a:pt x="98070" y="525535"/>
                  <a:pt x="80716" y="475644"/>
                  <a:pt x="69869" y="430089"/>
                </a:cubicBezTo>
                <a:cubicBezTo>
                  <a:pt x="59024" y="384537"/>
                  <a:pt x="50347" y="341153"/>
                  <a:pt x="37332" y="323799"/>
                </a:cubicBezTo>
                <a:cubicBezTo>
                  <a:pt x="26485" y="284753"/>
                  <a:pt x="26485" y="243537"/>
                  <a:pt x="35162" y="234860"/>
                </a:cubicBezTo>
                <a:cubicBezTo>
                  <a:pt x="30823" y="200153"/>
                  <a:pt x="24317" y="165445"/>
                  <a:pt x="19978" y="130738"/>
                </a:cubicBezTo>
                <a:cubicBezTo>
                  <a:pt x="15640" y="96031"/>
                  <a:pt x="13469" y="61323"/>
                  <a:pt x="9131" y="26616"/>
                </a:cubicBezTo>
                <a:lnTo>
                  <a:pt x="0" y="0"/>
                </a:lnTo>
                <a:lnTo>
                  <a:pt x="34839" y="0"/>
                </a:lnTo>
                <a:lnTo>
                  <a:pt x="61192" y="115555"/>
                </a:lnTo>
                <a:cubicBezTo>
                  <a:pt x="63362" y="143753"/>
                  <a:pt x="69869" y="169784"/>
                  <a:pt x="76378" y="217507"/>
                </a:cubicBezTo>
                <a:cubicBezTo>
                  <a:pt x="87223" y="254384"/>
                  <a:pt x="98070" y="289092"/>
                  <a:pt x="108915" y="321629"/>
                </a:cubicBezTo>
                <a:cubicBezTo>
                  <a:pt x="113795" y="383451"/>
                  <a:pt x="146740" y="481879"/>
                  <a:pt x="160163" y="545532"/>
                </a:cubicBezTo>
                <a:lnTo>
                  <a:pt x="164636" y="588443"/>
                </a:lnTo>
                <a:lnTo>
                  <a:pt x="173993" y="588443"/>
                </a:lnTo>
                <a:cubicBezTo>
                  <a:pt x="197854" y="649181"/>
                  <a:pt x="213039" y="681718"/>
                  <a:pt x="221716" y="703410"/>
                </a:cubicBezTo>
                <a:cubicBezTo>
                  <a:pt x="232561" y="725102"/>
                  <a:pt x="236899" y="740288"/>
                  <a:pt x="239070" y="761980"/>
                </a:cubicBezTo>
                <a:close/>
                <a:moveTo>
                  <a:pt x="5524471" y="900866"/>
                </a:moveTo>
                <a:lnTo>
                  <a:pt x="5577500" y="807532"/>
                </a:lnTo>
                <a:lnTo>
                  <a:pt x="5578092" y="805972"/>
                </a:lnTo>
                <a:lnTo>
                  <a:pt x="5525438" y="898639"/>
                </a:lnTo>
                <a:close/>
                <a:moveTo>
                  <a:pt x="5544962" y="1319466"/>
                </a:moveTo>
                <a:lnTo>
                  <a:pt x="5575331" y="1258728"/>
                </a:lnTo>
                <a:cubicBezTo>
                  <a:pt x="5581838" y="1239207"/>
                  <a:pt x="5592685" y="1219683"/>
                  <a:pt x="5601362" y="1197991"/>
                </a:cubicBezTo>
                <a:cubicBezTo>
                  <a:pt x="5610038" y="1184975"/>
                  <a:pt x="5614377" y="1176298"/>
                  <a:pt x="5620883" y="1165453"/>
                </a:cubicBezTo>
                <a:cubicBezTo>
                  <a:pt x="5629560" y="1150268"/>
                  <a:pt x="5638237" y="1137253"/>
                  <a:pt x="5646914" y="1122069"/>
                </a:cubicBezTo>
                <a:cubicBezTo>
                  <a:pt x="5655591" y="1106884"/>
                  <a:pt x="5662099" y="1093868"/>
                  <a:pt x="5670776" y="1078685"/>
                </a:cubicBezTo>
                <a:cubicBezTo>
                  <a:pt x="5685960" y="1050484"/>
                  <a:pt x="5703314" y="1022285"/>
                  <a:pt x="5718499" y="991917"/>
                </a:cubicBezTo>
                <a:cubicBezTo>
                  <a:pt x="5711990" y="1020115"/>
                  <a:pt x="5703314" y="1046146"/>
                  <a:pt x="5690298" y="1076515"/>
                </a:cubicBezTo>
                <a:cubicBezTo>
                  <a:pt x="5677283" y="1104716"/>
                  <a:pt x="5662099" y="1135084"/>
                  <a:pt x="5640407" y="1167622"/>
                </a:cubicBezTo>
                <a:cubicBezTo>
                  <a:pt x="5623054" y="1202329"/>
                  <a:pt x="5605700" y="1234868"/>
                  <a:pt x="5590514" y="1260899"/>
                </a:cubicBezTo>
                <a:cubicBezTo>
                  <a:pt x="5573161" y="1286929"/>
                  <a:pt x="5557978" y="1306451"/>
                  <a:pt x="5544962" y="1319466"/>
                </a:cubicBezTo>
                <a:close/>
                <a:moveTo>
                  <a:pt x="5491969" y="1350769"/>
                </a:moveTo>
                <a:lnTo>
                  <a:pt x="5516761" y="1293436"/>
                </a:lnTo>
                <a:lnTo>
                  <a:pt x="5515661" y="1293907"/>
                </a:lnTo>
                <a:close/>
                <a:moveTo>
                  <a:pt x="5194333" y="1461874"/>
                </a:moveTo>
                <a:lnTo>
                  <a:pt x="5200056" y="1458296"/>
                </a:lnTo>
                <a:cubicBezTo>
                  <a:pt x="5217410" y="1434436"/>
                  <a:pt x="5234764" y="1410573"/>
                  <a:pt x="5252117" y="1386713"/>
                </a:cubicBezTo>
                <a:cubicBezTo>
                  <a:pt x="5271641" y="1356344"/>
                  <a:pt x="5291163" y="1328143"/>
                  <a:pt x="5310687" y="1297774"/>
                </a:cubicBezTo>
                <a:cubicBezTo>
                  <a:pt x="5334547" y="1269576"/>
                  <a:pt x="5356239" y="1239207"/>
                  <a:pt x="5377932" y="1208838"/>
                </a:cubicBezTo>
                <a:cubicBezTo>
                  <a:pt x="5386608" y="1193652"/>
                  <a:pt x="5397456" y="1178469"/>
                  <a:pt x="5406132" y="1161115"/>
                </a:cubicBezTo>
                <a:cubicBezTo>
                  <a:pt x="5414809" y="1143761"/>
                  <a:pt x="5425654" y="1126408"/>
                  <a:pt x="5434331" y="1109054"/>
                </a:cubicBezTo>
                <a:lnTo>
                  <a:pt x="5442366" y="1096242"/>
                </a:lnTo>
                <a:lnTo>
                  <a:pt x="5485295" y="1034233"/>
                </a:lnTo>
                <a:lnTo>
                  <a:pt x="5492901" y="1024454"/>
                </a:lnTo>
                <a:lnTo>
                  <a:pt x="5493987" y="1021677"/>
                </a:lnTo>
                <a:lnTo>
                  <a:pt x="5485295" y="1034233"/>
                </a:lnTo>
                <a:lnTo>
                  <a:pt x="5464430" y="1061060"/>
                </a:lnTo>
                <a:lnTo>
                  <a:pt x="5442366" y="1096242"/>
                </a:lnTo>
                <a:lnTo>
                  <a:pt x="5436501" y="1104713"/>
                </a:lnTo>
                <a:cubicBezTo>
                  <a:pt x="5425654" y="1122067"/>
                  <a:pt x="5416977" y="1139421"/>
                  <a:pt x="5408301" y="1156774"/>
                </a:cubicBezTo>
                <a:cubicBezTo>
                  <a:pt x="5397456" y="1174128"/>
                  <a:pt x="5388779" y="1189314"/>
                  <a:pt x="5380102" y="1204497"/>
                </a:cubicBezTo>
                <a:cubicBezTo>
                  <a:pt x="5358410" y="1234866"/>
                  <a:pt x="5336718" y="1265235"/>
                  <a:pt x="5312856" y="1293436"/>
                </a:cubicBezTo>
                <a:cubicBezTo>
                  <a:pt x="5293334" y="1323805"/>
                  <a:pt x="5275980" y="1352003"/>
                  <a:pt x="5254288" y="1382372"/>
                </a:cubicBezTo>
                <a:cubicBezTo>
                  <a:pt x="5236934" y="1406235"/>
                  <a:pt x="5219580" y="1430095"/>
                  <a:pt x="5202227" y="1453958"/>
                </a:cubicBezTo>
                <a:lnTo>
                  <a:pt x="5197886" y="1456611"/>
                </a:lnTo>
                <a:close/>
                <a:moveTo>
                  <a:pt x="1063152" y="1693288"/>
                </a:moveTo>
                <a:lnTo>
                  <a:pt x="1063368" y="1692571"/>
                </a:lnTo>
                <a:lnTo>
                  <a:pt x="1058857" y="1688057"/>
                </a:lnTo>
                <a:close/>
                <a:moveTo>
                  <a:pt x="4881181" y="1831400"/>
                </a:moveTo>
                <a:lnTo>
                  <a:pt x="4883666" y="1830829"/>
                </a:lnTo>
                <a:lnTo>
                  <a:pt x="4922398" y="1788016"/>
                </a:lnTo>
                <a:cubicBezTo>
                  <a:pt x="4931074" y="1777171"/>
                  <a:pt x="4939751" y="1766324"/>
                  <a:pt x="4957104" y="1748970"/>
                </a:cubicBezTo>
                <a:cubicBezTo>
                  <a:pt x="4959817" y="1741922"/>
                  <a:pt x="4960225" y="1738125"/>
                  <a:pt x="4958733" y="1736905"/>
                </a:cubicBezTo>
                <a:lnTo>
                  <a:pt x="4958540" y="1736973"/>
                </a:lnTo>
                <a:lnTo>
                  <a:pt x="4957104" y="1746802"/>
                </a:lnTo>
                <a:cubicBezTo>
                  <a:pt x="4939751" y="1764156"/>
                  <a:pt x="4933242" y="1775001"/>
                  <a:pt x="4922398" y="1785848"/>
                </a:cubicBezTo>
                <a:cubicBezTo>
                  <a:pt x="4913720" y="1796693"/>
                  <a:pt x="4902873" y="1809708"/>
                  <a:pt x="4881181" y="1831400"/>
                </a:cubicBezTo>
                <a:close/>
                <a:moveTo>
                  <a:pt x="928761" y="1833430"/>
                </a:moveTo>
                <a:lnTo>
                  <a:pt x="863801" y="1755477"/>
                </a:lnTo>
                <a:lnTo>
                  <a:pt x="846834" y="1736969"/>
                </a:lnTo>
                <a:close/>
                <a:moveTo>
                  <a:pt x="4790074" y="1857431"/>
                </a:moveTo>
                <a:lnTo>
                  <a:pt x="4798856" y="1851810"/>
                </a:lnTo>
                <a:lnTo>
                  <a:pt x="4805146" y="1846231"/>
                </a:lnTo>
                <a:lnTo>
                  <a:pt x="4792338" y="1855078"/>
                </a:lnTo>
                <a:close/>
                <a:moveTo>
                  <a:pt x="4760985" y="1880234"/>
                </a:moveTo>
                <a:lnTo>
                  <a:pt x="4761875" y="1879123"/>
                </a:lnTo>
                <a:lnTo>
                  <a:pt x="4758282" y="1878611"/>
                </a:lnTo>
                <a:lnTo>
                  <a:pt x="4757537" y="1879123"/>
                </a:lnTo>
                <a:lnTo>
                  <a:pt x="4757537" y="1879743"/>
                </a:lnTo>
                <a:close/>
                <a:moveTo>
                  <a:pt x="1035001" y="1943735"/>
                </a:moveTo>
                <a:lnTo>
                  <a:pt x="1023953" y="1935238"/>
                </a:lnTo>
                <a:lnTo>
                  <a:pt x="1032188" y="1942302"/>
                </a:lnTo>
                <a:close/>
                <a:moveTo>
                  <a:pt x="4766902" y="1960050"/>
                </a:moveTo>
                <a:lnTo>
                  <a:pt x="4774891" y="1959385"/>
                </a:lnTo>
                <a:lnTo>
                  <a:pt x="4831290" y="1918169"/>
                </a:lnTo>
                <a:lnTo>
                  <a:pt x="4885522" y="1874785"/>
                </a:lnTo>
                <a:cubicBezTo>
                  <a:pt x="4907214" y="1859601"/>
                  <a:pt x="4931074" y="1844416"/>
                  <a:pt x="4952766" y="1827062"/>
                </a:cubicBezTo>
                <a:cubicBezTo>
                  <a:pt x="4970120" y="1809708"/>
                  <a:pt x="4989644" y="1790187"/>
                  <a:pt x="5015674" y="1761986"/>
                </a:cubicBezTo>
                <a:cubicBezTo>
                  <a:pt x="5015674" y="1759818"/>
                  <a:pt x="5015674" y="1757647"/>
                  <a:pt x="5013504" y="1753309"/>
                </a:cubicBezTo>
                <a:cubicBezTo>
                  <a:pt x="5035196" y="1731617"/>
                  <a:pt x="5054720" y="1709925"/>
                  <a:pt x="5074242" y="1686064"/>
                </a:cubicBezTo>
                <a:cubicBezTo>
                  <a:pt x="5085089" y="1677387"/>
                  <a:pt x="5098105" y="1666540"/>
                  <a:pt x="5111120" y="1655695"/>
                </a:cubicBezTo>
                <a:cubicBezTo>
                  <a:pt x="5117627" y="1647019"/>
                  <a:pt x="5126303" y="1636171"/>
                  <a:pt x="5134980" y="1625326"/>
                </a:cubicBezTo>
                <a:cubicBezTo>
                  <a:pt x="5141489" y="1614479"/>
                  <a:pt x="5150165" y="1603634"/>
                  <a:pt x="5156672" y="1594957"/>
                </a:cubicBezTo>
                <a:cubicBezTo>
                  <a:pt x="5178364" y="1571095"/>
                  <a:pt x="5197888" y="1545064"/>
                  <a:pt x="5219580" y="1521204"/>
                </a:cubicBezTo>
                <a:cubicBezTo>
                  <a:pt x="5239102" y="1497342"/>
                  <a:pt x="5258626" y="1471311"/>
                  <a:pt x="5278148" y="1445281"/>
                </a:cubicBezTo>
                <a:cubicBezTo>
                  <a:pt x="5302010" y="1404067"/>
                  <a:pt x="5334547" y="1356344"/>
                  <a:pt x="5367087" y="1310790"/>
                </a:cubicBezTo>
                <a:cubicBezTo>
                  <a:pt x="5399624" y="1263067"/>
                  <a:pt x="5429993" y="1215344"/>
                  <a:pt x="5447346" y="1174130"/>
                </a:cubicBezTo>
                <a:cubicBezTo>
                  <a:pt x="5469039" y="1137253"/>
                  <a:pt x="5495069" y="1111222"/>
                  <a:pt x="5510255" y="1072176"/>
                </a:cubicBezTo>
                <a:cubicBezTo>
                  <a:pt x="5529776" y="1039639"/>
                  <a:pt x="5549301" y="1000593"/>
                  <a:pt x="5568822" y="968054"/>
                </a:cubicBezTo>
                <a:cubicBezTo>
                  <a:pt x="5577500" y="955039"/>
                  <a:pt x="5584008" y="942023"/>
                  <a:pt x="5590514" y="929008"/>
                </a:cubicBezTo>
                <a:cubicBezTo>
                  <a:pt x="5597024" y="915993"/>
                  <a:pt x="5601362" y="902978"/>
                  <a:pt x="5607868" y="892133"/>
                </a:cubicBezTo>
                <a:cubicBezTo>
                  <a:pt x="5618715" y="868270"/>
                  <a:pt x="5627393" y="844410"/>
                  <a:pt x="5636069" y="822718"/>
                </a:cubicBezTo>
                <a:cubicBezTo>
                  <a:pt x="5653423" y="777163"/>
                  <a:pt x="5668606" y="733779"/>
                  <a:pt x="5696807" y="690395"/>
                </a:cubicBezTo>
                <a:cubicBezTo>
                  <a:pt x="5716329" y="655687"/>
                  <a:pt x="5711990" y="629657"/>
                  <a:pt x="5720667" y="601458"/>
                </a:cubicBezTo>
                <a:cubicBezTo>
                  <a:pt x="5744530" y="542888"/>
                  <a:pt x="5759713" y="484321"/>
                  <a:pt x="5779237" y="423583"/>
                </a:cubicBezTo>
                <a:cubicBezTo>
                  <a:pt x="5770560" y="406229"/>
                  <a:pt x="5800929" y="336814"/>
                  <a:pt x="5805267" y="284753"/>
                </a:cubicBezTo>
                <a:cubicBezTo>
                  <a:pt x="5818283" y="230522"/>
                  <a:pt x="5829128" y="174122"/>
                  <a:pt x="5839975" y="117723"/>
                </a:cubicBezTo>
                <a:lnTo>
                  <a:pt x="5847800" y="88383"/>
                </a:lnTo>
                <a:lnTo>
                  <a:pt x="5842143" y="87354"/>
                </a:lnTo>
                <a:cubicBezTo>
                  <a:pt x="5844311" y="70000"/>
                  <a:pt x="5844311" y="54817"/>
                  <a:pt x="5844311" y="33125"/>
                </a:cubicBezTo>
                <a:lnTo>
                  <a:pt x="5845466" y="29082"/>
                </a:lnTo>
                <a:lnTo>
                  <a:pt x="5843951" y="29167"/>
                </a:lnTo>
                <a:lnTo>
                  <a:pt x="5841207" y="29319"/>
                </a:lnTo>
                <a:lnTo>
                  <a:pt x="5842143" y="39631"/>
                </a:lnTo>
                <a:cubicBezTo>
                  <a:pt x="5842143" y="59155"/>
                  <a:pt x="5842143" y="74339"/>
                  <a:pt x="5839975" y="93863"/>
                </a:cubicBezTo>
                <a:cubicBezTo>
                  <a:pt x="5837805" y="104708"/>
                  <a:pt x="5835636" y="113384"/>
                  <a:pt x="5831299" y="126400"/>
                </a:cubicBezTo>
                <a:cubicBezTo>
                  <a:pt x="5813944" y="154601"/>
                  <a:pt x="5796591" y="182799"/>
                  <a:pt x="5779237" y="208830"/>
                </a:cubicBezTo>
                <a:cubicBezTo>
                  <a:pt x="5774899" y="234860"/>
                  <a:pt x="5772729" y="256552"/>
                  <a:pt x="5766222" y="280415"/>
                </a:cubicBezTo>
                <a:lnTo>
                  <a:pt x="5753207" y="304275"/>
                </a:lnTo>
                <a:cubicBezTo>
                  <a:pt x="5746698" y="338982"/>
                  <a:pt x="5740191" y="371522"/>
                  <a:pt x="5731514" y="408397"/>
                </a:cubicBezTo>
                <a:cubicBezTo>
                  <a:pt x="5722837" y="436598"/>
                  <a:pt x="5716329" y="462629"/>
                  <a:pt x="5707652" y="490827"/>
                </a:cubicBezTo>
                <a:cubicBezTo>
                  <a:pt x="5698975" y="519028"/>
                  <a:pt x="5692468" y="545059"/>
                  <a:pt x="5681621" y="571089"/>
                </a:cubicBezTo>
                <a:cubicBezTo>
                  <a:pt x="5677283" y="592781"/>
                  <a:pt x="5672944" y="612303"/>
                  <a:pt x="5666438" y="633995"/>
                </a:cubicBezTo>
                <a:cubicBezTo>
                  <a:pt x="5662099" y="655687"/>
                  <a:pt x="5657761" y="677380"/>
                  <a:pt x="5649084" y="699072"/>
                </a:cubicBezTo>
                <a:lnTo>
                  <a:pt x="5662924" y="677546"/>
                </a:lnTo>
                <a:lnTo>
                  <a:pt x="5675115" y="631825"/>
                </a:lnTo>
                <a:cubicBezTo>
                  <a:pt x="5677283" y="607965"/>
                  <a:pt x="5681621" y="588441"/>
                  <a:pt x="5685960" y="566749"/>
                </a:cubicBezTo>
                <a:cubicBezTo>
                  <a:pt x="5694637" y="540718"/>
                  <a:pt x="5703314" y="512519"/>
                  <a:pt x="5711990" y="486489"/>
                </a:cubicBezTo>
                <a:cubicBezTo>
                  <a:pt x="5720667" y="458288"/>
                  <a:pt x="5727176" y="432257"/>
                  <a:pt x="5735853" y="404059"/>
                </a:cubicBezTo>
                <a:cubicBezTo>
                  <a:pt x="5744530" y="369351"/>
                  <a:pt x="5748868" y="336812"/>
                  <a:pt x="5757545" y="299937"/>
                </a:cubicBezTo>
                <a:lnTo>
                  <a:pt x="5770560" y="276074"/>
                </a:lnTo>
                <a:cubicBezTo>
                  <a:pt x="5777067" y="252214"/>
                  <a:pt x="5779237" y="230522"/>
                  <a:pt x="5783576" y="204491"/>
                </a:cubicBezTo>
                <a:cubicBezTo>
                  <a:pt x="5800929" y="176290"/>
                  <a:pt x="5818283" y="150260"/>
                  <a:pt x="5835636" y="122061"/>
                </a:cubicBezTo>
                <a:cubicBezTo>
                  <a:pt x="5824789" y="178461"/>
                  <a:pt x="5813944" y="232690"/>
                  <a:pt x="5800929" y="289089"/>
                </a:cubicBezTo>
                <a:cubicBezTo>
                  <a:pt x="5796591" y="341151"/>
                  <a:pt x="5766222" y="412736"/>
                  <a:pt x="5774899" y="427919"/>
                </a:cubicBezTo>
                <a:cubicBezTo>
                  <a:pt x="5755374" y="488657"/>
                  <a:pt x="5738021" y="547227"/>
                  <a:pt x="5716329" y="605794"/>
                </a:cubicBezTo>
                <a:lnTo>
                  <a:pt x="5704744" y="623818"/>
                </a:lnTo>
                <a:lnTo>
                  <a:pt x="5699791" y="650807"/>
                </a:lnTo>
                <a:cubicBezTo>
                  <a:pt x="5697349" y="664909"/>
                  <a:pt x="5693552" y="679550"/>
                  <a:pt x="5683792" y="696904"/>
                </a:cubicBezTo>
                <a:cubicBezTo>
                  <a:pt x="5653423" y="740288"/>
                  <a:pt x="5638237" y="783672"/>
                  <a:pt x="5623054" y="829224"/>
                </a:cubicBezTo>
                <a:cubicBezTo>
                  <a:pt x="5614377" y="850916"/>
                  <a:pt x="5605700" y="874779"/>
                  <a:pt x="5594853" y="898639"/>
                </a:cubicBezTo>
                <a:cubicBezTo>
                  <a:pt x="5590514" y="911654"/>
                  <a:pt x="5584008" y="922502"/>
                  <a:pt x="5577500" y="935517"/>
                </a:cubicBezTo>
                <a:cubicBezTo>
                  <a:pt x="5570993" y="948532"/>
                  <a:pt x="5564484" y="961547"/>
                  <a:pt x="5555807" y="974563"/>
                </a:cubicBezTo>
                <a:cubicBezTo>
                  <a:pt x="5536285" y="1009270"/>
                  <a:pt x="5516761" y="1046146"/>
                  <a:pt x="5497239" y="1078685"/>
                </a:cubicBezTo>
                <a:cubicBezTo>
                  <a:pt x="5482054" y="1117731"/>
                  <a:pt x="5456023" y="1143761"/>
                  <a:pt x="5434331" y="1180637"/>
                </a:cubicBezTo>
                <a:cubicBezTo>
                  <a:pt x="5416977" y="1221853"/>
                  <a:pt x="5386608" y="1271744"/>
                  <a:pt x="5354071" y="1317298"/>
                </a:cubicBezTo>
                <a:cubicBezTo>
                  <a:pt x="5321533" y="1362851"/>
                  <a:pt x="5288995" y="1410573"/>
                  <a:pt x="5265133" y="1451789"/>
                </a:cubicBezTo>
                <a:cubicBezTo>
                  <a:pt x="5245611" y="1477820"/>
                  <a:pt x="5226087" y="1503851"/>
                  <a:pt x="5206565" y="1527711"/>
                </a:cubicBezTo>
                <a:cubicBezTo>
                  <a:pt x="5184873" y="1551573"/>
                  <a:pt x="5165349" y="1575433"/>
                  <a:pt x="5143657" y="1601464"/>
                </a:cubicBezTo>
                <a:cubicBezTo>
                  <a:pt x="5137151" y="1612311"/>
                  <a:pt x="5128474" y="1620988"/>
                  <a:pt x="5121965" y="1631833"/>
                </a:cubicBezTo>
                <a:cubicBezTo>
                  <a:pt x="5113288" y="1642680"/>
                  <a:pt x="5106781" y="1651357"/>
                  <a:pt x="5098105" y="1662202"/>
                </a:cubicBezTo>
                <a:cubicBezTo>
                  <a:pt x="5085089" y="1673049"/>
                  <a:pt x="5072074" y="1683894"/>
                  <a:pt x="5061227" y="1692571"/>
                </a:cubicBezTo>
                <a:lnTo>
                  <a:pt x="5000915" y="1759348"/>
                </a:lnTo>
                <a:lnTo>
                  <a:pt x="5002657" y="1766324"/>
                </a:lnTo>
                <a:cubicBezTo>
                  <a:pt x="4976626" y="1794525"/>
                  <a:pt x="4959273" y="1814047"/>
                  <a:pt x="4939751" y="1831400"/>
                </a:cubicBezTo>
                <a:cubicBezTo>
                  <a:pt x="4918059" y="1846586"/>
                  <a:pt x="4894196" y="1861769"/>
                  <a:pt x="4872505" y="1879123"/>
                </a:cubicBezTo>
                <a:lnTo>
                  <a:pt x="4818275" y="1922507"/>
                </a:lnTo>
                <a:close/>
                <a:moveTo>
                  <a:pt x="1583173" y="2117115"/>
                </a:moveTo>
                <a:lnTo>
                  <a:pt x="1583979" y="2113398"/>
                </a:lnTo>
                <a:lnTo>
                  <a:pt x="1575826" y="2107629"/>
                </a:lnTo>
                <a:lnTo>
                  <a:pt x="1575847" y="2108247"/>
                </a:lnTo>
                <a:close/>
                <a:moveTo>
                  <a:pt x="1217383" y="2132920"/>
                </a:moveTo>
                <a:cubicBezTo>
                  <a:pt x="1204368" y="2124243"/>
                  <a:pt x="1191353" y="2115566"/>
                  <a:pt x="1178338" y="2106889"/>
                </a:cubicBezTo>
                <a:cubicBezTo>
                  <a:pt x="1165322" y="2098212"/>
                  <a:pt x="1154477" y="2087367"/>
                  <a:pt x="1141462" y="2078691"/>
                </a:cubicBezTo>
                <a:cubicBezTo>
                  <a:pt x="1111093" y="2052660"/>
                  <a:pt x="1078554" y="2028798"/>
                  <a:pt x="1050355" y="2002767"/>
                </a:cubicBezTo>
                <a:cubicBezTo>
                  <a:pt x="1022154" y="1976736"/>
                  <a:pt x="993956" y="1950706"/>
                  <a:pt x="965755" y="1926846"/>
                </a:cubicBezTo>
                <a:cubicBezTo>
                  <a:pt x="937556" y="1900815"/>
                  <a:pt x="913694" y="1874785"/>
                  <a:pt x="887663" y="1850922"/>
                </a:cubicBezTo>
                <a:cubicBezTo>
                  <a:pt x="874648" y="1837907"/>
                  <a:pt x="861633" y="1824892"/>
                  <a:pt x="850788" y="1814047"/>
                </a:cubicBezTo>
                <a:cubicBezTo>
                  <a:pt x="839940" y="1801031"/>
                  <a:pt x="826925" y="1788016"/>
                  <a:pt x="816080" y="1775001"/>
                </a:cubicBezTo>
                <a:cubicBezTo>
                  <a:pt x="818248" y="1770662"/>
                  <a:pt x="839940" y="1783678"/>
                  <a:pt x="829096" y="1757647"/>
                </a:cubicBezTo>
                <a:cubicBezTo>
                  <a:pt x="844279" y="1770662"/>
                  <a:pt x="859465" y="1783678"/>
                  <a:pt x="872480" y="1796693"/>
                </a:cubicBezTo>
                <a:cubicBezTo>
                  <a:pt x="889833" y="1809708"/>
                  <a:pt x="905017" y="1822724"/>
                  <a:pt x="920202" y="1833568"/>
                </a:cubicBezTo>
                <a:cubicBezTo>
                  <a:pt x="939724" y="1855261"/>
                  <a:pt x="959248" y="1874785"/>
                  <a:pt x="978770" y="1896477"/>
                </a:cubicBezTo>
                <a:lnTo>
                  <a:pt x="983748" y="1900747"/>
                </a:lnTo>
                <a:lnTo>
                  <a:pt x="920202" y="1833568"/>
                </a:lnTo>
                <a:cubicBezTo>
                  <a:pt x="905017" y="1820553"/>
                  <a:pt x="889833" y="1809708"/>
                  <a:pt x="874648" y="1796693"/>
                </a:cubicBezTo>
                <a:cubicBezTo>
                  <a:pt x="859465" y="1783678"/>
                  <a:pt x="846449" y="1770662"/>
                  <a:pt x="831264" y="1757647"/>
                </a:cubicBezTo>
                <a:cubicBezTo>
                  <a:pt x="816080" y="1738123"/>
                  <a:pt x="798727" y="1718601"/>
                  <a:pt x="783541" y="1699077"/>
                </a:cubicBezTo>
                <a:cubicBezTo>
                  <a:pt x="768358" y="1679556"/>
                  <a:pt x="753172" y="1657863"/>
                  <a:pt x="737989" y="1638339"/>
                </a:cubicBezTo>
                <a:cubicBezTo>
                  <a:pt x="744495" y="1631833"/>
                  <a:pt x="766187" y="1642678"/>
                  <a:pt x="794388" y="1675217"/>
                </a:cubicBezTo>
                <a:lnTo>
                  <a:pt x="797157" y="1678478"/>
                </a:lnTo>
                <a:lnTo>
                  <a:pt x="822858" y="1684165"/>
                </a:lnTo>
                <a:cubicBezTo>
                  <a:pt x="836144" y="1693113"/>
                  <a:pt x="854040" y="1709925"/>
                  <a:pt x="881154" y="1738123"/>
                </a:cubicBezTo>
                <a:cubicBezTo>
                  <a:pt x="909355" y="1761986"/>
                  <a:pt x="939724" y="1783678"/>
                  <a:pt x="961416" y="1803200"/>
                </a:cubicBezTo>
                <a:cubicBezTo>
                  <a:pt x="983108" y="1822724"/>
                  <a:pt x="996124" y="1840077"/>
                  <a:pt x="996124" y="1850922"/>
                </a:cubicBezTo>
                <a:cubicBezTo>
                  <a:pt x="1002630" y="1859599"/>
                  <a:pt x="1006969" y="1866108"/>
                  <a:pt x="1015645" y="1874785"/>
                </a:cubicBezTo>
                <a:cubicBezTo>
                  <a:pt x="1043846" y="1898645"/>
                  <a:pt x="1067707" y="1920337"/>
                  <a:pt x="1098076" y="1944199"/>
                </a:cubicBezTo>
                <a:cubicBezTo>
                  <a:pt x="1091569" y="1952876"/>
                  <a:pt x="1080722" y="1957215"/>
                  <a:pt x="1074215" y="1963721"/>
                </a:cubicBezTo>
                <a:lnTo>
                  <a:pt x="997449" y="1878424"/>
                </a:lnTo>
                <a:lnTo>
                  <a:pt x="993956" y="1879123"/>
                </a:lnTo>
                <a:lnTo>
                  <a:pt x="1066602" y="1959841"/>
                </a:lnTo>
                <a:lnTo>
                  <a:pt x="1074215" y="1963721"/>
                </a:lnTo>
                <a:cubicBezTo>
                  <a:pt x="1080724" y="1957215"/>
                  <a:pt x="1089401" y="1950706"/>
                  <a:pt x="1098078" y="1944199"/>
                </a:cubicBezTo>
                <a:cubicBezTo>
                  <a:pt x="1163154" y="2000599"/>
                  <a:pt x="1232569" y="2056998"/>
                  <a:pt x="1304152" y="2106889"/>
                </a:cubicBezTo>
                <a:cubicBezTo>
                  <a:pt x="1291137" y="2111228"/>
                  <a:pt x="1280292" y="2115566"/>
                  <a:pt x="1262938" y="2119904"/>
                </a:cubicBezTo>
                <a:cubicBezTo>
                  <a:pt x="1269444" y="2124243"/>
                  <a:pt x="1271615" y="2126413"/>
                  <a:pt x="1278121" y="2130752"/>
                </a:cubicBezTo>
                <a:cubicBezTo>
                  <a:pt x="1256429" y="2130752"/>
                  <a:pt x="1239076" y="2132920"/>
                  <a:pt x="1217383" y="2132920"/>
                </a:cubicBezTo>
                <a:close/>
                <a:moveTo>
                  <a:pt x="1495043" y="2280428"/>
                </a:moveTo>
                <a:cubicBezTo>
                  <a:pt x="1469012" y="2267413"/>
                  <a:pt x="1445150" y="2256566"/>
                  <a:pt x="1425628" y="2243551"/>
                </a:cubicBezTo>
                <a:cubicBezTo>
                  <a:pt x="1406104" y="2232706"/>
                  <a:pt x="1388750" y="2221859"/>
                  <a:pt x="1373567" y="2211014"/>
                </a:cubicBezTo>
                <a:cubicBezTo>
                  <a:pt x="1345366" y="2191490"/>
                  <a:pt x="1328012" y="2176306"/>
                  <a:pt x="1317167" y="2163291"/>
                </a:cubicBezTo>
                <a:cubicBezTo>
                  <a:pt x="1388750" y="2193660"/>
                  <a:pt x="1425628" y="2221859"/>
                  <a:pt x="1464674" y="2245721"/>
                </a:cubicBezTo>
                <a:cubicBezTo>
                  <a:pt x="1473350" y="2256566"/>
                  <a:pt x="1501549" y="2278258"/>
                  <a:pt x="1495043" y="2280428"/>
                </a:cubicBezTo>
                <a:close/>
                <a:moveTo>
                  <a:pt x="1861641" y="2380212"/>
                </a:moveTo>
                <a:cubicBezTo>
                  <a:pt x="1816086" y="2358520"/>
                  <a:pt x="1768363" y="2334658"/>
                  <a:pt x="1722811" y="2312965"/>
                </a:cubicBezTo>
                <a:cubicBezTo>
                  <a:pt x="1735826" y="2312965"/>
                  <a:pt x="1744503" y="2312965"/>
                  <a:pt x="1757518" y="2310797"/>
                </a:cubicBezTo>
                <a:cubicBezTo>
                  <a:pt x="1798732" y="2332490"/>
                  <a:pt x="1833440" y="2352011"/>
                  <a:pt x="1876824" y="2371535"/>
                </a:cubicBezTo>
                <a:cubicBezTo>
                  <a:pt x="1872485" y="2373703"/>
                  <a:pt x="1868147" y="2375874"/>
                  <a:pt x="1861641" y="2380212"/>
                </a:cubicBezTo>
                <a:close/>
                <a:moveTo>
                  <a:pt x="3611567" y="2391251"/>
                </a:moveTo>
                <a:lnTo>
                  <a:pt x="3772715" y="2360688"/>
                </a:lnTo>
                <a:cubicBezTo>
                  <a:pt x="3783560" y="2358518"/>
                  <a:pt x="3792237" y="2356350"/>
                  <a:pt x="3803084" y="2354179"/>
                </a:cubicBezTo>
                <a:cubicBezTo>
                  <a:pt x="3826944" y="2334658"/>
                  <a:pt x="3874667" y="2323810"/>
                  <a:pt x="3900697" y="2319472"/>
                </a:cubicBezTo>
                <a:cubicBezTo>
                  <a:pt x="3922390" y="2312965"/>
                  <a:pt x="3944082" y="2306457"/>
                  <a:pt x="3961435" y="2299950"/>
                </a:cubicBezTo>
                <a:cubicBezTo>
                  <a:pt x="3987466" y="2276088"/>
                  <a:pt x="4037359" y="2263072"/>
                  <a:pt x="4059051" y="2250057"/>
                </a:cubicBezTo>
                <a:cubicBezTo>
                  <a:pt x="4095926" y="2237042"/>
                  <a:pt x="4132804" y="2224027"/>
                  <a:pt x="4169679" y="2211011"/>
                </a:cubicBezTo>
                <a:lnTo>
                  <a:pt x="4240558" y="2183216"/>
                </a:lnTo>
                <a:lnTo>
                  <a:pt x="4271633" y="2165459"/>
                </a:lnTo>
                <a:lnTo>
                  <a:pt x="4299830" y="2156784"/>
                </a:lnTo>
                <a:lnTo>
                  <a:pt x="4338878" y="2135090"/>
                </a:lnTo>
                <a:lnTo>
                  <a:pt x="4349137" y="2127960"/>
                </a:lnTo>
                <a:lnTo>
                  <a:pt x="4375756" y="2102553"/>
                </a:lnTo>
                <a:cubicBezTo>
                  <a:pt x="4393110" y="2091706"/>
                  <a:pt x="4414801" y="2078691"/>
                  <a:pt x="4434323" y="2067846"/>
                </a:cubicBezTo>
                <a:lnTo>
                  <a:pt x="4500956" y="2035183"/>
                </a:lnTo>
                <a:lnTo>
                  <a:pt x="4525430" y="2020121"/>
                </a:lnTo>
                <a:cubicBezTo>
                  <a:pt x="4553631" y="2002767"/>
                  <a:pt x="4581830" y="1983245"/>
                  <a:pt x="4610031" y="1963721"/>
                </a:cubicBezTo>
                <a:cubicBezTo>
                  <a:pt x="4616537" y="1950706"/>
                  <a:pt x="4631723" y="1939861"/>
                  <a:pt x="4646906" y="1929014"/>
                </a:cubicBezTo>
                <a:cubicBezTo>
                  <a:pt x="4662092" y="1918169"/>
                  <a:pt x="4677275" y="1907322"/>
                  <a:pt x="4688122" y="1902983"/>
                </a:cubicBezTo>
                <a:cubicBezTo>
                  <a:pt x="4722830" y="1876953"/>
                  <a:pt x="4759705" y="1850922"/>
                  <a:pt x="4794412" y="1822724"/>
                </a:cubicBezTo>
                <a:cubicBezTo>
                  <a:pt x="4807428" y="1792355"/>
                  <a:pt x="4848644" y="1766324"/>
                  <a:pt x="4870336" y="1751138"/>
                </a:cubicBezTo>
                <a:cubicBezTo>
                  <a:pt x="4898535" y="1727278"/>
                  <a:pt x="4926735" y="1703416"/>
                  <a:pt x="4954934" y="1679556"/>
                </a:cubicBezTo>
                <a:cubicBezTo>
                  <a:pt x="5046041" y="1588449"/>
                  <a:pt x="5147995" y="1477818"/>
                  <a:pt x="5210901" y="1391049"/>
                </a:cubicBezTo>
                <a:lnTo>
                  <a:pt x="5246128" y="1331165"/>
                </a:lnTo>
                <a:lnTo>
                  <a:pt x="5247779" y="1325973"/>
                </a:lnTo>
                <a:cubicBezTo>
                  <a:pt x="5265133" y="1299942"/>
                  <a:pt x="5286825" y="1269573"/>
                  <a:pt x="5304178" y="1239204"/>
                </a:cubicBezTo>
                <a:cubicBezTo>
                  <a:pt x="5310687" y="1230528"/>
                  <a:pt x="5315026" y="1221851"/>
                  <a:pt x="5321533" y="1213174"/>
                </a:cubicBezTo>
                <a:lnTo>
                  <a:pt x="5344607" y="1181170"/>
                </a:lnTo>
                <a:lnTo>
                  <a:pt x="5351902" y="1167622"/>
                </a:lnTo>
                <a:cubicBezTo>
                  <a:pt x="5371423" y="1139421"/>
                  <a:pt x="5386608" y="1111222"/>
                  <a:pt x="5397453" y="1089530"/>
                </a:cubicBezTo>
                <a:cubicBezTo>
                  <a:pt x="5432161" y="1028792"/>
                  <a:pt x="5458192" y="968054"/>
                  <a:pt x="5486392" y="905146"/>
                </a:cubicBezTo>
                <a:cubicBezTo>
                  <a:pt x="5512423" y="842240"/>
                  <a:pt x="5540621" y="779331"/>
                  <a:pt x="5573161" y="707748"/>
                </a:cubicBezTo>
                <a:cubicBezTo>
                  <a:pt x="5576415" y="688227"/>
                  <a:pt x="5589430" y="655145"/>
                  <a:pt x="5598649" y="627486"/>
                </a:cubicBezTo>
                <a:lnTo>
                  <a:pt x="5606968" y="596090"/>
                </a:lnTo>
                <a:lnTo>
                  <a:pt x="5543685" y="768994"/>
                </a:lnTo>
                <a:cubicBezTo>
                  <a:pt x="5504169" y="862422"/>
                  <a:pt x="5459683" y="953235"/>
                  <a:pt x="5410562" y="1041106"/>
                </a:cubicBezTo>
                <a:lnTo>
                  <a:pt x="5391072" y="1071921"/>
                </a:lnTo>
                <a:lnTo>
                  <a:pt x="5390947" y="1072176"/>
                </a:lnTo>
                <a:cubicBezTo>
                  <a:pt x="5382270" y="1093868"/>
                  <a:pt x="5364916" y="1122069"/>
                  <a:pt x="5345392" y="1150268"/>
                </a:cubicBezTo>
                <a:cubicBezTo>
                  <a:pt x="5325870" y="1178469"/>
                  <a:pt x="5308517" y="1208838"/>
                  <a:pt x="5299840" y="1234868"/>
                </a:cubicBezTo>
                <a:cubicBezTo>
                  <a:pt x="5284654" y="1254390"/>
                  <a:pt x="5265133" y="1276082"/>
                  <a:pt x="5247779" y="1299945"/>
                </a:cubicBezTo>
                <a:cubicBezTo>
                  <a:pt x="5230425" y="1323805"/>
                  <a:pt x="5215240" y="1349835"/>
                  <a:pt x="5204395" y="1373698"/>
                </a:cubicBezTo>
                <a:cubicBezTo>
                  <a:pt x="5141486" y="1460466"/>
                  <a:pt x="5039535" y="1571095"/>
                  <a:pt x="4948428" y="1662202"/>
                </a:cubicBezTo>
                <a:cubicBezTo>
                  <a:pt x="4920227" y="1686064"/>
                  <a:pt x="4892029" y="1709925"/>
                  <a:pt x="4863827" y="1733787"/>
                </a:cubicBezTo>
                <a:lnTo>
                  <a:pt x="4855711" y="1739959"/>
                </a:lnTo>
                <a:lnTo>
                  <a:pt x="4852211" y="1743502"/>
                </a:lnTo>
                <a:lnTo>
                  <a:pt x="4816833" y="1772341"/>
                </a:lnTo>
                <a:lnTo>
                  <a:pt x="4787906" y="1805370"/>
                </a:lnTo>
                <a:cubicBezTo>
                  <a:pt x="4753198" y="1833571"/>
                  <a:pt x="4718491" y="1859601"/>
                  <a:pt x="4681613" y="1885632"/>
                </a:cubicBezTo>
                <a:lnTo>
                  <a:pt x="4664959" y="1896153"/>
                </a:lnTo>
                <a:lnTo>
                  <a:pt x="4619721" y="1933031"/>
                </a:lnTo>
                <a:lnTo>
                  <a:pt x="4613189" y="1937274"/>
                </a:lnTo>
                <a:lnTo>
                  <a:pt x="4603522" y="1946370"/>
                </a:lnTo>
                <a:cubicBezTo>
                  <a:pt x="4575323" y="1965892"/>
                  <a:pt x="4547122" y="1985416"/>
                  <a:pt x="4518924" y="2002769"/>
                </a:cubicBezTo>
                <a:cubicBezTo>
                  <a:pt x="4490723" y="2020123"/>
                  <a:pt x="4462525" y="2037477"/>
                  <a:pt x="4434323" y="2054830"/>
                </a:cubicBezTo>
                <a:lnTo>
                  <a:pt x="4424640" y="2059738"/>
                </a:lnTo>
                <a:lnTo>
                  <a:pt x="4367359" y="2096944"/>
                </a:lnTo>
                <a:lnTo>
                  <a:pt x="4349602" y="2105901"/>
                </a:lnTo>
                <a:lnTo>
                  <a:pt x="4332371" y="2117736"/>
                </a:lnTo>
                <a:cubicBezTo>
                  <a:pt x="4315018" y="2128584"/>
                  <a:pt x="4295494" y="2139429"/>
                  <a:pt x="4273802" y="2150276"/>
                </a:cubicBezTo>
                <a:lnTo>
                  <a:pt x="4219078" y="2171738"/>
                </a:lnTo>
                <a:lnTo>
                  <a:pt x="4097113" y="2233257"/>
                </a:lnTo>
                <a:cubicBezTo>
                  <a:pt x="4004268" y="2273872"/>
                  <a:pt x="3908778" y="2309558"/>
                  <a:pt x="3810966" y="2339980"/>
                </a:cubicBezTo>
                <a:close/>
                <a:moveTo>
                  <a:pt x="3434318" y="2432271"/>
                </a:moveTo>
                <a:cubicBezTo>
                  <a:pt x="3458180" y="2431187"/>
                  <a:pt x="3476076" y="2426849"/>
                  <a:pt x="3489904" y="2421968"/>
                </a:cubicBezTo>
                <a:lnTo>
                  <a:pt x="3508260" y="2413988"/>
                </a:lnTo>
                <a:lnTo>
                  <a:pt x="3395689" y="2431169"/>
                </a:lnTo>
                <a:close/>
                <a:moveTo>
                  <a:pt x="3115443" y="2471317"/>
                </a:moveTo>
                <a:cubicBezTo>
                  <a:pt x="3119781" y="2469149"/>
                  <a:pt x="3126290" y="2469149"/>
                  <a:pt x="3134967" y="2466978"/>
                </a:cubicBezTo>
                <a:cubicBezTo>
                  <a:pt x="3180519" y="2460472"/>
                  <a:pt x="3223903" y="2456133"/>
                  <a:pt x="3269458" y="2451795"/>
                </a:cubicBezTo>
                <a:cubicBezTo>
                  <a:pt x="3274338" y="2450711"/>
                  <a:pt x="3282339" y="2449219"/>
                  <a:pt x="3291589" y="2447491"/>
                </a:cubicBezTo>
                <a:lnTo>
                  <a:pt x="3302325" y="2445418"/>
                </a:lnTo>
                <a:lnTo>
                  <a:pt x="3269182" y="2450476"/>
                </a:lnTo>
                <a:lnTo>
                  <a:pt x="3039972" y="2462050"/>
                </a:lnTo>
                <a:close/>
                <a:moveTo>
                  <a:pt x="3566117" y="2502995"/>
                </a:moveTo>
                <a:lnTo>
                  <a:pt x="3744787" y="2463184"/>
                </a:lnTo>
                <a:lnTo>
                  <a:pt x="3919185" y="2408971"/>
                </a:lnTo>
                <a:close/>
                <a:moveTo>
                  <a:pt x="3719971" y="2526104"/>
                </a:moveTo>
                <a:lnTo>
                  <a:pt x="3722825" y="2525548"/>
                </a:lnTo>
                <a:lnTo>
                  <a:pt x="3725537" y="2524533"/>
                </a:lnTo>
                <a:close/>
                <a:moveTo>
                  <a:pt x="3245598" y="2558088"/>
                </a:moveTo>
                <a:lnTo>
                  <a:pt x="3337099" y="2535211"/>
                </a:lnTo>
                <a:lnTo>
                  <a:pt x="3338873" y="2529887"/>
                </a:lnTo>
                <a:cubicBezTo>
                  <a:pt x="3356227" y="2519042"/>
                  <a:pt x="3399611" y="2508195"/>
                  <a:pt x="3510242" y="2501688"/>
                </a:cubicBezTo>
                <a:cubicBezTo>
                  <a:pt x="3555794" y="2493011"/>
                  <a:pt x="3594840" y="2482164"/>
                  <a:pt x="3631717" y="2471319"/>
                </a:cubicBezTo>
                <a:cubicBezTo>
                  <a:pt x="3666425" y="2460472"/>
                  <a:pt x="3698962" y="2453965"/>
                  <a:pt x="3729331" y="2443118"/>
                </a:cubicBezTo>
                <a:cubicBezTo>
                  <a:pt x="3759700" y="2434441"/>
                  <a:pt x="3787901" y="2425764"/>
                  <a:pt x="3818270" y="2414920"/>
                </a:cubicBezTo>
                <a:cubicBezTo>
                  <a:pt x="3848639" y="2406243"/>
                  <a:pt x="3879008" y="2395396"/>
                  <a:pt x="3915883" y="2384551"/>
                </a:cubicBezTo>
                <a:cubicBezTo>
                  <a:pt x="3941914" y="2380212"/>
                  <a:pt x="3967944" y="2378042"/>
                  <a:pt x="3991807" y="2371535"/>
                </a:cubicBezTo>
                <a:lnTo>
                  <a:pt x="3940410" y="2402373"/>
                </a:lnTo>
                <a:lnTo>
                  <a:pt x="3941914" y="2401904"/>
                </a:lnTo>
                <a:cubicBezTo>
                  <a:pt x="3959267" y="2391057"/>
                  <a:pt x="3980959" y="2378042"/>
                  <a:pt x="3996145" y="2369365"/>
                </a:cubicBezTo>
                <a:cubicBezTo>
                  <a:pt x="4006990" y="2365027"/>
                  <a:pt x="4015667" y="2362858"/>
                  <a:pt x="4026514" y="2358520"/>
                </a:cubicBezTo>
                <a:lnTo>
                  <a:pt x="4028536" y="2357960"/>
                </a:lnTo>
                <a:lnTo>
                  <a:pt x="4041697" y="2343334"/>
                </a:lnTo>
                <a:cubicBezTo>
                  <a:pt x="4065560" y="2334658"/>
                  <a:pt x="4089420" y="2325981"/>
                  <a:pt x="4113282" y="2317304"/>
                </a:cubicBezTo>
                <a:cubicBezTo>
                  <a:pt x="4137142" y="2306459"/>
                  <a:pt x="4161005" y="2297782"/>
                  <a:pt x="4182697" y="2289105"/>
                </a:cubicBezTo>
                <a:cubicBezTo>
                  <a:pt x="4184865" y="2280428"/>
                  <a:pt x="4206558" y="2271752"/>
                  <a:pt x="4230420" y="2260904"/>
                </a:cubicBezTo>
                <a:cubicBezTo>
                  <a:pt x="4254280" y="2250059"/>
                  <a:pt x="4280310" y="2239212"/>
                  <a:pt x="4293326" y="2228367"/>
                </a:cubicBezTo>
                <a:cubicBezTo>
                  <a:pt x="4310679" y="2221859"/>
                  <a:pt x="4328033" y="2215352"/>
                  <a:pt x="4345387" y="2206675"/>
                </a:cubicBezTo>
                <a:lnTo>
                  <a:pt x="4381087" y="2191155"/>
                </a:lnTo>
                <a:lnTo>
                  <a:pt x="4399618" y="2178474"/>
                </a:lnTo>
                <a:cubicBezTo>
                  <a:pt x="4429987" y="2158953"/>
                  <a:pt x="4462525" y="2141599"/>
                  <a:pt x="4490725" y="2124245"/>
                </a:cubicBezTo>
                <a:cubicBezTo>
                  <a:pt x="4525432" y="2111230"/>
                  <a:pt x="4570985" y="2085199"/>
                  <a:pt x="4618708" y="2054830"/>
                </a:cubicBezTo>
                <a:lnTo>
                  <a:pt x="4743722" y="1965236"/>
                </a:lnTo>
                <a:lnTo>
                  <a:pt x="4735845" y="1965892"/>
                </a:lnTo>
                <a:cubicBezTo>
                  <a:pt x="4698967" y="1996261"/>
                  <a:pt x="4651244" y="2028800"/>
                  <a:pt x="4605692" y="2059169"/>
                </a:cubicBezTo>
                <a:cubicBezTo>
                  <a:pt x="4560137" y="2089538"/>
                  <a:pt x="4512415" y="2113398"/>
                  <a:pt x="4477707" y="2128584"/>
                </a:cubicBezTo>
                <a:cubicBezTo>
                  <a:pt x="4449509" y="2145937"/>
                  <a:pt x="4419140" y="2163291"/>
                  <a:pt x="4386601" y="2182813"/>
                </a:cubicBezTo>
                <a:cubicBezTo>
                  <a:pt x="4369247" y="2189322"/>
                  <a:pt x="4354064" y="2197998"/>
                  <a:pt x="4336710" y="2204505"/>
                </a:cubicBezTo>
                <a:cubicBezTo>
                  <a:pt x="4319356" y="2211014"/>
                  <a:pt x="4302002" y="2217520"/>
                  <a:pt x="4284649" y="2226197"/>
                </a:cubicBezTo>
                <a:cubicBezTo>
                  <a:pt x="4271633" y="2237044"/>
                  <a:pt x="4245603" y="2247889"/>
                  <a:pt x="4221740" y="2258736"/>
                </a:cubicBezTo>
                <a:cubicBezTo>
                  <a:pt x="4197881" y="2269581"/>
                  <a:pt x="4176188" y="2278258"/>
                  <a:pt x="4174018" y="2286935"/>
                </a:cubicBezTo>
                <a:cubicBezTo>
                  <a:pt x="4152326" y="2295612"/>
                  <a:pt x="4128465" y="2306459"/>
                  <a:pt x="4104603" y="2315136"/>
                </a:cubicBezTo>
                <a:cubicBezTo>
                  <a:pt x="4080743" y="2325981"/>
                  <a:pt x="4056881" y="2332490"/>
                  <a:pt x="4033020" y="2341166"/>
                </a:cubicBezTo>
                <a:cubicBezTo>
                  <a:pt x="4028682" y="2345505"/>
                  <a:pt x="4020005" y="2354182"/>
                  <a:pt x="4013496" y="2360688"/>
                </a:cubicBezTo>
                <a:cubicBezTo>
                  <a:pt x="4002651" y="2365027"/>
                  <a:pt x="3993975" y="2367197"/>
                  <a:pt x="3983127" y="2371535"/>
                </a:cubicBezTo>
                <a:cubicBezTo>
                  <a:pt x="3957097" y="2378042"/>
                  <a:pt x="3931066" y="2380212"/>
                  <a:pt x="3907206" y="2384551"/>
                </a:cubicBezTo>
                <a:cubicBezTo>
                  <a:pt x="3872499" y="2395396"/>
                  <a:pt x="3839959" y="2406243"/>
                  <a:pt x="3809590" y="2414920"/>
                </a:cubicBezTo>
                <a:cubicBezTo>
                  <a:pt x="3779222" y="2423596"/>
                  <a:pt x="3748853" y="2432273"/>
                  <a:pt x="3720654" y="2443118"/>
                </a:cubicBezTo>
                <a:cubicBezTo>
                  <a:pt x="3690285" y="2453965"/>
                  <a:pt x="3657746" y="2460472"/>
                  <a:pt x="3623038" y="2471319"/>
                </a:cubicBezTo>
                <a:cubicBezTo>
                  <a:pt x="3588331" y="2482164"/>
                  <a:pt x="3549285" y="2493011"/>
                  <a:pt x="3501563" y="2501688"/>
                </a:cubicBezTo>
                <a:cubicBezTo>
                  <a:pt x="3388764" y="2508195"/>
                  <a:pt x="3347550" y="2521210"/>
                  <a:pt x="3330196" y="2529887"/>
                </a:cubicBezTo>
                <a:cubicBezTo>
                  <a:pt x="3328026" y="2532057"/>
                  <a:pt x="3328026" y="2534225"/>
                  <a:pt x="3325858" y="2536395"/>
                </a:cubicBezTo>
                <a:lnTo>
                  <a:pt x="3243464" y="2556994"/>
                </a:lnTo>
                <a:close/>
                <a:moveTo>
                  <a:pt x="2174005" y="2581948"/>
                </a:moveTo>
                <a:cubicBezTo>
                  <a:pt x="2163160" y="2579777"/>
                  <a:pt x="2150145" y="2577609"/>
                  <a:pt x="2139297" y="2575439"/>
                </a:cubicBezTo>
                <a:cubicBezTo>
                  <a:pt x="2098084" y="2562424"/>
                  <a:pt x="2056867" y="2545070"/>
                  <a:pt x="2015653" y="2529887"/>
                </a:cubicBezTo>
                <a:lnTo>
                  <a:pt x="1954915" y="2506024"/>
                </a:lnTo>
                <a:cubicBezTo>
                  <a:pt x="1935391" y="2497347"/>
                  <a:pt x="1913699" y="2488671"/>
                  <a:pt x="1894178" y="2479994"/>
                </a:cubicBezTo>
                <a:cubicBezTo>
                  <a:pt x="1865977" y="2471317"/>
                  <a:pt x="1839946" y="2460472"/>
                  <a:pt x="1813916" y="2451795"/>
                </a:cubicBezTo>
                <a:cubicBezTo>
                  <a:pt x="1790055" y="2440948"/>
                  <a:pt x="1766193" y="2432271"/>
                  <a:pt x="1744501" y="2421426"/>
                </a:cubicBezTo>
                <a:cubicBezTo>
                  <a:pt x="1722809" y="2412749"/>
                  <a:pt x="1705455" y="2401902"/>
                  <a:pt x="1690272" y="2393225"/>
                </a:cubicBezTo>
                <a:cubicBezTo>
                  <a:pt x="1675086" y="2382380"/>
                  <a:pt x="1664241" y="2373703"/>
                  <a:pt x="1655564" y="2365027"/>
                </a:cubicBezTo>
                <a:cubicBezTo>
                  <a:pt x="1770531" y="2406240"/>
                  <a:pt x="1844285" y="2443118"/>
                  <a:pt x="1905022" y="2471317"/>
                </a:cubicBezTo>
                <a:cubicBezTo>
                  <a:pt x="1933223" y="2482164"/>
                  <a:pt x="1963592" y="2490841"/>
                  <a:pt x="1993961" y="2499518"/>
                </a:cubicBezTo>
                <a:cubicBezTo>
                  <a:pt x="2017822" y="2508195"/>
                  <a:pt x="2039514" y="2514701"/>
                  <a:pt x="2061206" y="2523378"/>
                </a:cubicBezTo>
                <a:cubicBezTo>
                  <a:pt x="2082898" y="2532055"/>
                  <a:pt x="2104590" y="2538564"/>
                  <a:pt x="2128453" y="2545070"/>
                </a:cubicBezTo>
                <a:cubicBezTo>
                  <a:pt x="2150145" y="2553747"/>
                  <a:pt x="2169666" y="2562424"/>
                  <a:pt x="2187020" y="2571101"/>
                </a:cubicBezTo>
                <a:cubicBezTo>
                  <a:pt x="2182682" y="2573271"/>
                  <a:pt x="2178343" y="2577609"/>
                  <a:pt x="2174005" y="2581948"/>
                </a:cubicBezTo>
                <a:close/>
                <a:moveTo>
                  <a:pt x="3260781" y="2586286"/>
                </a:moveTo>
                <a:cubicBezTo>
                  <a:pt x="3260781" y="2579777"/>
                  <a:pt x="3256443" y="2575439"/>
                  <a:pt x="3254275" y="2568932"/>
                </a:cubicBezTo>
                <a:cubicBezTo>
                  <a:pt x="3284644" y="2568932"/>
                  <a:pt x="3312842" y="2564594"/>
                  <a:pt x="3349720" y="2560256"/>
                </a:cubicBezTo>
                <a:cubicBezTo>
                  <a:pt x="3384427" y="2555917"/>
                  <a:pt x="3427812" y="2553747"/>
                  <a:pt x="3488550" y="2547240"/>
                </a:cubicBezTo>
                <a:cubicBezTo>
                  <a:pt x="3453842" y="2555917"/>
                  <a:pt x="3429980" y="2564594"/>
                  <a:pt x="3397443" y="2568932"/>
                </a:cubicBezTo>
                <a:cubicBezTo>
                  <a:pt x="3364903" y="2573271"/>
                  <a:pt x="3325858" y="2579777"/>
                  <a:pt x="3260781" y="2586286"/>
                </a:cubicBezTo>
                <a:close/>
                <a:moveTo>
                  <a:pt x="3076397" y="2696917"/>
                </a:moveTo>
                <a:cubicBezTo>
                  <a:pt x="3056875" y="2696917"/>
                  <a:pt x="3043860" y="2696917"/>
                  <a:pt x="3024336" y="2696917"/>
                </a:cubicBezTo>
                <a:cubicBezTo>
                  <a:pt x="3002644" y="2694747"/>
                  <a:pt x="2978784" y="2694747"/>
                  <a:pt x="2957092" y="2692578"/>
                </a:cubicBezTo>
                <a:cubicBezTo>
                  <a:pt x="2907199" y="2690408"/>
                  <a:pt x="2859476" y="2690408"/>
                  <a:pt x="2811753" y="2688240"/>
                </a:cubicBezTo>
                <a:cubicBezTo>
                  <a:pt x="2777046" y="2686069"/>
                  <a:pt x="2740170" y="2683901"/>
                  <a:pt x="2703293" y="2679563"/>
                </a:cubicBezTo>
                <a:cubicBezTo>
                  <a:pt x="2672924" y="2677393"/>
                  <a:pt x="2640387" y="2670887"/>
                  <a:pt x="2607847" y="2666548"/>
                </a:cubicBezTo>
                <a:cubicBezTo>
                  <a:pt x="2575310" y="2662210"/>
                  <a:pt x="2544941" y="2657871"/>
                  <a:pt x="2512402" y="2651363"/>
                </a:cubicBezTo>
                <a:cubicBezTo>
                  <a:pt x="2464679" y="2642686"/>
                  <a:pt x="2412618" y="2638347"/>
                  <a:pt x="2367066" y="2629670"/>
                </a:cubicBezTo>
                <a:cubicBezTo>
                  <a:pt x="2321511" y="2618825"/>
                  <a:pt x="2280297" y="2607978"/>
                  <a:pt x="2254267" y="2592795"/>
                </a:cubicBezTo>
                <a:lnTo>
                  <a:pt x="2255572" y="2591848"/>
                </a:lnTo>
                <a:lnTo>
                  <a:pt x="2189190" y="2571103"/>
                </a:lnTo>
                <a:cubicBezTo>
                  <a:pt x="2171837" y="2562424"/>
                  <a:pt x="2152313" y="2553749"/>
                  <a:pt x="2130621" y="2545072"/>
                </a:cubicBezTo>
                <a:cubicBezTo>
                  <a:pt x="2106760" y="2538564"/>
                  <a:pt x="2085068" y="2532057"/>
                  <a:pt x="2063376" y="2523380"/>
                </a:cubicBezTo>
                <a:cubicBezTo>
                  <a:pt x="2039514" y="2514703"/>
                  <a:pt x="2017822" y="2508195"/>
                  <a:pt x="1993961" y="2499518"/>
                </a:cubicBezTo>
                <a:cubicBezTo>
                  <a:pt x="1996132" y="2490841"/>
                  <a:pt x="2005351" y="2488673"/>
                  <a:pt x="2025414" y="2491925"/>
                </a:cubicBezTo>
                <a:cubicBezTo>
                  <a:pt x="2045480" y="2495179"/>
                  <a:pt x="2076391" y="2503856"/>
                  <a:pt x="2121944" y="2516871"/>
                </a:cubicBezTo>
                <a:cubicBezTo>
                  <a:pt x="2134959" y="2519039"/>
                  <a:pt x="2150145" y="2519039"/>
                  <a:pt x="2163160" y="2519039"/>
                </a:cubicBezTo>
                <a:cubicBezTo>
                  <a:pt x="2202206" y="2538564"/>
                  <a:pt x="2239081" y="2558088"/>
                  <a:pt x="2278127" y="2575441"/>
                </a:cubicBezTo>
                <a:cubicBezTo>
                  <a:pt x="2293313" y="2577609"/>
                  <a:pt x="2312834" y="2581948"/>
                  <a:pt x="2330188" y="2586286"/>
                </a:cubicBezTo>
                <a:lnTo>
                  <a:pt x="2333445" y="2587372"/>
                </a:lnTo>
                <a:lnTo>
                  <a:pt x="2345374" y="2575441"/>
                </a:lnTo>
                <a:cubicBezTo>
                  <a:pt x="2360557" y="2579780"/>
                  <a:pt x="2375743" y="2584118"/>
                  <a:pt x="2390926" y="2588457"/>
                </a:cubicBezTo>
                <a:cubicBezTo>
                  <a:pt x="2406112" y="2592795"/>
                  <a:pt x="2421295" y="2594963"/>
                  <a:pt x="2436481" y="2599301"/>
                </a:cubicBezTo>
                <a:lnTo>
                  <a:pt x="2526239" y="2620176"/>
                </a:lnTo>
                <a:lnTo>
                  <a:pt x="2527588" y="2618825"/>
                </a:lnTo>
                <a:cubicBezTo>
                  <a:pt x="2560125" y="2623164"/>
                  <a:pt x="2597002" y="2629670"/>
                  <a:pt x="2631710" y="2636179"/>
                </a:cubicBezTo>
                <a:cubicBezTo>
                  <a:pt x="2646893" y="2638347"/>
                  <a:pt x="2664247" y="2640518"/>
                  <a:pt x="2681600" y="2644856"/>
                </a:cubicBezTo>
                <a:cubicBezTo>
                  <a:pt x="2698954" y="2647024"/>
                  <a:pt x="2716308" y="2649194"/>
                  <a:pt x="2731493" y="2649194"/>
                </a:cubicBezTo>
                <a:cubicBezTo>
                  <a:pt x="2761862" y="2649194"/>
                  <a:pt x="2794399" y="2651363"/>
                  <a:pt x="2833445" y="2653533"/>
                </a:cubicBezTo>
                <a:cubicBezTo>
                  <a:pt x="2872491" y="2653533"/>
                  <a:pt x="2918046" y="2655701"/>
                  <a:pt x="2972275" y="2651363"/>
                </a:cubicBezTo>
                <a:lnTo>
                  <a:pt x="2978301" y="2651363"/>
                </a:lnTo>
                <a:lnTo>
                  <a:pt x="2991799" y="2643770"/>
                </a:lnTo>
                <a:cubicBezTo>
                  <a:pt x="3001018" y="2640518"/>
                  <a:pt x="3012407" y="2637263"/>
                  <a:pt x="3022168" y="2634009"/>
                </a:cubicBezTo>
                <a:cubicBezTo>
                  <a:pt x="3033015" y="2634009"/>
                  <a:pt x="3043860" y="2633467"/>
                  <a:pt x="3053079" y="2633467"/>
                </a:cubicBezTo>
                <a:cubicBezTo>
                  <a:pt x="3062298" y="2633467"/>
                  <a:pt x="3069891" y="2634009"/>
                  <a:pt x="3074229" y="2636177"/>
                </a:cubicBezTo>
                <a:lnTo>
                  <a:pt x="3079922" y="2651363"/>
                </a:lnTo>
                <a:lnTo>
                  <a:pt x="3128458" y="2651363"/>
                </a:lnTo>
                <a:cubicBezTo>
                  <a:pt x="3124120" y="2657871"/>
                  <a:pt x="3117613" y="2666548"/>
                  <a:pt x="3113275" y="2673055"/>
                </a:cubicBezTo>
                <a:cubicBezTo>
                  <a:pt x="3111104" y="2675225"/>
                  <a:pt x="3108936" y="2677393"/>
                  <a:pt x="3104598" y="2683901"/>
                </a:cubicBezTo>
                <a:cubicBezTo>
                  <a:pt x="3098089" y="2688240"/>
                  <a:pt x="3087244" y="2692578"/>
                  <a:pt x="3076397" y="2696917"/>
                </a:cubicBezTo>
                <a:close/>
                <a:moveTo>
                  <a:pt x="3227761" y="2717163"/>
                </a:moveTo>
                <a:lnTo>
                  <a:pt x="3254252" y="2701267"/>
                </a:lnTo>
                <a:lnTo>
                  <a:pt x="3226074" y="2716438"/>
                </a:lnTo>
                <a:close/>
                <a:moveTo>
                  <a:pt x="3181606" y="2733521"/>
                </a:moveTo>
                <a:cubicBezTo>
                  <a:pt x="3163710" y="2733792"/>
                  <a:pt x="3145814" y="2730538"/>
                  <a:pt x="3121952" y="2722945"/>
                </a:cubicBezTo>
                <a:cubicBezTo>
                  <a:pt x="3121952" y="2722945"/>
                  <a:pt x="3124122" y="2720777"/>
                  <a:pt x="3124122" y="2720777"/>
                </a:cubicBezTo>
                <a:cubicBezTo>
                  <a:pt x="3128460" y="2716438"/>
                  <a:pt x="3130628" y="2712100"/>
                  <a:pt x="3134967" y="2705591"/>
                </a:cubicBezTo>
                <a:cubicBezTo>
                  <a:pt x="3117613" y="2703423"/>
                  <a:pt x="3100260" y="2701253"/>
                  <a:pt x="3085076" y="2699085"/>
                </a:cubicBezTo>
                <a:cubicBezTo>
                  <a:pt x="3091583" y="2694747"/>
                  <a:pt x="3102430" y="2690408"/>
                  <a:pt x="3108936" y="2686069"/>
                </a:cubicBezTo>
                <a:cubicBezTo>
                  <a:pt x="3132799" y="2686069"/>
                  <a:pt x="3156659" y="2686069"/>
                  <a:pt x="3180522" y="2683899"/>
                </a:cubicBezTo>
                <a:cubicBezTo>
                  <a:pt x="3204382" y="2681731"/>
                  <a:pt x="3226074" y="2681731"/>
                  <a:pt x="3249936" y="2681731"/>
                </a:cubicBezTo>
                <a:lnTo>
                  <a:pt x="3349718" y="2683899"/>
                </a:lnTo>
                <a:lnTo>
                  <a:pt x="3419133" y="2677393"/>
                </a:lnTo>
                <a:cubicBezTo>
                  <a:pt x="3464687" y="2668716"/>
                  <a:pt x="3508071" y="2657869"/>
                  <a:pt x="3549285" y="2649192"/>
                </a:cubicBezTo>
                <a:cubicBezTo>
                  <a:pt x="3586163" y="2638347"/>
                  <a:pt x="3612194" y="2634009"/>
                  <a:pt x="3636054" y="2629670"/>
                </a:cubicBezTo>
                <a:cubicBezTo>
                  <a:pt x="3659916" y="2627500"/>
                  <a:pt x="3681608" y="2627500"/>
                  <a:pt x="3701130" y="2627500"/>
                </a:cubicBezTo>
                <a:lnTo>
                  <a:pt x="3705658" y="2625398"/>
                </a:lnTo>
                <a:lnTo>
                  <a:pt x="3642563" y="2627502"/>
                </a:lnTo>
                <a:cubicBezTo>
                  <a:pt x="3618700" y="2629670"/>
                  <a:pt x="3590501" y="2636179"/>
                  <a:pt x="3555794" y="2647024"/>
                </a:cubicBezTo>
                <a:cubicBezTo>
                  <a:pt x="3514578" y="2655701"/>
                  <a:pt x="3471194" y="2666548"/>
                  <a:pt x="3425641" y="2675225"/>
                </a:cubicBezTo>
                <a:cubicBezTo>
                  <a:pt x="3403949" y="2677393"/>
                  <a:pt x="3382257" y="2679563"/>
                  <a:pt x="3356227" y="2681731"/>
                </a:cubicBezTo>
                <a:cubicBezTo>
                  <a:pt x="3325858" y="2681731"/>
                  <a:pt x="3291150" y="2681731"/>
                  <a:pt x="3256443" y="2679563"/>
                </a:cubicBezTo>
                <a:cubicBezTo>
                  <a:pt x="3234751" y="2679563"/>
                  <a:pt x="3210888" y="2681731"/>
                  <a:pt x="3187028" y="2681731"/>
                </a:cubicBezTo>
                <a:cubicBezTo>
                  <a:pt x="3163166" y="2683901"/>
                  <a:pt x="3139305" y="2683901"/>
                  <a:pt x="3115443" y="2683901"/>
                </a:cubicBezTo>
                <a:cubicBezTo>
                  <a:pt x="3113275" y="2679563"/>
                  <a:pt x="3115443" y="2677393"/>
                  <a:pt x="3117613" y="2675225"/>
                </a:cubicBezTo>
                <a:cubicBezTo>
                  <a:pt x="3121952" y="2668716"/>
                  <a:pt x="3128458" y="2662210"/>
                  <a:pt x="3132797" y="2653533"/>
                </a:cubicBezTo>
                <a:cubicBezTo>
                  <a:pt x="3345379" y="2644856"/>
                  <a:pt x="3586163" y="2603640"/>
                  <a:pt x="3800914" y="2542902"/>
                </a:cubicBezTo>
                <a:cubicBezTo>
                  <a:pt x="3959268" y="2497350"/>
                  <a:pt x="4108941" y="2443118"/>
                  <a:pt x="4254280" y="2371535"/>
                </a:cubicBezTo>
                <a:cubicBezTo>
                  <a:pt x="4288987" y="2352011"/>
                  <a:pt x="4330201" y="2330319"/>
                  <a:pt x="4373586" y="2308627"/>
                </a:cubicBezTo>
                <a:cubicBezTo>
                  <a:pt x="4395277" y="2297782"/>
                  <a:pt x="4419140" y="2286935"/>
                  <a:pt x="4440832" y="2273920"/>
                </a:cubicBezTo>
                <a:cubicBezTo>
                  <a:pt x="4462525" y="2260904"/>
                  <a:pt x="4486384" y="2250059"/>
                  <a:pt x="4510247" y="2237044"/>
                </a:cubicBezTo>
                <a:cubicBezTo>
                  <a:pt x="4555799" y="2211014"/>
                  <a:pt x="4599183" y="2184983"/>
                  <a:pt x="4640399" y="2158953"/>
                </a:cubicBezTo>
                <a:cubicBezTo>
                  <a:pt x="4681613" y="2130752"/>
                  <a:pt x="4716321" y="2104721"/>
                  <a:pt x="4744522" y="2078691"/>
                </a:cubicBezTo>
                <a:cubicBezTo>
                  <a:pt x="4809598" y="2030968"/>
                  <a:pt x="4874674" y="1983245"/>
                  <a:pt x="4939751" y="1926846"/>
                </a:cubicBezTo>
                <a:cubicBezTo>
                  <a:pt x="4957104" y="1911662"/>
                  <a:pt x="4976626" y="1898647"/>
                  <a:pt x="4993980" y="1883461"/>
                </a:cubicBezTo>
                <a:cubicBezTo>
                  <a:pt x="5011334" y="1868278"/>
                  <a:pt x="5028688" y="1853093"/>
                  <a:pt x="5046041" y="1837909"/>
                </a:cubicBezTo>
                <a:cubicBezTo>
                  <a:pt x="5074242" y="1814047"/>
                  <a:pt x="5098102" y="1792355"/>
                  <a:pt x="5124133" y="1766324"/>
                </a:cubicBezTo>
                <a:cubicBezTo>
                  <a:pt x="5134980" y="1746802"/>
                  <a:pt x="5147995" y="1729449"/>
                  <a:pt x="5156672" y="1712095"/>
                </a:cubicBezTo>
                <a:lnTo>
                  <a:pt x="5203411" y="1669250"/>
                </a:lnTo>
                <a:lnTo>
                  <a:pt x="5203787" y="1666559"/>
                </a:lnTo>
                <a:lnTo>
                  <a:pt x="5158842" y="1707756"/>
                </a:lnTo>
                <a:cubicBezTo>
                  <a:pt x="5150165" y="1725110"/>
                  <a:pt x="5137151" y="1742464"/>
                  <a:pt x="5126303" y="1761986"/>
                </a:cubicBezTo>
                <a:cubicBezTo>
                  <a:pt x="5100272" y="1788016"/>
                  <a:pt x="5076412" y="1809708"/>
                  <a:pt x="5048212" y="1833571"/>
                </a:cubicBezTo>
                <a:cubicBezTo>
                  <a:pt x="5030858" y="1848754"/>
                  <a:pt x="5013504" y="1863940"/>
                  <a:pt x="4996150" y="1879123"/>
                </a:cubicBezTo>
                <a:cubicBezTo>
                  <a:pt x="4978797" y="1894309"/>
                  <a:pt x="4961443" y="1907324"/>
                  <a:pt x="4941922" y="1922507"/>
                </a:cubicBezTo>
                <a:cubicBezTo>
                  <a:pt x="4876845" y="1976739"/>
                  <a:pt x="4813937" y="2026629"/>
                  <a:pt x="4746692" y="2074352"/>
                </a:cubicBezTo>
                <a:cubicBezTo>
                  <a:pt x="4718491" y="2100383"/>
                  <a:pt x="4681616" y="2128584"/>
                  <a:pt x="4642570" y="2154614"/>
                </a:cubicBezTo>
                <a:cubicBezTo>
                  <a:pt x="4601354" y="2180645"/>
                  <a:pt x="4557970" y="2208843"/>
                  <a:pt x="4512418" y="2232706"/>
                </a:cubicBezTo>
                <a:cubicBezTo>
                  <a:pt x="4488555" y="2245721"/>
                  <a:pt x="4466863" y="2256566"/>
                  <a:pt x="4443003" y="2269581"/>
                </a:cubicBezTo>
                <a:cubicBezTo>
                  <a:pt x="4421310" y="2282597"/>
                  <a:pt x="4397448" y="2293444"/>
                  <a:pt x="4375756" y="2304289"/>
                </a:cubicBezTo>
                <a:cubicBezTo>
                  <a:pt x="4332371" y="2325981"/>
                  <a:pt x="4291157" y="2347673"/>
                  <a:pt x="4256451" y="2367197"/>
                </a:cubicBezTo>
                <a:cubicBezTo>
                  <a:pt x="4111112" y="2436612"/>
                  <a:pt x="3961438" y="2490841"/>
                  <a:pt x="3803084" y="2538564"/>
                </a:cubicBezTo>
                <a:cubicBezTo>
                  <a:pt x="3588333" y="2599301"/>
                  <a:pt x="3347550" y="2640518"/>
                  <a:pt x="3134967" y="2649194"/>
                </a:cubicBezTo>
                <a:cubicBezTo>
                  <a:pt x="3117613" y="2649194"/>
                  <a:pt x="3098091" y="2649194"/>
                  <a:pt x="3085076" y="2649194"/>
                </a:cubicBezTo>
                <a:cubicBezTo>
                  <a:pt x="3082906" y="2642686"/>
                  <a:pt x="3078567" y="2638347"/>
                  <a:pt x="3078567" y="2631841"/>
                </a:cubicBezTo>
                <a:cubicBezTo>
                  <a:pt x="3069891" y="2627502"/>
                  <a:pt x="3048198" y="2629670"/>
                  <a:pt x="3026506" y="2629670"/>
                </a:cubicBezTo>
                <a:cubicBezTo>
                  <a:pt x="3006985" y="2636179"/>
                  <a:pt x="2980954" y="2642686"/>
                  <a:pt x="2978784" y="2649194"/>
                </a:cubicBezTo>
                <a:cubicBezTo>
                  <a:pt x="2924554" y="2651363"/>
                  <a:pt x="2881170" y="2651363"/>
                  <a:pt x="2839954" y="2651363"/>
                </a:cubicBezTo>
                <a:cubicBezTo>
                  <a:pt x="2800908" y="2649194"/>
                  <a:pt x="2768371" y="2647024"/>
                  <a:pt x="2738002" y="2647024"/>
                </a:cubicBezTo>
                <a:cubicBezTo>
                  <a:pt x="2720649" y="2644856"/>
                  <a:pt x="2705463" y="2642686"/>
                  <a:pt x="2688109" y="2642686"/>
                </a:cubicBezTo>
                <a:cubicBezTo>
                  <a:pt x="2670756" y="2640518"/>
                  <a:pt x="2653402" y="2638347"/>
                  <a:pt x="2638218" y="2634009"/>
                </a:cubicBezTo>
                <a:lnTo>
                  <a:pt x="2668273" y="2601952"/>
                </a:lnTo>
                <a:lnTo>
                  <a:pt x="2662079" y="2603640"/>
                </a:lnTo>
                <a:lnTo>
                  <a:pt x="2550104" y="2582904"/>
                </a:lnTo>
                <a:lnTo>
                  <a:pt x="2544941" y="2584118"/>
                </a:lnTo>
                <a:cubicBezTo>
                  <a:pt x="2460343" y="2571103"/>
                  <a:pt x="2390928" y="2558088"/>
                  <a:pt x="2330190" y="2545072"/>
                </a:cubicBezTo>
                <a:cubicBezTo>
                  <a:pt x="2299821" y="2538564"/>
                  <a:pt x="2271621" y="2532057"/>
                  <a:pt x="2245590" y="2527719"/>
                </a:cubicBezTo>
                <a:cubicBezTo>
                  <a:pt x="2219559" y="2521210"/>
                  <a:pt x="2195699" y="2516871"/>
                  <a:pt x="2171837" y="2514703"/>
                </a:cubicBezTo>
                <a:cubicBezTo>
                  <a:pt x="2143638" y="2501688"/>
                  <a:pt x="2113269" y="2488673"/>
                  <a:pt x="2082900" y="2473487"/>
                </a:cubicBezTo>
                <a:cubicBezTo>
                  <a:pt x="2052531" y="2462642"/>
                  <a:pt x="2019992" y="2449627"/>
                  <a:pt x="1972269" y="2432273"/>
                </a:cubicBezTo>
                <a:cubicBezTo>
                  <a:pt x="1933223" y="2417088"/>
                  <a:pt x="1894178" y="2401904"/>
                  <a:pt x="1857302" y="2386719"/>
                </a:cubicBezTo>
                <a:cubicBezTo>
                  <a:pt x="1868147" y="2375874"/>
                  <a:pt x="1872485" y="2373703"/>
                  <a:pt x="1876824" y="2371535"/>
                </a:cubicBezTo>
                <a:cubicBezTo>
                  <a:pt x="1905025" y="2378042"/>
                  <a:pt x="1931055" y="2382380"/>
                  <a:pt x="1957086" y="2386719"/>
                </a:cubicBezTo>
                <a:cubicBezTo>
                  <a:pt x="1970101" y="2397566"/>
                  <a:pt x="1980946" y="2406243"/>
                  <a:pt x="1991793" y="2417088"/>
                </a:cubicBezTo>
                <a:cubicBezTo>
                  <a:pt x="2022162" y="2423596"/>
                  <a:pt x="2054699" y="2436612"/>
                  <a:pt x="2111099" y="2451795"/>
                </a:cubicBezTo>
                <a:cubicBezTo>
                  <a:pt x="2197867" y="2484334"/>
                  <a:pt x="2269452" y="2499518"/>
                  <a:pt x="2347544" y="2512533"/>
                </a:cubicBezTo>
                <a:cubicBezTo>
                  <a:pt x="2367066" y="2516871"/>
                  <a:pt x="2386590" y="2519042"/>
                  <a:pt x="2406112" y="2523380"/>
                </a:cubicBezTo>
                <a:cubicBezTo>
                  <a:pt x="2425636" y="2525548"/>
                  <a:pt x="2447328" y="2529887"/>
                  <a:pt x="2469020" y="2534225"/>
                </a:cubicBezTo>
                <a:cubicBezTo>
                  <a:pt x="2490712" y="2538564"/>
                  <a:pt x="2514572" y="2542902"/>
                  <a:pt x="2538435" y="2549411"/>
                </a:cubicBezTo>
                <a:lnTo>
                  <a:pt x="2614930" y="2565951"/>
                </a:lnTo>
                <a:lnTo>
                  <a:pt x="2620863" y="2564594"/>
                </a:lnTo>
                <a:cubicBezTo>
                  <a:pt x="2644725" y="2568932"/>
                  <a:pt x="2666417" y="2571103"/>
                  <a:pt x="2692448" y="2575441"/>
                </a:cubicBezTo>
                <a:cubicBezTo>
                  <a:pt x="2694616" y="2573271"/>
                  <a:pt x="2694616" y="2573271"/>
                  <a:pt x="2694616" y="2571103"/>
                </a:cubicBezTo>
                <a:cubicBezTo>
                  <a:pt x="2729323" y="2573271"/>
                  <a:pt x="2766201" y="2573271"/>
                  <a:pt x="2798738" y="2575441"/>
                </a:cubicBezTo>
                <a:cubicBezTo>
                  <a:pt x="2805247" y="2575441"/>
                  <a:pt x="2813924" y="2577609"/>
                  <a:pt x="2816092" y="2577609"/>
                </a:cubicBezTo>
                <a:cubicBezTo>
                  <a:pt x="2872491" y="2579780"/>
                  <a:pt x="2924552" y="2577609"/>
                  <a:pt x="2976613" y="2577609"/>
                </a:cubicBezTo>
                <a:cubicBezTo>
                  <a:pt x="3017829" y="2579780"/>
                  <a:pt x="3056875" y="2579780"/>
                  <a:pt x="3093751" y="2581948"/>
                </a:cubicBezTo>
                <a:cubicBezTo>
                  <a:pt x="3141473" y="2579780"/>
                  <a:pt x="3189196" y="2573271"/>
                  <a:pt x="3232580" y="2571103"/>
                </a:cubicBezTo>
                <a:cubicBezTo>
                  <a:pt x="3239089" y="2571103"/>
                  <a:pt x="3247766" y="2571103"/>
                  <a:pt x="3249934" y="2571103"/>
                </a:cubicBezTo>
                <a:cubicBezTo>
                  <a:pt x="3252104" y="2577609"/>
                  <a:pt x="3256443" y="2581948"/>
                  <a:pt x="3256443" y="2588457"/>
                </a:cubicBezTo>
                <a:cubicBezTo>
                  <a:pt x="3321519" y="2584118"/>
                  <a:pt x="3360565" y="2577609"/>
                  <a:pt x="3393102" y="2571103"/>
                </a:cubicBezTo>
                <a:cubicBezTo>
                  <a:pt x="3425641" y="2566764"/>
                  <a:pt x="3449502" y="2560256"/>
                  <a:pt x="3484209" y="2549411"/>
                </a:cubicBezTo>
                <a:cubicBezTo>
                  <a:pt x="3501563" y="2547240"/>
                  <a:pt x="3518916" y="2545072"/>
                  <a:pt x="3536270" y="2540734"/>
                </a:cubicBezTo>
                <a:cubicBezTo>
                  <a:pt x="3547117" y="2538564"/>
                  <a:pt x="3557962" y="2538564"/>
                  <a:pt x="3568809" y="2536395"/>
                </a:cubicBezTo>
                <a:cubicBezTo>
                  <a:pt x="3594840" y="2529887"/>
                  <a:pt x="3616532" y="2525548"/>
                  <a:pt x="3640392" y="2519042"/>
                </a:cubicBezTo>
                <a:cubicBezTo>
                  <a:pt x="3659916" y="2514703"/>
                  <a:pt x="3679438" y="2510365"/>
                  <a:pt x="3698962" y="2506026"/>
                </a:cubicBezTo>
                <a:cubicBezTo>
                  <a:pt x="3718484" y="2501688"/>
                  <a:pt x="3738008" y="2495179"/>
                  <a:pt x="3757530" y="2490841"/>
                </a:cubicBezTo>
                <a:lnTo>
                  <a:pt x="3864961" y="2472248"/>
                </a:lnTo>
                <a:lnTo>
                  <a:pt x="3879008" y="2466981"/>
                </a:lnTo>
                <a:cubicBezTo>
                  <a:pt x="3842130" y="2473487"/>
                  <a:pt x="3803084" y="2479996"/>
                  <a:pt x="3766209" y="2486502"/>
                </a:cubicBezTo>
                <a:cubicBezTo>
                  <a:pt x="3746685" y="2490841"/>
                  <a:pt x="3727163" y="2497350"/>
                  <a:pt x="3707639" y="2501688"/>
                </a:cubicBezTo>
                <a:cubicBezTo>
                  <a:pt x="3688117" y="2506026"/>
                  <a:pt x="3668593" y="2510365"/>
                  <a:pt x="3649071" y="2514703"/>
                </a:cubicBezTo>
                <a:cubicBezTo>
                  <a:pt x="3623041" y="2521210"/>
                  <a:pt x="3603517" y="2525548"/>
                  <a:pt x="3577486" y="2532057"/>
                </a:cubicBezTo>
                <a:cubicBezTo>
                  <a:pt x="3566641" y="2534225"/>
                  <a:pt x="3555794" y="2534225"/>
                  <a:pt x="3544949" y="2536395"/>
                </a:cubicBezTo>
                <a:cubicBezTo>
                  <a:pt x="3527595" y="2538564"/>
                  <a:pt x="3510242" y="2540734"/>
                  <a:pt x="3492888" y="2545072"/>
                </a:cubicBezTo>
                <a:cubicBezTo>
                  <a:pt x="3432150" y="2551579"/>
                  <a:pt x="3388766" y="2553749"/>
                  <a:pt x="3351888" y="2558088"/>
                </a:cubicBezTo>
                <a:cubicBezTo>
                  <a:pt x="3317181" y="2562426"/>
                  <a:pt x="3288982" y="2566764"/>
                  <a:pt x="3256443" y="2566764"/>
                </a:cubicBezTo>
                <a:cubicBezTo>
                  <a:pt x="3252104" y="2566764"/>
                  <a:pt x="3245598" y="2566764"/>
                  <a:pt x="3239089" y="2566764"/>
                </a:cubicBezTo>
                <a:cubicBezTo>
                  <a:pt x="3195705" y="2571103"/>
                  <a:pt x="3147982" y="2577609"/>
                  <a:pt x="3100260" y="2577609"/>
                </a:cubicBezTo>
                <a:cubicBezTo>
                  <a:pt x="3063384" y="2575441"/>
                  <a:pt x="3024338" y="2575441"/>
                  <a:pt x="2983122" y="2573271"/>
                </a:cubicBezTo>
                <a:cubicBezTo>
                  <a:pt x="2931061" y="2573271"/>
                  <a:pt x="2879000" y="2575441"/>
                  <a:pt x="2822600" y="2573271"/>
                </a:cubicBezTo>
                <a:cubicBezTo>
                  <a:pt x="2818262" y="2573271"/>
                  <a:pt x="2811755" y="2571103"/>
                  <a:pt x="2805247" y="2571103"/>
                </a:cubicBezTo>
                <a:cubicBezTo>
                  <a:pt x="2781386" y="2562426"/>
                  <a:pt x="2764033" y="2553749"/>
                  <a:pt x="2738002" y="2542902"/>
                </a:cubicBezTo>
                <a:cubicBezTo>
                  <a:pt x="2727155" y="2551579"/>
                  <a:pt x="2711972" y="2558088"/>
                  <a:pt x="2701125" y="2566764"/>
                </a:cubicBezTo>
                <a:lnTo>
                  <a:pt x="2701031" y="2566951"/>
                </a:lnTo>
                <a:lnTo>
                  <a:pt x="2731493" y="2547240"/>
                </a:lnTo>
                <a:cubicBezTo>
                  <a:pt x="2757524" y="2558085"/>
                  <a:pt x="2777048" y="2566762"/>
                  <a:pt x="2798740" y="2575439"/>
                </a:cubicBezTo>
                <a:cubicBezTo>
                  <a:pt x="2764033" y="2575439"/>
                  <a:pt x="2727155" y="2573271"/>
                  <a:pt x="2694618" y="2571101"/>
                </a:cubicBezTo>
                <a:lnTo>
                  <a:pt x="2695438" y="2570570"/>
                </a:lnTo>
                <a:lnTo>
                  <a:pt x="2627371" y="2560256"/>
                </a:lnTo>
                <a:cubicBezTo>
                  <a:pt x="2599173" y="2553749"/>
                  <a:pt x="2573142" y="2549411"/>
                  <a:pt x="2547112" y="2542902"/>
                </a:cubicBezTo>
                <a:cubicBezTo>
                  <a:pt x="2523249" y="2536395"/>
                  <a:pt x="2499389" y="2532057"/>
                  <a:pt x="2477697" y="2527719"/>
                </a:cubicBezTo>
                <a:cubicBezTo>
                  <a:pt x="2456005" y="2523380"/>
                  <a:pt x="2434313" y="2521210"/>
                  <a:pt x="2414789" y="2516871"/>
                </a:cubicBezTo>
                <a:cubicBezTo>
                  <a:pt x="2395267" y="2512533"/>
                  <a:pt x="2375743" y="2510365"/>
                  <a:pt x="2356221" y="2506026"/>
                </a:cubicBezTo>
                <a:cubicBezTo>
                  <a:pt x="2278129" y="2493011"/>
                  <a:pt x="2206544" y="2477826"/>
                  <a:pt x="2119775" y="2445289"/>
                </a:cubicBezTo>
                <a:cubicBezTo>
                  <a:pt x="2063376" y="2432273"/>
                  <a:pt x="2030839" y="2419258"/>
                  <a:pt x="2000470" y="2410581"/>
                </a:cubicBezTo>
                <a:cubicBezTo>
                  <a:pt x="1987455" y="2401904"/>
                  <a:pt x="1976608" y="2391057"/>
                  <a:pt x="1965763" y="2380212"/>
                </a:cubicBezTo>
                <a:cubicBezTo>
                  <a:pt x="1939732" y="2375874"/>
                  <a:pt x="1913702" y="2371535"/>
                  <a:pt x="1885501" y="2365027"/>
                </a:cubicBezTo>
                <a:cubicBezTo>
                  <a:pt x="1844287" y="2345505"/>
                  <a:pt x="1807409" y="2325981"/>
                  <a:pt x="1766195" y="2304289"/>
                </a:cubicBezTo>
                <a:cubicBezTo>
                  <a:pt x="1753180" y="2304289"/>
                  <a:pt x="1744503" y="2306459"/>
                  <a:pt x="1731488" y="2306459"/>
                </a:cubicBezTo>
                <a:cubicBezTo>
                  <a:pt x="1688104" y="2284767"/>
                  <a:pt x="1649058" y="2265243"/>
                  <a:pt x="1607842" y="2243551"/>
                </a:cubicBezTo>
                <a:cubicBezTo>
                  <a:pt x="1601335" y="2230535"/>
                  <a:pt x="1592658" y="2217520"/>
                  <a:pt x="1586149" y="2204505"/>
                </a:cubicBezTo>
                <a:cubicBezTo>
                  <a:pt x="1586149" y="2204505"/>
                  <a:pt x="1588320" y="2204505"/>
                  <a:pt x="1590488" y="2202337"/>
                </a:cubicBezTo>
                <a:cubicBezTo>
                  <a:pt x="1614350" y="2217520"/>
                  <a:pt x="1640381" y="2230535"/>
                  <a:pt x="1666411" y="2243551"/>
                </a:cubicBezTo>
                <a:cubicBezTo>
                  <a:pt x="1692442" y="2256566"/>
                  <a:pt x="1716302" y="2269581"/>
                  <a:pt x="1742333" y="2284767"/>
                </a:cubicBezTo>
                <a:cubicBezTo>
                  <a:pt x="1751010" y="2280428"/>
                  <a:pt x="1757518" y="2276090"/>
                  <a:pt x="1764025" y="2271752"/>
                </a:cubicBezTo>
                <a:cubicBezTo>
                  <a:pt x="1722811" y="2252228"/>
                  <a:pt x="1696780" y="2230535"/>
                  <a:pt x="1675088" y="2213182"/>
                </a:cubicBezTo>
                <a:cubicBezTo>
                  <a:pt x="1653396" y="2195828"/>
                  <a:pt x="1631704" y="2184983"/>
                  <a:pt x="1601335" y="2180645"/>
                </a:cubicBezTo>
                <a:cubicBezTo>
                  <a:pt x="1540597" y="2137260"/>
                  <a:pt x="1521073" y="2137260"/>
                  <a:pt x="1499381" y="2122075"/>
                </a:cubicBezTo>
                <a:cubicBezTo>
                  <a:pt x="1469012" y="2102553"/>
                  <a:pt x="1440813" y="2085199"/>
                  <a:pt x="1412612" y="2065675"/>
                </a:cubicBezTo>
                <a:cubicBezTo>
                  <a:pt x="1343198" y="2026629"/>
                  <a:pt x="1362722" y="2067846"/>
                  <a:pt x="1275953" y="2007108"/>
                </a:cubicBezTo>
                <a:cubicBezTo>
                  <a:pt x="1258600" y="1994092"/>
                  <a:pt x="1243414" y="1981077"/>
                  <a:pt x="1223892" y="1963723"/>
                </a:cubicBezTo>
                <a:cubicBezTo>
                  <a:pt x="1228231" y="1963723"/>
                  <a:pt x="1232569" y="1961553"/>
                  <a:pt x="1234737" y="1959385"/>
                </a:cubicBezTo>
                <a:cubicBezTo>
                  <a:pt x="1254261" y="1965892"/>
                  <a:pt x="1269444" y="1970230"/>
                  <a:pt x="1286798" y="1974568"/>
                </a:cubicBezTo>
                <a:cubicBezTo>
                  <a:pt x="1249923" y="1933355"/>
                  <a:pt x="1243414" y="1916001"/>
                  <a:pt x="1178338" y="1861769"/>
                </a:cubicBezTo>
                <a:cubicBezTo>
                  <a:pt x="1156645" y="1844416"/>
                  <a:pt x="1137124" y="1827062"/>
                  <a:pt x="1117600" y="1811879"/>
                </a:cubicBezTo>
                <a:cubicBezTo>
                  <a:pt x="1098078" y="1794525"/>
                  <a:pt x="1078554" y="1779339"/>
                  <a:pt x="1061200" y="1761986"/>
                </a:cubicBezTo>
                <a:cubicBezTo>
                  <a:pt x="1048185" y="1748970"/>
                  <a:pt x="1013477" y="1735955"/>
                  <a:pt x="989617" y="1703418"/>
                </a:cubicBezTo>
                <a:cubicBezTo>
                  <a:pt x="952739" y="1664372"/>
                  <a:pt x="922371" y="1627494"/>
                  <a:pt x="885495" y="1588449"/>
                </a:cubicBezTo>
                <a:lnTo>
                  <a:pt x="878351" y="1566121"/>
                </a:lnTo>
                <a:lnTo>
                  <a:pt x="857294" y="1545064"/>
                </a:lnTo>
                <a:cubicBezTo>
                  <a:pt x="833434" y="1521204"/>
                  <a:pt x="809571" y="1495174"/>
                  <a:pt x="785711" y="1466973"/>
                </a:cubicBezTo>
                <a:cubicBezTo>
                  <a:pt x="781373" y="1451789"/>
                  <a:pt x="748834" y="1410573"/>
                  <a:pt x="777034" y="1427927"/>
                </a:cubicBezTo>
                <a:cubicBezTo>
                  <a:pt x="766187" y="1414912"/>
                  <a:pt x="757510" y="1399728"/>
                  <a:pt x="748834" y="1388881"/>
                </a:cubicBezTo>
                <a:lnTo>
                  <a:pt x="745474" y="1383614"/>
                </a:lnTo>
                <a:lnTo>
                  <a:pt x="711956" y="1360680"/>
                </a:lnTo>
                <a:cubicBezTo>
                  <a:pt x="685925" y="1330311"/>
                  <a:pt x="664233" y="1297774"/>
                  <a:pt x="646879" y="1267405"/>
                </a:cubicBezTo>
                <a:cubicBezTo>
                  <a:pt x="629526" y="1234866"/>
                  <a:pt x="616510" y="1204497"/>
                  <a:pt x="610004" y="1180637"/>
                </a:cubicBezTo>
                <a:lnTo>
                  <a:pt x="605666" y="1180637"/>
                </a:lnTo>
                <a:cubicBezTo>
                  <a:pt x="588312" y="1150268"/>
                  <a:pt x="570958" y="1117731"/>
                  <a:pt x="555775" y="1085191"/>
                </a:cubicBezTo>
                <a:cubicBezTo>
                  <a:pt x="540589" y="1052654"/>
                  <a:pt x="523235" y="1022285"/>
                  <a:pt x="508052" y="989746"/>
                </a:cubicBezTo>
                <a:cubicBezTo>
                  <a:pt x="490698" y="952871"/>
                  <a:pt x="473345" y="915993"/>
                  <a:pt x="458159" y="879117"/>
                </a:cubicBezTo>
                <a:cubicBezTo>
                  <a:pt x="442976" y="842240"/>
                  <a:pt x="427790" y="803194"/>
                  <a:pt x="412607" y="766318"/>
                </a:cubicBezTo>
                <a:cubicBezTo>
                  <a:pt x="429960" y="790179"/>
                  <a:pt x="445144" y="814041"/>
                  <a:pt x="458159" y="842240"/>
                </a:cubicBezTo>
                <a:cubicBezTo>
                  <a:pt x="471174" y="870441"/>
                  <a:pt x="484190" y="900809"/>
                  <a:pt x="503714" y="937685"/>
                </a:cubicBezTo>
                <a:cubicBezTo>
                  <a:pt x="512391" y="950700"/>
                  <a:pt x="514559" y="972392"/>
                  <a:pt x="518897" y="989746"/>
                </a:cubicBezTo>
                <a:lnTo>
                  <a:pt x="525173" y="998949"/>
                </a:lnTo>
                <a:lnTo>
                  <a:pt x="517449" y="958787"/>
                </a:lnTo>
                <a:lnTo>
                  <a:pt x="497305" y="922228"/>
                </a:lnTo>
                <a:lnTo>
                  <a:pt x="464515" y="848496"/>
                </a:lnTo>
                <a:lnTo>
                  <a:pt x="425620" y="783670"/>
                </a:lnTo>
                <a:cubicBezTo>
                  <a:pt x="410436" y="740286"/>
                  <a:pt x="393083" y="696901"/>
                  <a:pt x="377897" y="653517"/>
                </a:cubicBezTo>
                <a:lnTo>
                  <a:pt x="337011" y="520096"/>
                </a:lnTo>
                <a:lnTo>
                  <a:pt x="323586" y="481203"/>
                </a:lnTo>
                <a:cubicBezTo>
                  <a:pt x="300837" y="404731"/>
                  <a:pt x="281295" y="326876"/>
                  <a:pt x="265112" y="247798"/>
                </a:cubicBezTo>
                <a:lnTo>
                  <a:pt x="239252" y="78358"/>
                </a:lnTo>
                <a:lnTo>
                  <a:pt x="239068" y="83015"/>
                </a:lnTo>
                <a:cubicBezTo>
                  <a:pt x="239068" y="93863"/>
                  <a:pt x="239068" y="102539"/>
                  <a:pt x="241238" y="117723"/>
                </a:cubicBezTo>
                <a:cubicBezTo>
                  <a:pt x="245576" y="143753"/>
                  <a:pt x="249915" y="169784"/>
                  <a:pt x="252083" y="197985"/>
                </a:cubicBezTo>
                <a:cubicBezTo>
                  <a:pt x="256421" y="226183"/>
                  <a:pt x="260760" y="254384"/>
                  <a:pt x="265098" y="280415"/>
                </a:cubicBezTo>
                <a:cubicBezTo>
                  <a:pt x="254253" y="260891"/>
                  <a:pt x="249915" y="234860"/>
                  <a:pt x="243406" y="208830"/>
                </a:cubicBezTo>
                <a:cubicBezTo>
                  <a:pt x="239068" y="180631"/>
                  <a:pt x="234729" y="150262"/>
                  <a:pt x="228223" y="117723"/>
                </a:cubicBezTo>
                <a:cubicBezTo>
                  <a:pt x="217375" y="117723"/>
                  <a:pt x="215207" y="117723"/>
                  <a:pt x="210869" y="117723"/>
                </a:cubicBezTo>
                <a:cubicBezTo>
                  <a:pt x="208699" y="93863"/>
                  <a:pt x="206530" y="72170"/>
                  <a:pt x="200022" y="35293"/>
                </a:cubicBezTo>
                <a:lnTo>
                  <a:pt x="189729" y="0"/>
                </a:lnTo>
                <a:lnTo>
                  <a:pt x="5795410" y="0"/>
                </a:lnTo>
                <a:lnTo>
                  <a:pt x="5800929" y="17939"/>
                </a:lnTo>
                <a:lnTo>
                  <a:pt x="5807654" y="17566"/>
                </a:lnTo>
                <a:lnTo>
                  <a:pt x="5803098" y="2753"/>
                </a:lnTo>
                <a:lnTo>
                  <a:pt x="5803442" y="0"/>
                </a:lnTo>
                <a:lnTo>
                  <a:pt x="5888010" y="0"/>
                </a:lnTo>
                <a:lnTo>
                  <a:pt x="5866775" y="88481"/>
                </a:lnTo>
                <a:lnTo>
                  <a:pt x="5866777" y="88481"/>
                </a:lnTo>
                <a:lnTo>
                  <a:pt x="5888012" y="0"/>
                </a:lnTo>
                <a:lnTo>
                  <a:pt x="5898025" y="0"/>
                </a:lnTo>
                <a:lnTo>
                  <a:pt x="5895561" y="48850"/>
                </a:lnTo>
                <a:cubicBezTo>
                  <a:pt x="5895291" y="65662"/>
                  <a:pt x="5895291" y="81931"/>
                  <a:pt x="5894204" y="104708"/>
                </a:cubicBezTo>
                <a:lnTo>
                  <a:pt x="5872512" y="171456"/>
                </a:lnTo>
                <a:lnTo>
                  <a:pt x="5872512" y="179080"/>
                </a:lnTo>
                <a:lnTo>
                  <a:pt x="5898543" y="104708"/>
                </a:lnTo>
                <a:cubicBezTo>
                  <a:pt x="5900170" y="70541"/>
                  <a:pt x="5899356" y="51019"/>
                  <a:pt x="5900678" y="22345"/>
                </a:cubicBezTo>
                <a:lnTo>
                  <a:pt x="5902188" y="0"/>
                </a:lnTo>
                <a:lnTo>
                  <a:pt x="5945314" y="0"/>
                </a:lnTo>
                <a:lnTo>
                  <a:pt x="5941927" y="28786"/>
                </a:lnTo>
                <a:lnTo>
                  <a:pt x="5932679" y="34953"/>
                </a:lnTo>
                <a:lnTo>
                  <a:pt x="5933250" y="37461"/>
                </a:lnTo>
                <a:lnTo>
                  <a:pt x="5942112" y="31553"/>
                </a:lnTo>
                <a:lnTo>
                  <a:pt x="5945824" y="0"/>
                </a:lnTo>
                <a:lnTo>
                  <a:pt x="5983702" y="0"/>
                </a:lnTo>
                <a:lnTo>
                  <a:pt x="5983141" y="9262"/>
                </a:lnTo>
                <a:cubicBezTo>
                  <a:pt x="5978802" y="33125"/>
                  <a:pt x="5976634" y="59155"/>
                  <a:pt x="5972296" y="85186"/>
                </a:cubicBezTo>
                <a:cubicBezTo>
                  <a:pt x="5967958" y="111216"/>
                  <a:pt x="5965787" y="137247"/>
                  <a:pt x="5959281" y="165445"/>
                </a:cubicBezTo>
                <a:cubicBezTo>
                  <a:pt x="5954942" y="191476"/>
                  <a:pt x="5948434" y="217507"/>
                  <a:pt x="5944095" y="243537"/>
                </a:cubicBezTo>
                <a:cubicBezTo>
                  <a:pt x="5928912" y="302107"/>
                  <a:pt x="5933250" y="321629"/>
                  <a:pt x="5915896" y="408397"/>
                </a:cubicBezTo>
                <a:cubicBezTo>
                  <a:pt x="5907219" y="412736"/>
                  <a:pt x="5898543" y="417074"/>
                  <a:pt x="5889866" y="423583"/>
                </a:cubicBezTo>
                <a:cubicBezTo>
                  <a:pt x="5881189" y="453952"/>
                  <a:pt x="5868174" y="488659"/>
                  <a:pt x="5857326" y="519028"/>
                </a:cubicBezTo>
                <a:cubicBezTo>
                  <a:pt x="5842143" y="568919"/>
                  <a:pt x="5852988" y="575428"/>
                  <a:pt x="5848649" y="610135"/>
                </a:cubicBezTo>
                <a:cubicBezTo>
                  <a:pt x="5846481" y="614473"/>
                  <a:pt x="5844311" y="620980"/>
                  <a:pt x="5844311" y="623150"/>
                </a:cubicBezTo>
                <a:cubicBezTo>
                  <a:pt x="5831296" y="657858"/>
                  <a:pt x="5818280" y="692565"/>
                  <a:pt x="5807436" y="722934"/>
                </a:cubicBezTo>
                <a:cubicBezTo>
                  <a:pt x="5803098" y="727273"/>
                  <a:pt x="5800927" y="729441"/>
                  <a:pt x="5796588" y="731611"/>
                </a:cubicBezTo>
                <a:cubicBezTo>
                  <a:pt x="5781406" y="766318"/>
                  <a:pt x="5766219" y="803194"/>
                  <a:pt x="5751036" y="837901"/>
                </a:cubicBezTo>
                <a:cubicBezTo>
                  <a:pt x="5768390" y="803194"/>
                  <a:pt x="5783573" y="766318"/>
                  <a:pt x="5798759" y="731611"/>
                </a:cubicBezTo>
                <a:cubicBezTo>
                  <a:pt x="5803098" y="727273"/>
                  <a:pt x="5805265" y="727273"/>
                  <a:pt x="5809604" y="722934"/>
                </a:cubicBezTo>
                <a:cubicBezTo>
                  <a:pt x="5792250" y="816209"/>
                  <a:pt x="5764052" y="874779"/>
                  <a:pt x="5740189" y="920331"/>
                </a:cubicBezTo>
                <a:cubicBezTo>
                  <a:pt x="5727174" y="929008"/>
                  <a:pt x="5714159" y="935517"/>
                  <a:pt x="5703314" y="939855"/>
                </a:cubicBezTo>
                <a:lnTo>
                  <a:pt x="5695666" y="955153"/>
                </a:lnTo>
                <a:lnTo>
                  <a:pt x="5696807" y="957207"/>
                </a:lnTo>
                <a:cubicBezTo>
                  <a:pt x="5698975" y="952868"/>
                  <a:pt x="5701145" y="946362"/>
                  <a:pt x="5705484" y="939853"/>
                </a:cubicBezTo>
                <a:cubicBezTo>
                  <a:pt x="5716329" y="935515"/>
                  <a:pt x="5729344" y="929008"/>
                  <a:pt x="5742360" y="920331"/>
                </a:cubicBezTo>
                <a:cubicBezTo>
                  <a:pt x="5744530" y="944191"/>
                  <a:pt x="5727176" y="974560"/>
                  <a:pt x="5716329" y="994085"/>
                </a:cubicBezTo>
                <a:cubicBezTo>
                  <a:pt x="5701145" y="1024454"/>
                  <a:pt x="5683792" y="1052652"/>
                  <a:pt x="5668606" y="1080853"/>
                </a:cubicBezTo>
                <a:cubicBezTo>
                  <a:pt x="5659929" y="1096036"/>
                  <a:pt x="5653423" y="1109052"/>
                  <a:pt x="5644746" y="1124237"/>
                </a:cubicBezTo>
                <a:cubicBezTo>
                  <a:pt x="5636069" y="1139421"/>
                  <a:pt x="5627393" y="1152436"/>
                  <a:pt x="5618715" y="1167622"/>
                </a:cubicBezTo>
                <a:cubicBezTo>
                  <a:pt x="5612206" y="1176298"/>
                  <a:pt x="5607868" y="1187143"/>
                  <a:pt x="5599191" y="1200159"/>
                </a:cubicBezTo>
                <a:cubicBezTo>
                  <a:pt x="5590514" y="1221851"/>
                  <a:pt x="5581838" y="1241375"/>
                  <a:pt x="5570993" y="1263067"/>
                </a:cubicBezTo>
                <a:lnTo>
                  <a:pt x="5540624" y="1323805"/>
                </a:lnTo>
                <a:cubicBezTo>
                  <a:pt x="5525438" y="1345497"/>
                  <a:pt x="5510255" y="1369357"/>
                  <a:pt x="5492901" y="1388881"/>
                </a:cubicBezTo>
                <a:cubicBezTo>
                  <a:pt x="5477715" y="1408403"/>
                  <a:pt x="5460362" y="1430095"/>
                  <a:pt x="5445178" y="1449619"/>
                </a:cubicBezTo>
                <a:lnTo>
                  <a:pt x="5447166" y="1445524"/>
                </a:lnTo>
                <a:lnTo>
                  <a:pt x="5393115" y="1519034"/>
                </a:lnTo>
                <a:cubicBezTo>
                  <a:pt x="5380100" y="1506019"/>
                  <a:pt x="5308517" y="1607973"/>
                  <a:pt x="5275977" y="1647019"/>
                </a:cubicBezTo>
                <a:lnTo>
                  <a:pt x="5252917" y="1682500"/>
                </a:lnTo>
                <a:lnTo>
                  <a:pt x="5275977" y="1649187"/>
                </a:lnTo>
                <a:cubicBezTo>
                  <a:pt x="5308517" y="1612309"/>
                  <a:pt x="5380100" y="1510357"/>
                  <a:pt x="5393115" y="1521202"/>
                </a:cubicBezTo>
                <a:cubicBezTo>
                  <a:pt x="5386608" y="1566757"/>
                  <a:pt x="5323700" y="1625324"/>
                  <a:pt x="5304178" y="1655693"/>
                </a:cubicBezTo>
                <a:cubicBezTo>
                  <a:pt x="5286825" y="1676301"/>
                  <a:pt x="5272183" y="1691487"/>
                  <a:pt x="5258353" y="1703689"/>
                </a:cubicBezTo>
                <a:lnTo>
                  <a:pt x="5221566" y="1730731"/>
                </a:lnTo>
                <a:lnTo>
                  <a:pt x="5219578" y="1733787"/>
                </a:lnTo>
                <a:lnTo>
                  <a:pt x="5196579" y="1751480"/>
                </a:lnTo>
                <a:lnTo>
                  <a:pt x="5195718" y="1757647"/>
                </a:lnTo>
                <a:cubicBezTo>
                  <a:pt x="5163178" y="1792355"/>
                  <a:pt x="5130641" y="1829232"/>
                  <a:pt x="5093764" y="1861769"/>
                </a:cubicBezTo>
                <a:cubicBezTo>
                  <a:pt x="5059056" y="1896477"/>
                  <a:pt x="5024349" y="1931184"/>
                  <a:pt x="4985303" y="1961553"/>
                </a:cubicBezTo>
                <a:lnTo>
                  <a:pt x="4980288" y="1965192"/>
                </a:lnTo>
                <a:lnTo>
                  <a:pt x="4944089" y="2011444"/>
                </a:lnTo>
                <a:cubicBezTo>
                  <a:pt x="4918059" y="2035306"/>
                  <a:pt x="4887690" y="2054828"/>
                  <a:pt x="4857321" y="2076520"/>
                </a:cubicBezTo>
                <a:lnTo>
                  <a:pt x="4776225" y="2137342"/>
                </a:lnTo>
                <a:lnTo>
                  <a:pt x="4775934" y="2137695"/>
                </a:lnTo>
                <a:lnTo>
                  <a:pt x="4857321" y="2078691"/>
                </a:lnTo>
                <a:cubicBezTo>
                  <a:pt x="4885519" y="2056998"/>
                  <a:pt x="4915888" y="2035306"/>
                  <a:pt x="4944089" y="2013614"/>
                </a:cubicBezTo>
                <a:cubicBezTo>
                  <a:pt x="4926735" y="2043983"/>
                  <a:pt x="4902873" y="2063505"/>
                  <a:pt x="4872505" y="2085197"/>
                </a:cubicBezTo>
                <a:cubicBezTo>
                  <a:pt x="4847560" y="2107976"/>
                  <a:pt x="4829664" y="2117194"/>
                  <a:pt x="4814208" y="2123159"/>
                </a:cubicBezTo>
                <a:lnTo>
                  <a:pt x="4773879" y="2140191"/>
                </a:lnTo>
                <a:lnTo>
                  <a:pt x="4772721" y="2141599"/>
                </a:lnTo>
                <a:cubicBezTo>
                  <a:pt x="4757537" y="2152444"/>
                  <a:pt x="4744522" y="2161121"/>
                  <a:pt x="4729336" y="2169797"/>
                </a:cubicBezTo>
                <a:lnTo>
                  <a:pt x="4712989" y="2177374"/>
                </a:lnTo>
                <a:lnTo>
                  <a:pt x="4671855" y="2210743"/>
                </a:lnTo>
                <a:cubicBezTo>
                  <a:pt x="4656669" y="2222403"/>
                  <a:pt x="4643654" y="2231622"/>
                  <a:pt x="4631723" y="2239212"/>
                </a:cubicBezTo>
                <a:cubicBezTo>
                  <a:pt x="4610031" y="2256566"/>
                  <a:pt x="4592677" y="2267413"/>
                  <a:pt x="4570985" y="2278258"/>
                </a:cubicBezTo>
                <a:cubicBezTo>
                  <a:pt x="4575323" y="2271752"/>
                  <a:pt x="4564478" y="2276090"/>
                  <a:pt x="4551463" y="2280428"/>
                </a:cubicBezTo>
                <a:lnTo>
                  <a:pt x="4529764" y="2290073"/>
                </a:lnTo>
                <a:lnTo>
                  <a:pt x="4526391" y="2292635"/>
                </a:lnTo>
                <a:lnTo>
                  <a:pt x="4553631" y="2282597"/>
                </a:lnTo>
                <a:cubicBezTo>
                  <a:pt x="4566646" y="2278258"/>
                  <a:pt x="4575323" y="2273920"/>
                  <a:pt x="4573155" y="2280428"/>
                </a:cubicBezTo>
                <a:cubicBezTo>
                  <a:pt x="4557970" y="2302121"/>
                  <a:pt x="4527600" y="2321642"/>
                  <a:pt x="4495063" y="2338996"/>
                </a:cubicBezTo>
                <a:cubicBezTo>
                  <a:pt x="4477710" y="2347673"/>
                  <a:pt x="4462525" y="2356350"/>
                  <a:pt x="4445170" y="2365029"/>
                </a:cubicBezTo>
                <a:cubicBezTo>
                  <a:pt x="4427817" y="2373703"/>
                  <a:pt x="4410463" y="2380212"/>
                  <a:pt x="4395280" y="2388889"/>
                </a:cubicBezTo>
                <a:lnTo>
                  <a:pt x="4360040" y="2394175"/>
                </a:lnTo>
                <a:lnTo>
                  <a:pt x="4354064" y="2397566"/>
                </a:lnTo>
                <a:cubicBezTo>
                  <a:pt x="4299832" y="2423596"/>
                  <a:pt x="4245603" y="2445289"/>
                  <a:pt x="4189203" y="2469149"/>
                </a:cubicBezTo>
                <a:lnTo>
                  <a:pt x="4180798" y="2471059"/>
                </a:lnTo>
                <a:lnTo>
                  <a:pt x="4130636" y="2503856"/>
                </a:lnTo>
                <a:cubicBezTo>
                  <a:pt x="4143651" y="2506026"/>
                  <a:pt x="4150157" y="2508195"/>
                  <a:pt x="4158834" y="2512533"/>
                </a:cubicBezTo>
                <a:cubicBezTo>
                  <a:pt x="4119788" y="2547240"/>
                  <a:pt x="4067728" y="2553749"/>
                  <a:pt x="4054713" y="2558088"/>
                </a:cubicBezTo>
                <a:cubicBezTo>
                  <a:pt x="4056883" y="2549411"/>
                  <a:pt x="4061222" y="2538564"/>
                  <a:pt x="4063390" y="2527719"/>
                </a:cubicBezTo>
                <a:cubicBezTo>
                  <a:pt x="4052545" y="2532057"/>
                  <a:pt x="4041698" y="2536395"/>
                  <a:pt x="4028682" y="2540734"/>
                </a:cubicBezTo>
                <a:cubicBezTo>
                  <a:pt x="4017837" y="2545072"/>
                  <a:pt x="4006990" y="2547240"/>
                  <a:pt x="3996145" y="2551579"/>
                </a:cubicBezTo>
                <a:cubicBezTo>
                  <a:pt x="3974453" y="2558088"/>
                  <a:pt x="3950591" y="2564594"/>
                  <a:pt x="3928899" y="2573271"/>
                </a:cubicBezTo>
                <a:lnTo>
                  <a:pt x="3919914" y="2562487"/>
                </a:lnTo>
                <a:lnTo>
                  <a:pt x="3887682" y="2568932"/>
                </a:lnTo>
                <a:cubicBezTo>
                  <a:pt x="3874667" y="2571103"/>
                  <a:pt x="3861652" y="2575441"/>
                  <a:pt x="3848637" y="2577609"/>
                </a:cubicBezTo>
                <a:cubicBezTo>
                  <a:pt x="3822606" y="2584118"/>
                  <a:pt x="3794407" y="2592795"/>
                  <a:pt x="3768377" y="2597133"/>
                </a:cubicBezTo>
                <a:lnTo>
                  <a:pt x="3765731" y="2598363"/>
                </a:lnTo>
                <a:lnTo>
                  <a:pt x="3842130" y="2579777"/>
                </a:lnTo>
                <a:cubicBezTo>
                  <a:pt x="3855145" y="2575439"/>
                  <a:pt x="3868161" y="2573271"/>
                  <a:pt x="3881176" y="2571101"/>
                </a:cubicBezTo>
                <a:cubicBezTo>
                  <a:pt x="3894191" y="2568932"/>
                  <a:pt x="3905036" y="2564594"/>
                  <a:pt x="3913713" y="2564594"/>
                </a:cubicBezTo>
                <a:cubicBezTo>
                  <a:pt x="3915883" y="2568932"/>
                  <a:pt x="3920222" y="2573271"/>
                  <a:pt x="3926728" y="2575439"/>
                </a:cubicBezTo>
                <a:cubicBezTo>
                  <a:pt x="3950591" y="2568932"/>
                  <a:pt x="3972283" y="2562424"/>
                  <a:pt x="3993975" y="2553747"/>
                </a:cubicBezTo>
                <a:cubicBezTo>
                  <a:pt x="4004820" y="2549408"/>
                  <a:pt x="4015667" y="2547240"/>
                  <a:pt x="4026512" y="2542902"/>
                </a:cubicBezTo>
                <a:cubicBezTo>
                  <a:pt x="4037359" y="2538564"/>
                  <a:pt x="4048204" y="2534225"/>
                  <a:pt x="4061219" y="2529887"/>
                </a:cubicBezTo>
                <a:cubicBezTo>
                  <a:pt x="4059051" y="2538564"/>
                  <a:pt x="4054713" y="2549408"/>
                  <a:pt x="4052542" y="2560256"/>
                </a:cubicBezTo>
                <a:cubicBezTo>
                  <a:pt x="4022174" y="2575439"/>
                  <a:pt x="3991805" y="2588454"/>
                  <a:pt x="3961436" y="2603640"/>
                </a:cubicBezTo>
                <a:lnTo>
                  <a:pt x="3956970" y="2602390"/>
                </a:lnTo>
                <a:lnTo>
                  <a:pt x="3894191" y="2627500"/>
                </a:lnTo>
                <a:cubicBezTo>
                  <a:pt x="3874669" y="2634009"/>
                  <a:pt x="3857316" y="2638347"/>
                  <a:pt x="3842130" y="2642686"/>
                </a:cubicBezTo>
                <a:cubicBezTo>
                  <a:pt x="3809593" y="2651363"/>
                  <a:pt x="3785731" y="2655701"/>
                  <a:pt x="3764038" y="2662207"/>
                </a:cubicBezTo>
                <a:cubicBezTo>
                  <a:pt x="3765125" y="2656785"/>
                  <a:pt x="3751567" y="2656785"/>
                  <a:pt x="3731772" y="2659497"/>
                </a:cubicBezTo>
                <a:lnTo>
                  <a:pt x="3664284" y="2672628"/>
                </a:lnTo>
                <a:lnTo>
                  <a:pt x="3662084" y="2677393"/>
                </a:lnTo>
                <a:cubicBezTo>
                  <a:pt x="3605685" y="2690408"/>
                  <a:pt x="3542779" y="2701253"/>
                  <a:pt x="3482041" y="2712100"/>
                </a:cubicBezTo>
                <a:cubicBezTo>
                  <a:pt x="3462517" y="2709930"/>
                  <a:pt x="3464687" y="2705591"/>
                  <a:pt x="3440825" y="2701253"/>
                </a:cubicBezTo>
                <a:cubicBezTo>
                  <a:pt x="3429980" y="2701253"/>
                  <a:pt x="3419133" y="2701253"/>
                  <a:pt x="3406117" y="2701253"/>
                </a:cubicBezTo>
                <a:cubicBezTo>
                  <a:pt x="3388764" y="2707762"/>
                  <a:pt x="3367071" y="2714269"/>
                  <a:pt x="3345379" y="2720777"/>
                </a:cubicBezTo>
                <a:cubicBezTo>
                  <a:pt x="3325858" y="2722945"/>
                  <a:pt x="3308504" y="2725116"/>
                  <a:pt x="3291150" y="2725116"/>
                </a:cubicBezTo>
                <a:cubicBezTo>
                  <a:pt x="3273796" y="2725116"/>
                  <a:pt x="3256443" y="2727283"/>
                  <a:pt x="3236919" y="2727283"/>
                </a:cubicBezTo>
                <a:lnTo>
                  <a:pt x="3231027" y="2724760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accent3">
                  <a:alpha val="71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lvl="0" rtl="0"/>
            <a:endParaRPr lang="ru-RU" noProof="0" dirty="0"/>
          </a:p>
        </p:txBody>
      </p:sp>
      <p:sp>
        <p:nvSpPr>
          <p:cNvPr id="10" name="Полилиния: Фигура 12">
            <a:extLst>
              <a:ext uri="{FF2B5EF4-FFF2-40B4-BE49-F238E27FC236}">
                <a16:creationId xmlns:a16="http://schemas.microsoft.com/office/drawing/2014/main" id="{7872B576-0982-4868-A9E3-43064BCA3090}"/>
              </a:ext>
            </a:extLst>
          </p:cNvPr>
          <p:cNvSpPr/>
          <p:nvPr userDrawn="1"/>
        </p:nvSpPr>
        <p:spPr>
          <a:xfrm rot="20700000" flipH="1">
            <a:off x="-643117" y="-519717"/>
            <a:ext cx="7777150" cy="7718664"/>
          </a:xfrm>
          <a:custGeom>
            <a:avLst/>
            <a:gdLst>
              <a:gd name="connsiteX0" fmla="*/ 6564153 w 7777150"/>
              <a:gd name="connsiteY0" fmla="*/ 6753221 h 7718664"/>
              <a:gd name="connsiteX1" fmla="*/ 6563132 w 7777150"/>
              <a:gd name="connsiteY1" fmla="*/ 6753924 h 7718664"/>
              <a:gd name="connsiteX2" fmla="*/ 6563132 w 7777150"/>
              <a:gd name="connsiteY2" fmla="*/ 6754775 h 7718664"/>
              <a:gd name="connsiteX3" fmla="*/ 6567865 w 7777150"/>
              <a:gd name="connsiteY3" fmla="*/ 6755450 h 7718664"/>
              <a:gd name="connsiteX4" fmla="*/ 6569087 w 7777150"/>
              <a:gd name="connsiteY4" fmla="*/ 6753925 h 7718664"/>
              <a:gd name="connsiteX5" fmla="*/ 6628482 w 7777150"/>
              <a:gd name="connsiteY5" fmla="*/ 6708774 h 7718664"/>
              <a:gd name="connsiteX6" fmla="*/ 6610901 w 7777150"/>
              <a:gd name="connsiteY6" fmla="*/ 6720920 h 7718664"/>
              <a:gd name="connsiteX7" fmla="*/ 6607794 w 7777150"/>
              <a:gd name="connsiteY7" fmla="*/ 6724148 h 7718664"/>
              <a:gd name="connsiteX8" fmla="*/ 6619848 w 7777150"/>
              <a:gd name="connsiteY8" fmla="*/ 6716434 h 7718664"/>
              <a:gd name="connsiteX9" fmla="*/ 6839305 w 7777150"/>
              <a:gd name="connsiteY9" fmla="*/ 6558707 h 7718664"/>
              <a:gd name="connsiteX10" fmla="*/ 6839039 w 7777150"/>
              <a:gd name="connsiteY10" fmla="*/ 6558801 h 7718664"/>
              <a:gd name="connsiteX11" fmla="*/ 6837070 w 7777150"/>
              <a:gd name="connsiteY11" fmla="*/ 6572293 h 7718664"/>
              <a:gd name="connsiteX12" fmla="*/ 6789429 w 7777150"/>
              <a:gd name="connsiteY12" fmla="*/ 6625890 h 7718664"/>
              <a:gd name="connsiteX13" fmla="*/ 6732852 w 7777150"/>
              <a:gd name="connsiteY13" fmla="*/ 6688418 h 7718664"/>
              <a:gd name="connsiteX14" fmla="*/ 6736263 w 7777150"/>
              <a:gd name="connsiteY14" fmla="*/ 6687633 h 7718664"/>
              <a:gd name="connsiteX15" fmla="*/ 6789429 w 7777150"/>
              <a:gd name="connsiteY15" fmla="*/ 6628865 h 7718664"/>
              <a:gd name="connsiteX16" fmla="*/ 6837070 w 7777150"/>
              <a:gd name="connsiteY16" fmla="*/ 6575269 h 7718664"/>
              <a:gd name="connsiteX17" fmla="*/ 6839305 w 7777150"/>
              <a:gd name="connsiteY17" fmla="*/ 6558707 h 7718664"/>
              <a:gd name="connsiteX18" fmla="*/ 2782054 w 7777150"/>
              <a:gd name="connsiteY18" fmla="*/ 7594165 h 7718664"/>
              <a:gd name="connsiteX19" fmla="*/ 2812852 w 7777150"/>
              <a:gd name="connsiteY19" fmla="*/ 7595094 h 7718664"/>
              <a:gd name="connsiteX20" fmla="*/ 2945354 w 7777150"/>
              <a:gd name="connsiteY20" fmla="*/ 7629337 h 7718664"/>
              <a:gd name="connsiteX21" fmla="*/ 3001930 w 7777150"/>
              <a:gd name="connsiteY21" fmla="*/ 7632313 h 7718664"/>
              <a:gd name="connsiteX22" fmla="*/ 3143116 w 7777150"/>
              <a:gd name="connsiteY22" fmla="*/ 7701578 h 7718664"/>
              <a:gd name="connsiteX23" fmla="*/ 3082549 w 7777150"/>
              <a:gd name="connsiteY23" fmla="*/ 7717806 h 7718664"/>
              <a:gd name="connsiteX24" fmla="*/ 3037661 w 7777150"/>
              <a:gd name="connsiteY24" fmla="*/ 7703779 h 7718664"/>
              <a:gd name="connsiteX25" fmla="*/ 2957265 w 7777150"/>
              <a:gd name="connsiteY25" fmla="*/ 7668047 h 7718664"/>
              <a:gd name="connsiteX26" fmla="*/ 2864960 w 7777150"/>
              <a:gd name="connsiteY26" fmla="*/ 7638271 h 7718664"/>
              <a:gd name="connsiteX27" fmla="*/ 2769678 w 7777150"/>
              <a:gd name="connsiteY27" fmla="*/ 7605516 h 7718664"/>
              <a:gd name="connsiteX28" fmla="*/ 2782054 w 7777150"/>
              <a:gd name="connsiteY28" fmla="*/ 7594165 h 7718664"/>
              <a:gd name="connsiteX29" fmla="*/ 2608887 w 7777150"/>
              <a:gd name="connsiteY29" fmla="*/ 7429840 h 7718664"/>
              <a:gd name="connsiteX30" fmla="*/ 2719060 w 7777150"/>
              <a:gd name="connsiteY30" fmla="*/ 7450682 h 7718664"/>
              <a:gd name="connsiteX31" fmla="*/ 2766702 w 7777150"/>
              <a:gd name="connsiteY31" fmla="*/ 7492368 h 7718664"/>
              <a:gd name="connsiteX32" fmla="*/ 2930467 w 7777150"/>
              <a:gd name="connsiteY32" fmla="*/ 7540009 h 7718664"/>
              <a:gd name="connsiteX33" fmla="*/ 3255027 w 7777150"/>
              <a:gd name="connsiteY33" fmla="*/ 7623382 h 7718664"/>
              <a:gd name="connsiteX34" fmla="*/ 3335420 w 7777150"/>
              <a:gd name="connsiteY34" fmla="*/ 7638271 h 7718664"/>
              <a:gd name="connsiteX35" fmla="*/ 3362169 w 7777150"/>
              <a:gd name="connsiteY35" fmla="*/ 7642882 h 7718664"/>
              <a:gd name="connsiteX36" fmla="*/ 3252495 w 7777150"/>
              <a:gd name="connsiteY36" fmla="*/ 7672270 h 7718664"/>
              <a:gd name="connsiteX37" fmla="*/ 3231206 w 7777150"/>
              <a:gd name="connsiteY37" fmla="*/ 7668047 h 7718664"/>
              <a:gd name="connsiteX38" fmla="*/ 3115079 w 7777150"/>
              <a:gd name="connsiteY38" fmla="*/ 7644226 h 7718664"/>
              <a:gd name="connsiteX39" fmla="*/ 3013840 w 7777150"/>
              <a:gd name="connsiteY39" fmla="*/ 7626361 h 7718664"/>
              <a:gd name="connsiteX40" fmla="*/ 2891760 w 7777150"/>
              <a:gd name="connsiteY40" fmla="*/ 7569785 h 7718664"/>
              <a:gd name="connsiteX41" fmla="*/ 2739902 w 7777150"/>
              <a:gd name="connsiteY41" fmla="*/ 7513213 h 7718664"/>
              <a:gd name="connsiteX42" fmla="*/ 2582091 w 7777150"/>
              <a:gd name="connsiteY42" fmla="*/ 7450681 h 7718664"/>
              <a:gd name="connsiteX43" fmla="*/ 2608887 w 7777150"/>
              <a:gd name="connsiteY43" fmla="*/ 7429840 h 7718664"/>
              <a:gd name="connsiteX44" fmla="*/ 2305173 w 7777150"/>
              <a:gd name="connsiteY44" fmla="*/ 7420905 h 7718664"/>
              <a:gd name="connsiteX45" fmla="*/ 2647595 w 7777150"/>
              <a:gd name="connsiteY45" fmla="*/ 7566806 h 7718664"/>
              <a:gd name="connsiteX46" fmla="*/ 2769678 w 7777150"/>
              <a:gd name="connsiteY46" fmla="*/ 7605516 h 7718664"/>
              <a:gd name="connsiteX47" fmla="*/ 2861982 w 7777150"/>
              <a:gd name="connsiteY47" fmla="*/ 7638268 h 7718664"/>
              <a:gd name="connsiteX48" fmla="*/ 2954288 w 7777150"/>
              <a:gd name="connsiteY48" fmla="*/ 7668044 h 7718664"/>
              <a:gd name="connsiteX49" fmla="*/ 3034682 w 7777150"/>
              <a:gd name="connsiteY49" fmla="*/ 7703775 h 7718664"/>
              <a:gd name="connsiteX50" fmla="*/ 3016816 w 7777150"/>
              <a:gd name="connsiteY50" fmla="*/ 7718664 h 7718664"/>
              <a:gd name="connsiteX51" fmla="*/ 2969175 w 7777150"/>
              <a:gd name="connsiteY51" fmla="*/ 7709731 h 7718664"/>
              <a:gd name="connsiteX52" fmla="*/ 2799453 w 7777150"/>
              <a:gd name="connsiteY52" fmla="*/ 7647203 h 7718664"/>
              <a:gd name="connsiteX53" fmla="*/ 2716081 w 7777150"/>
              <a:gd name="connsiteY53" fmla="*/ 7614447 h 7718664"/>
              <a:gd name="connsiteX54" fmla="*/ 2632708 w 7777150"/>
              <a:gd name="connsiteY54" fmla="*/ 7578716 h 7718664"/>
              <a:gd name="connsiteX55" fmla="*/ 2522536 w 7777150"/>
              <a:gd name="connsiteY55" fmla="*/ 7540009 h 7718664"/>
              <a:gd name="connsiteX56" fmla="*/ 2427252 w 7777150"/>
              <a:gd name="connsiteY56" fmla="*/ 7498323 h 7718664"/>
              <a:gd name="connsiteX57" fmla="*/ 2352815 w 7777150"/>
              <a:gd name="connsiteY57" fmla="*/ 7459612 h 7718664"/>
              <a:gd name="connsiteX58" fmla="*/ 2305173 w 7777150"/>
              <a:gd name="connsiteY58" fmla="*/ 7420905 h 7718664"/>
              <a:gd name="connsiteX59" fmla="*/ 2397480 w 7777150"/>
              <a:gd name="connsiteY59" fmla="*/ 7349443 h 7718664"/>
              <a:gd name="connsiteX60" fmla="*/ 2445122 w 7777150"/>
              <a:gd name="connsiteY60" fmla="*/ 7346467 h 7718664"/>
              <a:gd name="connsiteX61" fmla="*/ 2608887 w 7777150"/>
              <a:gd name="connsiteY61" fmla="*/ 7429840 h 7718664"/>
              <a:gd name="connsiteX62" fmla="*/ 2588046 w 7777150"/>
              <a:gd name="connsiteY62" fmla="*/ 7441750 h 7718664"/>
              <a:gd name="connsiteX63" fmla="*/ 2397480 w 7777150"/>
              <a:gd name="connsiteY63" fmla="*/ 7349443 h 7718664"/>
              <a:gd name="connsiteX64" fmla="*/ 7605289 w 7777150"/>
              <a:gd name="connsiteY64" fmla="*/ 5949975 h 7718664"/>
              <a:gd name="connsiteX65" fmla="*/ 7603779 w 7777150"/>
              <a:gd name="connsiteY65" fmla="*/ 5950622 h 7718664"/>
              <a:gd name="connsiteX66" fmla="*/ 7571259 w 7777150"/>
              <a:gd name="connsiteY66" fmla="*/ 6028673 h 7718664"/>
              <a:gd name="connsiteX67" fmla="*/ 7768327 w 7777150"/>
              <a:gd name="connsiteY67" fmla="*/ 5740775 h 7718664"/>
              <a:gd name="connsiteX68" fmla="*/ 7777150 w 7777150"/>
              <a:gd name="connsiteY68" fmla="*/ 5773700 h 7718664"/>
              <a:gd name="connsiteX69" fmla="*/ 7775014 w 7777150"/>
              <a:gd name="connsiteY69" fmla="*/ 5777274 h 7718664"/>
              <a:gd name="connsiteX70" fmla="*/ 7706527 w 7777150"/>
              <a:gd name="connsiteY70" fmla="*/ 5905312 h 7718664"/>
              <a:gd name="connsiteX71" fmla="*/ 7644000 w 7777150"/>
              <a:gd name="connsiteY71" fmla="*/ 5985706 h 7718664"/>
              <a:gd name="connsiteX72" fmla="*/ 7685686 w 7777150"/>
              <a:gd name="connsiteY72" fmla="*/ 5902333 h 7718664"/>
              <a:gd name="connsiteX73" fmla="*/ 7721417 w 7777150"/>
              <a:gd name="connsiteY73" fmla="*/ 5818960 h 7718664"/>
              <a:gd name="connsiteX74" fmla="*/ 7748213 w 7777150"/>
              <a:gd name="connsiteY74" fmla="*/ 5774298 h 7718664"/>
              <a:gd name="connsiteX75" fmla="*/ 2195719 w 7777150"/>
              <a:gd name="connsiteY75" fmla="*/ 7067587 h 7718664"/>
              <a:gd name="connsiteX76" fmla="*/ 2195748 w 7777150"/>
              <a:gd name="connsiteY76" fmla="*/ 7068434 h 7718664"/>
              <a:gd name="connsiteX77" fmla="*/ 2205804 w 7777150"/>
              <a:gd name="connsiteY77" fmla="*/ 7080606 h 7718664"/>
              <a:gd name="connsiteX78" fmla="*/ 2206911 w 7777150"/>
              <a:gd name="connsiteY78" fmla="*/ 7075504 h 7718664"/>
              <a:gd name="connsiteX79" fmla="*/ 1840668 w 7777150"/>
              <a:gd name="connsiteY79" fmla="*/ 7143991 h 7718664"/>
              <a:gd name="connsiteX80" fmla="*/ 2043145 w 7777150"/>
              <a:gd name="connsiteY80" fmla="*/ 7257140 h 7718664"/>
              <a:gd name="connsiteX81" fmla="*/ 2084831 w 7777150"/>
              <a:gd name="connsiteY81" fmla="*/ 7304781 h 7718664"/>
              <a:gd name="connsiteX82" fmla="*/ 1989548 w 7777150"/>
              <a:gd name="connsiteY82" fmla="*/ 7254160 h 7718664"/>
              <a:gd name="connsiteX83" fmla="*/ 1918086 w 7777150"/>
              <a:gd name="connsiteY83" fmla="*/ 7209498 h 7718664"/>
              <a:gd name="connsiteX84" fmla="*/ 1840668 w 7777150"/>
              <a:gd name="connsiteY84" fmla="*/ 7143991 h 7718664"/>
              <a:gd name="connsiteX85" fmla="*/ 7574028 w 7777150"/>
              <a:gd name="connsiteY85" fmla="*/ 5576942 h 7718664"/>
              <a:gd name="connsiteX86" fmla="*/ 7562090 w 7777150"/>
              <a:gd name="connsiteY86" fmla="*/ 5594186 h 7718664"/>
              <a:gd name="connsiteX87" fmla="*/ 7533457 w 7777150"/>
              <a:gd name="connsiteY87" fmla="*/ 5631001 h 7718664"/>
              <a:gd name="connsiteX88" fmla="*/ 7503173 w 7777150"/>
              <a:gd name="connsiteY88" fmla="*/ 5679289 h 7718664"/>
              <a:gd name="connsiteX89" fmla="*/ 7495119 w 7777150"/>
              <a:gd name="connsiteY89" fmla="*/ 5690923 h 7718664"/>
              <a:gd name="connsiteX90" fmla="*/ 7456410 w 7777150"/>
              <a:gd name="connsiteY90" fmla="*/ 5762384 h 7718664"/>
              <a:gd name="connsiteX91" fmla="*/ 7417702 w 7777150"/>
              <a:gd name="connsiteY91" fmla="*/ 5827891 h 7718664"/>
              <a:gd name="connsiteX92" fmla="*/ 7325396 w 7777150"/>
              <a:gd name="connsiteY92" fmla="*/ 5949974 h 7718664"/>
              <a:gd name="connsiteX93" fmla="*/ 7292334 w 7777150"/>
              <a:gd name="connsiteY93" fmla="*/ 6001613 h 7718664"/>
              <a:gd name="connsiteX94" fmla="*/ 7279949 w 7777150"/>
              <a:gd name="connsiteY94" fmla="*/ 6020421 h 7718664"/>
              <a:gd name="connsiteX95" fmla="*/ 7245002 w 7777150"/>
              <a:gd name="connsiteY95" fmla="*/ 6072054 h 7718664"/>
              <a:gd name="connsiteX96" fmla="*/ 7173540 w 7777150"/>
              <a:gd name="connsiteY96" fmla="*/ 6170317 h 7718664"/>
              <a:gd name="connsiteX97" fmla="*/ 7167581 w 7777150"/>
              <a:gd name="connsiteY97" fmla="*/ 6173958 h 7718664"/>
              <a:gd name="connsiteX98" fmla="*/ 7162704 w 7777150"/>
              <a:gd name="connsiteY98" fmla="*/ 6181183 h 7718664"/>
              <a:gd name="connsiteX99" fmla="*/ 7170561 w 7777150"/>
              <a:gd name="connsiteY99" fmla="*/ 6176272 h 7718664"/>
              <a:gd name="connsiteX100" fmla="*/ 7242022 w 7777150"/>
              <a:gd name="connsiteY100" fmla="*/ 6078013 h 7718664"/>
              <a:gd name="connsiteX101" fmla="*/ 7279949 w 7777150"/>
              <a:gd name="connsiteY101" fmla="*/ 6020421 h 7718664"/>
              <a:gd name="connsiteX102" fmla="*/ 7286316 w 7777150"/>
              <a:gd name="connsiteY102" fmla="*/ 6011014 h 7718664"/>
              <a:gd name="connsiteX103" fmla="*/ 7292334 w 7777150"/>
              <a:gd name="connsiteY103" fmla="*/ 6001613 h 7718664"/>
              <a:gd name="connsiteX104" fmla="*/ 7322420 w 7777150"/>
              <a:gd name="connsiteY104" fmla="*/ 5955930 h 7718664"/>
              <a:gd name="connsiteX105" fmla="*/ 7414723 w 7777150"/>
              <a:gd name="connsiteY105" fmla="*/ 5833850 h 7718664"/>
              <a:gd name="connsiteX106" fmla="*/ 7453434 w 7777150"/>
              <a:gd name="connsiteY106" fmla="*/ 5768343 h 7718664"/>
              <a:gd name="connsiteX107" fmla="*/ 7492141 w 7777150"/>
              <a:gd name="connsiteY107" fmla="*/ 5696881 h 7718664"/>
              <a:gd name="connsiteX108" fmla="*/ 7503173 w 7777150"/>
              <a:gd name="connsiteY108" fmla="*/ 5679289 h 7718664"/>
              <a:gd name="connsiteX109" fmla="*/ 7562090 w 7777150"/>
              <a:gd name="connsiteY109" fmla="*/ 5594186 h 7718664"/>
              <a:gd name="connsiteX110" fmla="*/ 7572537 w 7777150"/>
              <a:gd name="connsiteY110" fmla="*/ 5580753 h 7718664"/>
              <a:gd name="connsiteX111" fmla="*/ 7695610 w 7777150"/>
              <a:gd name="connsiteY111" fmla="*/ 5469390 h 7718664"/>
              <a:gd name="connsiteX112" fmla="*/ 7767960 w 7777150"/>
              <a:gd name="connsiteY112" fmla="*/ 5739403 h 7718664"/>
              <a:gd name="connsiteX113" fmla="*/ 7745237 w 7777150"/>
              <a:gd name="connsiteY113" fmla="*/ 5777274 h 7718664"/>
              <a:gd name="connsiteX114" fmla="*/ 7718437 w 7777150"/>
              <a:gd name="connsiteY114" fmla="*/ 5821936 h 7718664"/>
              <a:gd name="connsiteX115" fmla="*/ 7679730 w 7777150"/>
              <a:gd name="connsiteY115" fmla="*/ 5908288 h 7718664"/>
              <a:gd name="connsiteX116" fmla="*/ 7638044 w 7777150"/>
              <a:gd name="connsiteY116" fmla="*/ 5991660 h 7718664"/>
              <a:gd name="connsiteX117" fmla="*/ 7572537 w 7777150"/>
              <a:gd name="connsiteY117" fmla="*/ 6080989 h 7718664"/>
              <a:gd name="connsiteX118" fmla="*/ 7507030 w 7777150"/>
              <a:gd name="connsiteY118" fmla="*/ 6164361 h 7718664"/>
              <a:gd name="connsiteX119" fmla="*/ 7509759 w 7777150"/>
              <a:gd name="connsiteY119" fmla="*/ 6158741 h 7718664"/>
              <a:gd name="connsiteX120" fmla="*/ 7435565 w 7777150"/>
              <a:gd name="connsiteY120" fmla="*/ 6259644 h 7718664"/>
              <a:gd name="connsiteX121" fmla="*/ 7274774 w 7777150"/>
              <a:gd name="connsiteY121" fmla="*/ 6435324 h 7718664"/>
              <a:gd name="connsiteX122" fmla="*/ 7243120 w 7777150"/>
              <a:gd name="connsiteY122" fmla="*/ 6484028 h 7718664"/>
              <a:gd name="connsiteX123" fmla="*/ 7274775 w 7777150"/>
              <a:gd name="connsiteY123" fmla="*/ 6438299 h 7718664"/>
              <a:gd name="connsiteX124" fmla="*/ 7435564 w 7777150"/>
              <a:gd name="connsiteY124" fmla="*/ 6262620 h 7718664"/>
              <a:gd name="connsiteX125" fmla="*/ 7313485 w 7777150"/>
              <a:gd name="connsiteY125" fmla="*/ 6447231 h 7718664"/>
              <a:gd name="connsiteX126" fmla="*/ 7250582 w 7777150"/>
              <a:gd name="connsiteY126" fmla="*/ 6513113 h 7718664"/>
              <a:gd name="connsiteX127" fmla="*/ 7200087 w 7777150"/>
              <a:gd name="connsiteY127" fmla="*/ 6550232 h 7718664"/>
              <a:gd name="connsiteX128" fmla="*/ 7197357 w 7777150"/>
              <a:gd name="connsiteY128" fmla="*/ 6554428 h 7718664"/>
              <a:gd name="connsiteX129" fmla="*/ 7165787 w 7777150"/>
              <a:gd name="connsiteY129" fmla="*/ 6578714 h 7718664"/>
              <a:gd name="connsiteX130" fmla="*/ 7164606 w 7777150"/>
              <a:gd name="connsiteY130" fmla="*/ 6587180 h 7718664"/>
              <a:gd name="connsiteX131" fmla="*/ 7118751 w 7777150"/>
              <a:gd name="connsiteY131" fmla="*/ 6636309 h 7718664"/>
              <a:gd name="connsiteX132" fmla="*/ 6989132 w 7777150"/>
              <a:gd name="connsiteY132" fmla="*/ 6671040 h 7718664"/>
              <a:gd name="connsiteX133" fmla="*/ 7013864 w 7777150"/>
              <a:gd name="connsiteY133" fmla="*/ 6649337 h 7718664"/>
              <a:gd name="connsiteX134" fmla="*/ 7066343 w 7777150"/>
              <a:gd name="connsiteY134" fmla="*/ 6599090 h 7718664"/>
              <a:gd name="connsiteX135" fmla="*/ 7111009 w 7777150"/>
              <a:gd name="connsiteY135" fmla="*/ 6524651 h 7718664"/>
              <a:gd name="connsiteX136" fmla="*/ 7175165 w 7777150"/>
              <a:gd name="connsiteY136" fmla="*/ 6465841 h 7718664"/>
              <a:gd name="connsiteX137" fmla="*/ 7175681 w 7777150"/>
              <a:gd name="connsiteY137" fmla="*/ 6462146 h 7718664"/>
              <a:gd name="connsiteX138" fmla="*/ 7113987 w 7777150"/>
              <a:gd name="connsiteY138" fmla="*/ 6518697 h 7718664"/>
              <a:gd name="connsiteX139" fmla="*/ 7069322 w 7777150"/>
              <a:gd name="connsiteY139" fmla="*/ 6593135 h 7718664"/>
              <a:gd name="connsiteX140" fmla="*/ 7016843 w 7777150"/>
              <a:gd name="connsiteY140" fmla="*/ 6643382 h 7718664"/>
              <a:gd name="connsiteX141" fmla="*/ 6983652 w 7777150"/>
              <a:gd name="connsiteY141" fmla="*/ 6672509 h 7718664"/>
              <a:gd name="connsiteX142" fmla="*/ 6761122 w 7777150"/>
              <a:gd name="connsiteY142" fmla="*/ 6732136 h 7718664"/>
              <a:gd name="connsiteX143" fmla="*/ 6831115 w 7777150"/>
              <a:gd name="connsiteY143" fmla="*/ 6682462 h 7718664"/>
              <a:gd name="connsiteX144" fmla="*/ 6917467 w 7777150"/>
              <a:gd name="connsiteY144" fmla="*/ 6593134 h 7718664"/>
              <a:gd name="connsiteX145" fmla="*/ 6914488 w 7777150"/>
              <a:gd name="connsiteY145" fmla="*/ 6581224 h 7718664"/>
              <a:gd name="connsiteX146" fmla="*/ 6997860 w 7777150"/>
              <a:gd name="connsiteY146" fmla="*/ 6488921 h 7718664"/>
              <a:gd name="connsiteX147" fmla="*/ 7048480 w 7777150"/>
              <a:gd name="connsiteY147" fmla="*/ 6447234 h 7718664"/>
              <a:gd name="connsiteX148" fmla="*/ 7081233 w 7777150"/>
              <a:gd name="connsiteY148" fmla="*/ 6405548 h 7718664"/>
              <a:gd name="connsiteX149" fmla="*/ 7111008 w 7777150"/>
              <a:gd name="connsiteY149" fmla="*/ 6363862 h 7718664"/>
              <a:gd name="connsiteX150" fmla="*/ 7197360 w 7777150"/>
              <a:gd name="connsiteY150" fmla="*/ 6262624 h 7718664"/>
              <a:gd name="connsiteX151" fmla="*/ 7277754 w 7777150"/>
              <a:gd name="connsiteY151" fmla="*/ 6158406 h 7718664"/>
              <a:gd name="connsiteX152" fmla="*/ 7399836 w 7777150"/>
              <a:gd name="connsiteY152" fmla="*/ 5973795 h 7718664"/>
              <a:gd name="connsiteX153" fmla="*/ 7510006 w 7777150"/>
              <a:gd name="connsiteY153" fmla="*/ 5786208 h 7718664"/>
              <a:gd name="connsiteX154" fmla="*/ 7596358 w 7777150"/>
              <a:gd name="connsiteY154" fmla="*/ 5646260 h 7718664"/>
              <a:gd name="connsiteX155" fmla="*/ 7676751 w 7777150"/>
              <a:gd name="connsiteY155" fmla="*/ 5503336 h 7718664"/>
              <a:gd name="connsiteX156" fmla="*/ 7636506 w 7777150"/>
              <a:gd name="connsiteY156" fmla="*/ 5248812 h 7718664"/>
              <a:gd name="connsiteX157" fmla="*/ 7659314 w 7777150"/>
              <a:gd name="connsiteY157" fmla="*/ 5333933 h 7718664"/>
              <a:gd name="connsiteX158" fmla="*/ 7617200 w 7777150"/>
              <a:gd name="connsiteY158" fmla="*/ 5408052 h 7718664"/>
              <a:gd name="connsiteX159" fmla="*/ 7615871 w 7777150"/>
              <a:gd name="connsiteY159" fmla="*/ 5411110 h 7718664"/>
              <a:gd name="connsiteX160" fmla="*/ 7659444 w 7777150"/>
              <a:gd name="connsiteY160" fmla="*/ 5334418 h 7718664"/>
              <a:gd name="connsiteX161" fmla="*/ 7691259 w 7777150"/>
              <a:gd name="connsiteY161" fmla="*/ 5453153 h 7718664"/>
              <a:gd name="connsiteX162" fmla="*/ 7688661 w 7777150"/>
              <a:gd name="connsiteY162" fmla="*/ 5458673 h 7718664"/>
              <a:gd name="connsiteX163" fmla="*/ 7658886 w 7777150"/>
              <a:gd name="connsiteY163" fmla="*/ 5512270 h 7718664"/>
              <a:gd name="connsiteX164" fmla="*/ 7578492 w 7777150"/>
              <a:gd name="connsiteY164" fmla="*/ 5655195 h 7718664"/>
              <a:gd name="connsiteX165" fmla="*/ 7492140 w 7777150"/>
              <a:gd name="connsiteY165" fmla="*/ 5795139 h 7718664"/>
              <a:gd name="connsiteX166" fmla="*/ 7381971 w 7777150"/>
              <a:gd name="connsiteY166" fmla="*/ 5982730 h 7718664"/>
              <a:gd name="connsiteX167" fmla="*/ 7259888 w 7777150"/>
              <a:gd name="connsiteY167" fmla="*/ 6167341 h 7718664"/>
              <a:gd name="connsiteX168" fmla="*/ 7179495 w 7777150"/>
              <a:gd name="connsiteY168" fmla="*/ 6271554 h 7718664"/>
              <a:gd name="connsiteX169" fmla="*/ 7093143 w 7777150"/>
              <a:gd name="connsiteY169" fmla="*/ 6372792 h 7718664"/>
              <a:gd name="connsiteX170" fmla="*/ 7063367 w 7777150"/>
              <a:gd name="connsiteY170" fmla="*/ 6414479 h 7718664"/>
              <a:gd name="connsiteX171" fmla="*/ 7030615 w 7777150"/>
              <a:gd name="connsiteY171" fmla="*/ 6456165 h 7718664"/>
              <a:gd name="connsiteX172" fmla="*/ 6979994 w 7777150"/>
              <a:gd name="connsiteY172" fmla="*/ 6497851 h 7718664"/>
              <a:gd name="connsiteX173" fmla="*/ 6897207 w 7777150"/>
              <a:gd name="connsiteY173" fmla="*/ 6589515 h 7718664"/>
              <a:gd name="connsiteX174" fmla="*/ 6899598 w 7777150"/>
              <a:gd name="connsiteY174" fmla="*/ 6599089 h 7718664"/>
              <a:gd name="connsiteX175" fmla="*/ 6813249 w 7777150"/>
              <a:gd name="connsiteY175" fmla="*/ 6688418 h 7718664"/>
              <a:gd name="connsiteX176" fmla="*/ 6745897 w 7777150"/>
              <a:gd name="connsiteY176" fmla="*/ 6736215 h 7718664"/>
              <a:gd name="connsiteX177" fmla="*/ 6404257 w 7777150"/>
              <a:gd name="connsiteY177" fmla="*/ 6827757 h 7718664"/>
              <a:gd name="connsiteX178" fmla="*/ 6411273 w 7777150"/>
              <a:gd name="connsiteY178" fmla="*/ 6822407 h 7718664"/>
              <a:gd name="connsiteX179" fmla="*/ 6467849 w 7777150"/>
              <a:gd name="connsiteY179" fmla="*/ 6786676 h 7718664"/>
              <a:gd name="connsiteX180" fmla="*/ 6613749 w 7777150"/>
              <a:gd name="connsiteY180" fmla="*/ 6676507 h 7718664"/>
              <a:gd name="connsiteX181" fmla="*/ 6717966 w 7777150"/>
              <a:gd name="connsiteY181" fmla="*/ 6578245 h 7718664"/>
              <a:gd name="connsiteX182" fmla="*/ 6834091 w 7777150"/>
              <a:gd name="connsiteY182" fmla="*/ 6479986 h 7718664"/>
              <a:gd name="connsiteX183" fmla="*/ 7185447 w 7777150"/>
              <a:gd name="connsiteY183" fmla="*/ 6083964 h 7718664"/>
              <a:gd name="connsiteX184" fmla="*/ 7233801 w 7777150"/>
              <a:gd name="connsiteY184" fmla="*/ 6001764 h 7718664"/>
              <a:gd name="connsiteX185" fmla="*/ 7236067 w 7777150"/>
              <a:gd name="connsiteY185" fmla="*/ 5994637 h 7718664"/>
              <a:gd name="connsiteX186" fmla="*/ 7313485 w 7777150"/>
              <a:gd name="connsiteY186" fmla="*/ 5875533 h 7718664"/>
              <a:gd name="connsiteX187" fmla="*/ 7337306 w 7777150"/>
              <a:gd name="connsiteY187" fmla="*/ 5839802 h 7718664"/>
              <a:gd name="connsiteX188" fmla="*/ 7368979 w 7777150"/>
              <a:gd name="connsiteY188" fmla="*/ 5795871 h 7718664"/>
              <a:gd name="connsiteX189" fmla="*/ 7378992 w 7777150"/>
              <a:gd name="connsiteY189" fmla="*/ 5777274 h 7718664"/>
              <a:gd name="connsiteX190" fmla="*/ 7441520 w 7777150"/>
              <a:gd name="connsiteY190" fmla="*/ 5670081 h 7718664"/>
              <a:gd name="connsiteX191" fmla="*/ 7563603 w 7777150"/>
              <a:gd name="connsiteY191" fmla="*/ 5416984 h 7718664"/>
              <a:gd name="connsiteX192" fmla="*/ 7619804 w 7777150"/>
              <a:gd name="connsiteY192" fmla="*/ 5285970 h 7718664"/>
              <a:gd name="connsiteX193" fmla="*/ 1438185 w 7777150"/>
              <a:gd name="connsiteY193" fmla="*/ 6830951 h 7718664"/>
              <a:gd name="connsiteX194" fmla="*/ 1449489 w 7777150"/>
              <a:gd name="connsiteY194" fmla="*/ 6840648 h 7718664"/>
              <a:gd name="connsiteX195" fmla="*/ 1453350 w 7777150"/>
              <a:gd name="connsiteY195" fmla="*/ 6842615 h 7718664"/>
              <a:gd name="connsiteX196" fmla="*/ 1486096 w 7777150"/>
              <a:gd name="connsiteY196" fmla="*/ 6491655 h 7718664"/>
              <a:gd name="connsiteX197" fmla="*/ 1491992 w 7777150"/>
              <a:gd name="connsiteY197" fmla="*/ 6498836 h 7718664"/>
              <a:gd name="connsiteX198" fmla="*/ 1492288 w 7777150"/>
              <a:gd name="connsiteY198" fmla="*/ 6497852 h 7718664"/>
              <a:gd name="connsiteX199" fmla="*/ 1195061 w 7777150"/>
              <a:gd name="connsiteY199" fmla="*/ 6558794 h 7718664"/>
              <a:gd name="connsiteX200" fmla="*/ 1307518 w 7777150"/>
              <a:gd name="connsiteY200" fmla="*/ 6691203 h 7718664"/>
              <a:gd name="connsiteX201" fmla="*/ 1218350 w 7777150"/>
              <a:gd name="connsiteY201" fmla="*/ 6584200 h 7718664"/>
              <a:gd name="connsiteX202" fmla="*/ 1045653 w 7777150"/>
              <a:gd name="connsiteY202" fmla="*/ 6423410 h 7718664"/>
              <a:gd name="connsiteX203" fmla="*/ 1123070 w 7777150"/>
              <a:gd name="connsiteY203" fmla="*/ 6474031 h 7718664"/>
              <a:gd name="connsiteX204" fmla="*/ 1126871 w 7777150"/>
              <a:gd name="connsiteY204" fmla="*/ 6478507 h 7718664"/>
              <a:gd name="connsiteX205" fmla="*/ 1162149 w 7777150"/>
              <a:gd name="connsiteY205" fmla="*/ 6486313 h 7718664"/>
              <a:gd name="connsiteX206" fmla="*/ 1242171 w 7777150"/>
              <a:gd name="connsiteY206" fmla="*/ 6560379 h 7718664"/>
              <a:gd name="connsiteX207" fmla="*/ 1352343 w 7777150"/>
              <a:gd name="connsiteY207" fmla="*/ 6649708 h 7718664"/>
              <a:gd name="connsiteX208" fmla="*/ 1399985 w 7777150"/>
              <a:gd name="connsiteY208" fmla="*/ 6715214 h 7718664"/>
              <a:gd name="connsiteX209" fmla="*/ 1426782 w 7777150"/>
              <a:gd name="connsiteY209" fmla="*/ 6747970 h 7718664"/>
              <a:gd name="connsiteX210" fmla="*/ 1539930 w 7777150"/>
              <a:gd name="connsiteY210" fmla="*/ 6843252 h 7718664"/>
              <a:gd name="connsiteX211" fmla="*/ 1539890 w 7777150"/>
              <a:gd name="connsiteY211" fmla="*/ 6843288 h 7718664"/>
              <a:gd name="connsiteX212" fmla="*/ 1507178 w 7777150"/>
              <a:gd name="connsiteY212" fmla="*/ 6870049 h 7718664"/>
              <a:gd name="connsiteX213" fmla="*/ 1401804 w 7777150"/>
              <a:gd name="connsiteY213" fmla="*/ 6752965 h 7718664"/>
              <a:gd name="connsiteX214" fmla="*/ 1397009 w 7777150"/>
              <a:gd name="connsiteY214" fmla="*/ 6753924 h 7718664"/>
              <a:gd name="connsiteX215" fmla="*/ 1496727 w 7777150"/>
              <a:gd name="connsiteY215" fmla="*/ 6864723 h 7718664"/>
              <a:gd name="connsiteX216" fmla="*/ 1507178 w 7777150"/>
              <a:gd name="connsiteY216" fmla="*/ 6870049 h 7718664"/>
              <a:gd name="connsiteX217" fmla="*/ 1523554 w 7777150"/>
              <a:gd name="connsiteY217" fmla="*/ 6857768 h 7718664"/>
              <a:gd name="connsiteX218" fmla="*/ 1539890 w 7777150"/>
              <a:gd name="connsiteY218" fmla="*/ 6843288 h 7718664"/>
              <a:gd name="connsiteX219" fmla="*/ 1539933 w 7777150"/>
              <a:gd name="connsiteY219" fmla="*/ 6843252 h 7718664"/>
              <a:gd name="connsiteX220" fmla="*/ 1822803 w 7777150"/>
              <a:gd name="connsiteY220" fmla="*/ 7066570 h 7718664"/>
              <a:gd name="connsiteX221" fmla="*/ 1766230 w 7777150"/>
              <a:gd name="connsiteY221" fmla="*/ 7084436 h 7718664"/>
              <a:gd name="connsiteX222" fmla="*/ 1787072 w 7777150"/>
              <a:gd name="connsiteY222" fmla="*/ 7099325 h 7718664"/>
              <a:gd name="connsiteX223" fmla="*/ 1703699 w 7777150"/>
              <a:gd name="connsiteY223" fmla="*/ 7102302 h 7718664"/>
              <a:gd name="connsiteX224" fmla="*/ 1650102 w 7777150"/>
              <a:gd name="connsiteY224" fmla="*/ 7066570 h 7718664"/>
              <a:gd name="connsiteX225" fmla="*/ 1599485 w 7777150"/>
              <a:gd name="connsiteY225" fmla="*/ 7027863 h 7718664"/>
              <a:gd name="connsiteX226" fmla="*/ 1474426 w 7777150"/>
              <a:gd name="connsiteY226" fmla="*/ 6923646 h 7718664"/>
              <a:gd name="connsiteX227" fmla="*/ 1358298 w 7777150"/>
              <a:gd name="connsiteY227" fmla="*/ 6819431 h 7718664"/>
              <a:gd name="connsiteX228" fmla="*/ 1251105 w 7777150"/>
              <a:gd name="connsiteY228" fmla="*/ 6715214 h 7718664"/>
              <a:gd name="connsiteX229" fmla="*/ 1200487 w 7777150"/>
              <a:gd name="connsiteY229" fmla="*/ 6664597 h 7718664"/>
              <a:gd name="connsiteX230" fmla="*/ 1152846 w 7777150"/>
              <a:gd name="connsiteY230" fmla="*/ 6611000 h 7718664"/>
              <a:gd name="connsiteX231" fmla="*/ 1170712 w 7777150"/>
              <a:gd name="connsiteY231" fmla="*/ 6587180 h 7718664"/>
              <a:gd name="connsiteX232" fmla="*/ 1230264 w 7777150"/>
              <a:gd name="connsiteY232" fmla="*/ 6640776 h 7718664"/>
              <a:gd name="connsiteX233" fmla="*/ 1295770 w 7777150"/>
              <a:gd name="connsiteY233" fmla="*/ 6691393 h 7718664"/>
              <a:gd name="connsiteX234" fmla="*/ 1376164 w 7777150"/>
              <a:gd name="connsiteY234" fmla="*/ 6777746 h 7718664"/>
              <a:gd name="connsiteX235" fmla="*/ 1382998 w 7777150"/>
              <a:gd name="connsiteY235" fmla="*/ 6783606 h 7718664"/>
              <a:gd name="connsiteX236" fmla="*/ 1295770 w 7777150"/>
              <a:gd name="connsiteY236" fmla="*/ 6691393 h 7718664"/>
              <a:gd name="connsiteX237" fmla="*/ 1233240 w 7777150"/>
              <a:gd name="connsiteY237" fmla="*/ 6640776 h 7718664"/>
              <a:gd name="connsiteX238" fmla="*/ 1173688 w 7777150"/>
              <a:gd name="connsiteY238" fmla="*/ 6587179 h 7718664"/>
              <a:gd name="connsiteX239" fmla="*/ 1108180 w 7777150"/>
              <a:gd name="connsiteY239" fmla="*/ 6506783 h 7718664"/>
              <a:gd name="connsiteX240" fmla="*/ 1045653 w 7777150"/>
              <a:gd name="connsiteY240" fmla="*/ 6423410 h 7718664"/>
              <a:gd name="connsiteX241" fmla="*/ 419367 w 7777150"/>
              <a:gd name="connsiteY241" fmla="*/ 2532692 h 7718664"/>
              <a:gd name="connsiteX242" fmla="*/ 420849 w 7777150"/>
              <a:gd name="connsiteY242" fmla="*/ 2533433 h 7718664"/>
              <a:gd name="connsiteX243" fmla="*/ 420989 w 7777150"/>
              <a:gd name="connsiteY243" fmla="*/ 2533017 h 7718664"/>
              <a:gd name="connsiteX244" fmla="*/ 599014 w 7777150"/>
              <a:gd name="connsiteY244" fmla="*/ 2105903 h 7718664"/>
              <a:gd name="connsiteX245" fmla="*/ 533506 w 7777150"/>
              <a:gd name="connsiteY245" fmla="*/ 2227983 h 7718664"/>
              <a:gd name="connsiteX246" fmla="*/ 509686 w 7777150"/>
              <a:gd name="connsiteY246" fmla="*/ 2251804 h 7718664"/>
              <a:gd name="connsiteX247" fmla="*/ 506708 w 7777150"/>
              <a:gd name="connsiteY247" fmla="*/ 2254409 h 7718664"/>
              <a:gd name="connsiteX248" fmla="*/ 506574 w 7777150"/>
              <a:gd name="connsiteY248" fmla="*/ 2254516 h 7718664"/>
              <a:gd name="connsiteX249" fmla="*/ 479910 w 7777150"/>
              <a:gd name="connsiteY249" fmla="*/ 2272649 h 7718664"/>
              <a:gd name="connsiteX250" fmla="*/ 479782 w 7777150"/>
              <a:gd name="connsiteY250" fmla="*/ 2275500 h 7718664"/>
              <a:gd name="connsiteX251" fmla="*/ 474599 w 7777150"/>
              <a:gd name="connsiteY251" fmla="*/ 2389489 h 7718664"/>
              <a:gd name="connsiteX252" fmla="*/ 474749 w 7777150"/>
              <a:gd name="connsiteY252" fmla="*/ 2389217 h 7718664"/>
              <a:gd name="connsiteX253" fmla="*/ 479910 w 7777150"/>
              <a:gd name="connsiteY253" fmla="*/ 2275624 h 7718664"/>
              <a:gd name="connsiteX254" fmla="*/ 506574 w 7777150"/>
              <a:gd name="connsiteY254" fmla="*/ 2254516 h 7718664"/>
              <a:gd name="connsiteX255" fmla="*/ 507824 w 7777150"/>
              <a:gd name="connsiteY255" fmla="*/ 2253665 h 7718664"/>
              <a:gd name="connsiteX256" fmla="*/ 509686 w 7777150"/>
              <a:gd name="connsiteY256" fmla="*/ 2251804 h 7718664"/>
              <a:gd name="connsiteX257" fmla="*/ 533507 w 7777150"/>
              <a:gd name="connsiteY257" fmla="*/ 2230959 h 7718664"/>
              <a:gd name="connsiteX258" fmla="*/ 599014 w 7777150"/>
              <a:gd name="connsiteY258" fmla="*/ 2108879 h 7718664"/>
              <a:gd name="connsiteX259" fmla="*/ 601246 w 7777150"/>
              <a:gd name="connsiteY259" fmla="*/ 2110368 h 7718664"/>
              <a:gd name="connsiteX260" fmla="*/ 602362 w 7777150"/>
              <a:gd name="connsiteY260" fmla="*/ 2108135 h 7718664"/>
              <a:gd name="connsiteX261" fmla="*/ 634742 w 7777150"/>
              <a:gd name="connsiteY261" fmla="*/ 1846851 h 7718664"/>
              <a:gd name="connsiteX262" fmla="*/ 593055 w 7777150"/>
              <a:gd name="connsiteY262" fmla="*/ 1876627 h 7718664"/>
              <a:gd name="connsiteX263" fmla="*/ 530528 w 7777150"/>
              <a:gd name="connsiteY263" fmla="*/ 2007641 h 7718664"/>
              <a:gd name="connsiteX264" fmla="*/ 544832 w 7777150"/>
              <a:gd name="connsiteY264" fmla="*/ 2019086 h 7718664"/>
              <a:gd name="connsiteX265" fmla="*/ 545298 w 7777150"/>
              <a:gd name="connsiteY265" fmla="*/ 2017076 h 7718664"/>
              <a:gd name="connsiteX266" fmla="*/ 533507 w 7777150"/>
              <a:gd name="connsiteY266" fmla="*/ 2007641 h 7718664"/>
              <a:gd name="connsiteX267" fmla="*/ 596034 w 7777150"/>
              <a:gd name="connsiteY267" fmla="*/ 1876627 h 7718664"/>
              <a:gd name="connsiteX268" fmla="*/ 632947 w 7777150"/>
              <a:gd name="connsiteY268" fmla="*/ 1850262 h 7718664"/>
              <a:gd name="connsiteX269" fmla="*/ 864018 w 7777150"/>
              <a:gd name="connsiteY269" fmla="*/ 1677130 h 7718664"/>
              <a:gd name="connsiteX270" fmla="*/ 860257 w 7777150"/>
              <a:gd name="connsiteY270" fmla="*/ 1680141 h 7718664"/>
              <a:gd name="connsiteX271" fmla="*/ 844293 w 7777150"/>
              <a:gd name="connsiteY271" fmla="*/ 1741521 h 7718664"/>
              <a:gd name="connsiteX272" fmla="*/ 834242 w 7777150"/>
              <a:gd name="connsiteY272" fmla="*/ 1772413 h 7718664"/>
              <a:gd name="connsiteX273" fmla="*/ 560303 w 7777150"/>
              <a:gd name="connsiteY273" fmla="*/ 2272649 h 7718664"/>
              <a:gd name="connsiteX274" fmla="*/ 521593 w 7777150"/>
              <a:gd name="connsiteY274" fmla="*/ 2394728 h 7718664"/>
              <a:gd name="connsiteX275" fmla="*/ 485862 w 7777150"/>
              <a:gd name="connsiteY275" fmla="*/ 2519787 h 7718664"/>
              <a:gd name="connsiteX276" fmla="*/ 408444 w 7777150"/>
              <a:gd name="connsiteY276" fmla="*/ 2781816 h 7718664"/>
              <a:gd name="connsiteX277" fmla="*/ 357827 w 7777150"/>
              <a:gd name="connsiteY277" fmla="*/ 2960471 h 7718664"/>
              <a:gd name="connsiteX278" fmla="*/ 334006 w 7777150"/>
              <a:gd name="connsiteY278" fmla="*/ 3094464 h 7718664"/>
              <a:gd name="connsiteX279" fmla="*/ 322096 w 7777150"/>
              <a:gd name="connsiteY279" fmla="*/ 3162947 h 7718664"/>
              <a:gd name="connsiteX280" fmla="*/ 313161 w 7777150"/>
              <a:gd name="connsiteY280" fmla="*/ 3231434 h 7718664"/>
              <a:gd name="connsiteX281" fmla="*/ 286365 w 7777150"/>
              <a:gd name="connsiteY281" fmla="*/ 3416044 h 7718664"/>
              <a:gd name="connsiteX282" fmla="*/ 277431 w 7777150"/>
              <a:gd name="connsiteY282" fmla="*/ 3529193 h 7718664"/>
              <a:gd name="connsiteX283" fmla="*/ 292320 w 7777150"/>
              <a:gd name="connsiteY283" fmla="*/ 3648297 h 7718664"/>
              <a:gd name="connsiteX284" fmla="*/ 299297 w 7777150"/>
              <a:gd name="connsiteY284" fmla="*/ 3583399 h 7718664"/>
              <a:gd name="connsiteX285" fmla="*/ 298275 w 7777150"/>
              <a:gd name="connsiteY285" fmla="*/ 3561945 h 7718664"/>
              <a:gd name="connsiteX286" fmla="*/ 310185 w 7777150"/>
              <a:gd name="connsiteY286" fmla="*/ 3436886 h 7718664"/>
              <a:gd name="connsiteX287" fmla="*/ 336982 w 7777150"/>
              <a:gd name="connsiteY287" fmla="*/ 3252275 h 7718664"/>
              <a:gd name="connsiteX288" fmla="*/ 358237 w 7777150"/>
              <a:gd name="connsiteY288" fmla="*/ 3226770 h 7718664"/>
              <a:gd name="connsiteX289" fmla="*/ 389100 w 7777150"/>
              <a:gd name="connsiteY289" fmla="*/ 3020223 h 7718664"/>
              <a:gd name="connsiteX290" fmla="*/ 387603 w 7777150"/>
              <a:gd name="connsiteY290" fmla="*/ 2984292 h 7718664"/>
              <a:gd name="connsiteX291" fmla="*/ 417019 w 7777150"/>
              <a:gd name="connsiteY291" fmla="*/ 2899960 h 7718664"/>
              <a:gd name="connsiteX292" fmla="*/ 434522 w 7777150"/>
              <a:gd name="connsiteY292" fmla="*/ 2829157 h 7718664"/>
              <a:gd name="connsiteX293" fmla="*/ 429289 w 7777150"/>
              <a:gd name="connsiteY293" fmla="*/ 2841367 h 7718664"/>
              <a:gd name="connsiteX294" fmla="*/ 411424 w 7777150"/>
              <a:gd name="connsiteY294" fmla="*/ 2835412 h 7718664"/>
              <a:gd name="connsiteX295" fmla="*/ 366758 w 7777150"/>
              <a:gd name="connsiteY295" fmla="*/ 2963450 h 7718664"/>
              <a:gd name="connsiteX296" fmla="*/ 369737 w 7777150"/>
              <a:gd name="connsiteY296" fmla="*/ 3034913 h 7718664"/>
              <a:gd name="connsiteX297" fmla="*/ 348893 w 7777150"/>
              <a:gd name="connsiteY297" fmla="*/ 3171882 h 7718664"/>
              <a:gd name="connsiteX298" fmla="*/ 345917 w 7777150"/>
              <a:gd name="connsiteY298" fmla="*/ 3195703 h 7718664"/>
              <a:gd name="connsiteX299" fmla="*/ 316141 w 7777150"/>
              <a:gd name="connsiteY299" fmla="*/ 3231434 h 7718664"/>
              <a:gd name="connsiteX300" fmla="*/ 325072 w 7777150"/>
              <a:gd name="connsiteY300" fmla="*/ 3162947 h 7718664"/>
              <a:gd name="connsiteX301" fmla="*/ 336982 w 7777150"/>
              <a:gd name="connsiteY301" fmla="*/ 3094464 h 7718664"/>
              <a:gd name="connsiteX302" fmla="*/ 360803 w 7777150"/>
              <a:gd name="connsiteY302" fmla="*/ 2960471 h 7718664"/>
              <a:gd name="connsiteX303" fmla="*/ 411424 w 7777150"/>
              <a:gd name="connsiteY303" fmla="*/ 2781816 h 7718664"/>
              <a:gd name="connsiteX304" fmla="*/ 488841 w 7777150"/>
              <a:gd name="connsiteY304" fmla="*/ 2519787 h 7718664"/>
              <a:gd name="connsiteX305" fmla="*/ 524572 w 7777150"/>
              <a:gd name="connsiteY305" fmla="*/ 2394728 h 7718664"/>
              <a:gd name="connsiteX306" fmla="*/ 563280 w 7777150"/>
              <a:gd name="connsiteY306" fmla="*/ 2272649 h 7718664"/>
              <a:gd name="connsiteX307" fmla="*/ 837218 w 7777150"/>
              <a:gd name="connsiteY307" fmla="*/ 1772413 h 7718664"/>
              <a:gd name="connsiteX308" fmla="*/ 864018 w 7777150"/>
              <a:gd name="connsiteY308" fmla="*/ 1677130 h 7718664"/>
              <a:gd name="connsiteX309" fmla="*/ 5842554 w 7777150"/>
              <a:gd name="connsiteY309" fmla="*/ 212154 h 7718664"/>
              <a:gd name="connsiteX310" fmla="*/ 5994410 w 7777150"/>
              <a:gd name="connsiteY310" fmla="*/ 280637 h 7718664"/>
              <a:gd name="connsiteX311" fmla="*/ 6059917 w 7777150"/>
              <a:gd name="connsiteY311" fmla="*/ 334234 h 7718664"/>
              <a:gd name="connsiteX312" fmla="*/ 5914016 w 7777150"/>
              <a:gd name="connsiteY312" fmla="*/ 262772 h 7718664"/>
              <a:gd name="connsiteX313" fmla="*/ 5842554 w 7777150"/>
              <a:gd name="connsiteY313" fmla="*/ 212154 h 7718664"/>
              <a:gd name="connsiteX314" fmla="*/ 917614 w 7777150"/>
              <a:gd name="connsiteY314" fmla="*/ 1379371 h 7718664"/>
              <a:gd name="connsiteX315" fmla="*/ 932501 w 7777150"/>
              <a:gd name="connsiteY315" fmla="*/ 1391281 h 7718664"/>
              <a:gd name="connsiteX316" fmla="*/ 932501 w 7777150"/>
              <a:gd name="connsiteY316" fmla="*/ 1391278 h 7718664"/>
              <a:gd name="connsiteX317" fmla="*/ 917618 w 7777150"/>
              <a:gd name="connsiteY317" fmla="*/ 1379371 h 7718664"/>
              <a:gd name="connsiteX318" fmla="*/ 5364411 w 7777150"/>
              <a:gd name="connsiteY318" fmla="*/ 6459 h 7718664"/>
              <a:gd name="connsiteX319" fmla="*/ 5388519 w 7777150"/>
              <a:gd name="connsiteY319" fmla="*/ 0 h 7718664"/>
              <a:gd name="connsiteX320" fmla="*/ 5400009 w 7777150"/>
              <a:gd name="connsiteY320" fmla="*/ 1487 h 7718664"/>
              <a:gd name="connsiteX321" fmla="*/ 5467377 w 7777150"/>
              <a:gd name="connsiteY321" fmla="*/ 21585 h 7718664"/>
              <a:gd name="connsiteX322" fmla="*/ 5634122 w 7777150"/>
              <a:gd name="connsiteY322" fmla="*/ 104958 h 7718664"/>
              <a:gd name="connsiteX323" fmla="*/ 5377863 w 7777150"/>
              <a:gd name="connsiteY323" fmla="*/ 16189 h 7718664"/>
              <a:gd name="connsiteX324" fmla="*/ 939465 w 7777150"/>
              <a:gd name="connsiteY324" fmla="*/ 1192120 h 7718664"/>
              <a:gd name="connsiteX325" fmla="*/ 989575 w 7777150"/>
              <a:gd name="connsiteY325" fmla="*/ 1178693 h 7718664"/>
              <a:gd name="connsiteX326" fmla="*/ 991590 w 7777150"/>
              <a:gd name="connsiteY326" fmla="*/ 1182987 h 7718664"/>
              <a:gd name="connsiteX327" fmla="*/ 984857 w 7777150"/>
              <a:gd name="connsiteY327" fmla="*/ 1201819 h 7718664"/>
              <a:gd name="connsiteX328" fmla="*/ 1013565 w 7777150"/>
              <a:gd name="connsiteY328" fmla="*/ 1172265 h 7718664"/>
              <a:gd name="connsiteX329" fmla="*/ 1103330 w 7777150"/>
              <a:gd name="connsiteY329" fmla="*/ 1148213 h 7718664"/>
              <a:gd name="connsiteX330" fmla="*/ 1033742 w 7777150"/>
              <a:gd name="connsiteY330" fmla="*/ 1224536 h 7718664"/>
              <a:gd name="connsiteX331" fmla="*/ 1048629 w 7777150"/>
              <a:gd name="connsiteY331" fmla="*/ 1242398 h 7718664"/>
              <a:gd name="connsiteX332" fmla="*/ 1048913 w 7777150"/>
              <a:gd name="connsiteY332" fmla="*/ 1242148 h 7718664"/>
              <a:gd name="connsiteX333" fmla="*/ 1036718 w 7777150"/>
              <a:gd name="connsiteY333" fmla="*/ 1227512 h 7718664"/>
              <a:gd name="connsiteX334" fmla="*/ 1083988 w 7777150"/>
              <a:gd name="connsiteY334" fmla="*/ 1176894 h 7718664"/>
              <a:gd name="connsiteX335" fmla="*/ 1111437 w 7777150"/>
              <a:gd name="connsiteY335" fmla="*/ 1146040 h 7718664"/>
              <a:gd name="connsiteX336" fmla="*/ 1250892 w 7777150"/>
              <a:gd name="connsiteY336" fmla="*/ 1108673 h 7718664"/>
              <a:gd name="connsiteX337" fmla="*/ 1135723 w 7777150"/>
              <a:gd name="connsiteY337" fmla="*/ 1237561 h 7718664"/>
              <a:gd name="connsiteX338" fmla="*/ 893794 w 7777150"/>
              <a:gd name="connsiteY338" fmla="*/ 1552068 h 7718664"/>
              <a:gd name="connsiteX339" fmla="*/ 789577 w 7777150"/>
              <a:gd name="connsiteY339" fmla="*/ 1694992 h 7718664"/>
              <a:gd name="connsiteX340" fmla="*/ 741935 w 7777150"/>
              <a:gd name="connsiteY340" fmla="*/ 1781344 h 7718664"/>
              <a:gd name="connsiteX341" fmla="*/ 694294 w 7777150"/>
              <a:gd name="connsiteY341" fmla="*/ 1861738 h 7718664"/>
              <a:gd name="connsiteX342" fmla="*/ 604966 w 7777150"/>
              <a:gd name="connsiteY342" fmla="*/ 2028483 h 7718664"/>
              <a:gd name="connsiteX343" fmla="*/ 507798 w 7777150"/>
              <a:gd name="connsiteY343" fmla="*/ 2181601 h 7718664"/>
              <a:gd name="connsiteX344" fmla="*/ 506706 w 7777150"/>
              <a:gd name="connsiteY344" fmla="*/ 2186297 h 7718664"/>
              <a:gd name="connsiteX345" fmla="*/ 473952 w 7777150"/>
              <a:gd name="connsiteY345" fmla="*/ 2275625 h 7718664"/>
              <a:gd name="connsiteX346" fmla="*/ 450131 w 7777150"/>
              <a:gd name="connsiteY346" fmla="*/ 2317311 h 7718664"/>
              <a:gd name="connsiteX347" fmla="*/ 444176 w 7777150"/>
              <a:gd name="connsiteY347" fmla="*/ 2323266 h 7718664"/>
              <a:gd name="connsiteX348" fmla="*/ 417751 w 7777150"/>
              <a:gd name="connsiteY348" fmla="*/ 2411106 h 7718664"/>
              <a:gd name="connsiteX349" fmla="*/ 411424 w 7777150"/>
              <a:gd name="connsiteY349" fmla="*/ 2463215 h 7718664"/>
              <a:gd name="connsiteX350" fmla="*/ 405469 w 7777150"/>
              <a:gd name="connsiteY350" fmla="*/ 2537653 h 7718664"/>
              <a:gd name="connsiteX351" fmla="*/ 363782 w 7777150"/>
              <a:gd name="connsiteY351" fmla="*/ 2659736 h 7718664"/>
              <a:gd name="connsiteX352" fmla="*/ 325072 w 7777150"/>
              <a:gd name="connsiteY352" fmla="*/ 2781816 h 7718664"/>
              <a:gd name="connsiteX353" fmla="*/ 283386 w 7777150"/>
              <a:gd name="connsiteY353" fmla="*/ 2960471 h 7718664"/>
              <a:gd name="connsiteX354" fmla="*/ 259565 w 7777150"/>
              <a:gd name="connsiteY354" fmla="*/ 3124240 h 7718664"/>
              <a:gd name="connsiteX355" fmla="*/ 244678 w 7777150"/>
              <a:gd name="connsiteY355" fmla="*/ 3288006 h 7718664"/>
              <a:gd name="connsiteX356" fmla="*/ 265520 w 7777150"/>
              <a:gd name="connsiteY356" fmla="*/ 3174858 h 7718664"/>
              <a:gd name="connsiteX357" fmla="*/ 267452 w 7777150"/>
              <a:gd name="connsiteY357" fmla="*/ 3165520 h 7718664"/>
              <a:gd name="connsiteX358" fmla="*/ 271475 w 7777150"/>
              <a:gd name="connsiteY358" fmla="*/ 3121261 h 7718664"/>
              <a:gd name="connsiteX359" fmla="*/ 295296 w 7777150"/>
              <a:gd name="connsiteY359" fmla="*/ 2957495 h 7718664"/>
              <a:gd name="connsiteX360" fmla="*/ 302755 w 7777150"/>
              <a:gd name="connsiteY360" fmla="*/ 2959983 h 7718664"/>
              <a:gd name="connsiteX361" fmla="*/ 303402 w 7777150"/>
              <a:gd name="connsiteY361" fmla="*/ 2957217 h 7718664"/>
              <a:gd name="connsiteX362" fmla="*/ 295299 w 7777150"/>
              <a:gd name="connsiteY362" fmla="*/ 2954516 h 7718664"/>
              <a:gd name="connsiteX363" fmla="*/ 336986 w 7777150"/>
              <a:gd name="connsiteY363" fmla="*/ 2775860 h 7718664"/>
              <a:gd name="connsiteX364" fmla="*/ 375693 w 7777150"/>
              <a:gd name="connsiteY364" fmla="*/ 2653777 h 7718664"/>
              <a:gd name="connsiteX365" fmla="*/ 417188 w 7777150"/>
              <a:gd name="connsiteY365" fmla="*/ 2532257 h 7718664"/>
              <a:gd name="connsiteX366" fmla="*/ 414403 w 7777150"/>
              <a:gd name="connsiteY366" fmla="*/ 2531698 h 7718664"/>
              <a:gd name="connsiteX367" fmla="*/ 420358 w 7777150"/>
              <a:gd name="connsiteY367" fmla="*/ 2457259 h 7718664"/>
              <a:gd name="connsiteX368" fmla="*/ 453110 w 7777150"/>
              <a:gd name="connsiteY368" fmla="*/ 2317311 h 7718664"/>
              <a:gd name="connsiteX369" fmla="*/ 476931 w 7777150"/>
              <a:gd name="connsiteY369" fmla="*/ 2275625 h 7718664"/>
              <a:gd name="connsiteX370" fmla="*/ 477731 w 7777150"/>
              <a:gd name="connsiteY370" fmla="*/ 2273449 h 7718664"/>
              <a:gd name="connsiteX371" fmla="*/ 509686 w 7777150"/>
              <a:gd name="connsiteY371" fmla="*/ 2186297 h 7718664"/>
              <a:gd name="connsiteX372" fmla="*/ 607945 w 7777150"/>
              <a:gd name="connsiteY372" fmla="*/ 2031462 h 7718664"/>
              <a:gd name="connsiteX373" fmla="*/ 697273 w 7777150"/>
              <a:gd name="connsiteY373" fmla="*/ 1864717 h 7718664"/>
              <a:gd name="connsiteX374" fmla="*/ 744914 w 7777150"/>
              <a:gd name="connsiteY374" fmla="*/ 1784323 h 7718664"/>
              <a:gd name="connsiteX375" fmla="*/ 792556 w 7777150"/>
              <a:gd name="connsiteY375" fmla="*/ 1697972 h 7718664"/>
              <a:gd name="connsiteX376" fmla="*/ 896773 w 7777150"/>
              <a:gd name="connsiteY376" fmla="*/ 1555047 h 7718664"/>
              <a:gd name="connsiteX377" fmla="*/ 1138702 w 7777150"/>
              <a:gd name="connsiteY377" fmla="*/ 1239423 h 7718664"/>
              <a:gd name="connsiteX378" fmla="*/ 1257734 w 7777150"/>
              <a:gd name="connsiteY378" fmla="*/ 1106840 h 7718664"/>
              <a:gd name="connsiteX379" fmla="*/ 1346684 w 7777150"/>
              <a:gd name="connsiteY379" fmla="*/ 1083006 h 7718664"/>
              <a:gd name="connsiteX380" fmla="*/ 1309169 w 7777150"/>
              <a:gd name="connsiteY380" fmla="*/ 1125903 h 7718664"/>
              <a:gd name="connsiteX381" fmla="*/ 1218353 w 7777150"/>
              <a:gd name="connsiteY381" fmla="*/ 1236446 h 7718664"/>
              <a:gd name="connsiteX382" fmla="*/ 1167733 w 7777150"/>
              <a:gd name="connsiteY382" fmla="*/ 1295998 h 7718664"/>
              <a:gd name="connsiteX383" fmla="*/ 1117115 w 7777150"/>
              <a:gd name="connsiteY383" fmla="*/ 1358526 h 7718664"/>
              <a:gd name="connsiteX384" fmla="*/ 893284 w 7777150"/>
              <a:gd name="connsiteY384" fmla="*/ 1605921 h 7718664"/>
              <a:gd name="connsiteX385" fmla="*/ 1120091 w 7777150"/>
              <a:gd name="connsiteY385" fmla="*/ 1355550 h 7718664"/>
              <a:gd name="connsiteX386" fmla="*/ 1170708 w 7777150"/>
              <a:gd name="connsiteY386" fmla="*/ 1293019 h 7718664"/>
              <a:gd name="connsiteX387" fmla="*/ 1221329 w 7777150"/>
              <a:gd name="connsiteY387" fmla="*/ 1233467 h 7718664"/>
              <a:gd name="connsiteX388" fmla="*/ 1312145 w 7777150"/>
              <a:gd name="connsiteY388" fmla="*/ 1124040 h 7718664"/>
              <a:gd name="connsiteX389" fmla="*/ 1347941 w 7777150"/>
              <a:gd name="connsiteY389" fmla="*/ 1082669 h 7718664"/>
              <a:gd name="connsiteX390" fmla="*/ 5198604 w 7777150"/>
              <a:gd name="connsiteY390" fmla="*/ 50887 h 7718664"/>
              <a:gd name="connsiteX391" fmla="*/ 5220239 w 7777150"/>
              <a:gd name="connsiteY391" fmla="*/ 57319 h 7718664"/>
              <a:gd name="connsiteX392" fmla="*/ 5273835 w 7777150"/>
              <a:gd name="connsiteY392" fmla="*/ 72206 h 7718664"/>
              <a:gd name="connsiteX393" fmla="*/ 5327432 w 7777150"/>
              <a:gd name="connsiteY393" fmla="*/ 90071 h 7718664"/>
              <a:gd name="connsiteX394" fmla="*/ 5328122 w 7777150"/>
              <a:gd name="connsiteY394" fmla="*/ 90703 h 7718664"/>
              <a:gd name="connsiteX395" fmla="*/ 5366558 w 7777150"/>
              <a:gd name="connsiteY395" fmla="*/ 97330 h 7718664"/>
              <a:gd name="connsiteX396" fmla="*/ 5459700 w 7777150"/>
              <a:gd name="connsiteY396" fmla="*/ 131942 h 7718664"/>
              <a:gd name="connsiteX397" fmla="*/ 5472710 w 7777150"/>
              <a:gd name="connsiteY397" fmla="*/ 151655 h 7718664"/>
              <a:gd name="connsiteX398" fmla="*/ 5476311 w 7777150"/>
              <a:gd name="connsiteY398" fmla="*/ 152602 h 7718664"/>
              <a:gd name="connsiteX399" fmla="*/ 5559684 w 7777150"/>
              <a:gd name="connsiteY399" fmla="*/ 185354 h 7718664"/>
              <a:gd name="connsiteX400" fmla="*/ 5631147 w 7777150"/>
              <a:gd name="connsiteY400" fmla="*/ 215130 h 7718664"/>
              <a:gd name="connsiteX401" fmla="*/ 5702608 w 7777150"/>
              <a:gd name="connsiteY401" fmla="*/ 247885 h 7718664"/>
              <a:gd name="connsiteX402" fmla="*/ 5756205 w 7777150"/>
              <a:gd name="connsiteY402" fmla="*/ 277661 h 7718664"/>
              <a:gd name="connsiteX403" fmla="*/ 5791937 w 7777150"/>
              <a:gd name="connsiteY403" fmla="*/ 295527 h 7718664"/>
              <a:gd name="connsiteX404" fmla="*/ 5830644 w 7777150"/>
              <a:gd name="connsiteY404" fmla="*/ 316368 h 7718664"/>
              <a:gd name="connsiteX405" fmla="*/ 5961658 w 7777150"/>
              <a:gd name="connsiteY405" fmla="*/ 390810 h 7718664"/>
              <a:gd name="connsiteX406" fmla="*/ 6128403 w 7777150"/>
              <a:gd name="connsiteY406" fmla="*/ 498003 h 7718664"/>
              <a:gd name="connsiteX407" fmla="*/ 6214755 w 7777150"/>
              <a:gd name="connsiteY407" fmla="*/ 557555 h 7718664"/>
              <a:gd name="connsiteX408" fmla="*/ 6217256 w 7777150"/>
              <a:gd name="connsiteY408" fmla="*/ 559340 h 7718664"/>
              <a:gd name="connsiteX409" fmla="*/ 6261383 w 7777150"/>
              <a:gd name="connsiteY409" fmla="*/ 586149 h 7718664"/>
              <a:gd name="connsiteX410" fmla="*/ 6417221 w 7777150"/>
              <a:gd name="connsiteY410" fmla="*/ 698379 h 7718664"/>
              <a:gd name="connsiteX411" fmla="*/ 7635473 w 7777150"/>
              <a:gd name="connsiteY411" fmla="*/ 5244954 h 7718664"/>
              <a:gd name="connsiteX412" fmla="*/ 7555824 w 7777150"/>
              <a:gd name="connsiteY412" fmla="*/ 5419713 h 7718664"/>
              <a:gd name="connsiteX413" fmla="*/ 7459513 w 7777150"/>
              <a:gd name="connsiteY413" fmla="*/ 5603611 h 7718664"/>
              <a:gd name="connsiteX414" fmla="*/ 7432760 w 7777150"/>
              <a:gd name="connsiteY414" fmla="*/ 5645910 h 7718664"/>
              <a:gd name="connsiteX415" fmla="*/ 7432588 w 7777150"/>
              <a:gd name="connsiteY415" fmla="*/ 5646260 h 7718664"/>
              <a:gd name="connsiteX416" fmla="*/ 7370057 w 7777150"/>
              <a:gd name="connsiteY416" fmla="*/ 5753453 h 7718664"/>
              <a:gd name="connsiteX417" fmla="*/ 7307530 w 7777150"/>
              <a:gd name="connsiteY417" fmla="*/ 5869581 h 7718664"/>
              <a:gd name="connsiteX418" fmla="*/ 7236067 w 7777150"/>
              <a:gd name="connsiteY418" fmla="*/ 5958909 h 7718664"/>
              <a:gd name="connsiteX419" fmla="*/ 7176515 w 7777150"/>
              <a:gd name="connsiteY419" fmla="*/ 6060147 h 7718664"/>
              <a:gd name="connsiteX420" fmla="*/ 6825159 w 7777150"/>
              <a:gd name="connsiteY420" fmla="*/ 6456166 h 7718664"/>
              <a:gd name="connsiteX421" fmla="*/ 6709032 w 7777150"/>
              <a:gd name="connsiteY421" fmla="*/ 6554427 h 7718664"/>
              <a:gd name="connsiteX422" fmla="*/ 6697890 w 7777150"/>
              <a:gd name="connsiteY422" fmla="*/ 6562899 h 7718664"/>
              <a:gd name="connsiteX423" fmla="*/ 6693086 w 7777150"/>
              <a:gd name="connsiteY423" fmla="*/ 6567763 h 7718664"/>
              <a:gd name="connsiteX424" fmla="*/ 6644525 w 7777150"/>
              <a:gd name="connsiteY424" fmla="*/ 6607349 h 7718664"/>
              <a:gd name="connsiteX425" fmla="*/ 6604818 w 7777150"/>
              <a:gd name="connsiteY425" fmla="*/ 6652687 h 7718664"/>
              <a:gd name="connsiteX426" fmla="*/ 6458914 w 7777150"/>
              <a:gd name="connsiteY426" fmla="*/ 6762859 h 7718664"/>
              <a:gd name="connsiteX427" fmla="*/ 6436053 w 7777150"/>
              <a:gd name="connsiteY427" fmla="*/ 6777302 h 7718664"/>
              <a:gd name="connsiteX428" fmla="*/ 6373957 w 7777150"/>
              <a:gd name="connsiteY428" fmla="*/ 6827922 h 7718664"/>
              <a:gd name="connsiteX429" fmla="*/ 6364991 w 7777150"/>
              <a:gd name="connsiteY429" fmla="*/ 6833746 h 7718664"/>
              <a:gd name="connsiteX430" fmla="*/ 6358255 w 7777150"/>
              <a:gd name="connsiteY430" fmla="*/ 6840083 h 7718664"/>
              <a:gd name="connsiteX431" fmla="*/ 3387117 w 7777150"/>
              <a:gd name="connsiteY431" fmla="*/ 7636198 h 7718664"/>
              <a:gd name="connsiteX432" fmla="*/ 3347331 w 7777150"/>
              <a:gd name="connsiteY432" fmla="*/ 7629337 h 7718664"/>
              <a:gd name="connsiteX433" fmla="*/ 3266937 w 7777150"/>
              <a:gd name="connsiteY433" fmla="*/ 7614450 h 7718664"/>
              <a:gd name="connsiteX434" fmla="*/ 2942378 w 7777150"/>
              <a:gd name="connsiteY434" fmla="*/ 7531078 h 7718664"/>
              <a:gd name="connsiteX435" fmla="*/ 2778612 w 7777150"/>
              <a:gd name="connsiteY435" fmla="*/ 7483437 h 7718664"/>
              <a:gd name="connsiteX436" fmla="*/ 2730970 w 7777150"/>
              <a:gd name="connsiteY436" fmla="*/ 7441750 h 7718664"/>
              <a:gd name="connsiteX437" fmla="*/ 2620798 w 7777150"/>
              <a:gd name="connsiteY437" fmla="*/ 7420906 h 7718664"/>
              <a:gd name="connsiteX438" fmla="*/ 2457032 w 7777150"/>
              <a:gd name="connsiteY438" fmla="*/ 7337533 h 7718664"/>
              <a:gd name="connsiteX439" fmla="*/ 2409390 w 7777150"/>
              <a:gd name="connsiteY439" fmla="*/ 7340512 h 7718664"/>
              <a:gd name="connsiteX440" fmla="*/ 2239666 w 7777150"/>
              <a:gd name="connsiteY440" fmla="*/ 7254160 h 7718664"/>
              <a:gd name="connsiteX441" fmla="*/ 2209890 w 7777150"/>
              <a:gd name="connsiteY441" fmla="*/ 7200563 h 7718664"/>
              <a:gd name="connsiteX442" fmla="*/ 2215845 w 7777150"/>
              <a:gd name="connsiteY442" fmla="*/ 7197588 h 7718664"/>
              <a:gd name="connsiteX443" fmla="*/ 2320063 w 7777150"/>
              <a:gd name="connsiteY443" fmla="*/ 7254160 h 7718664"/>
              <a:gd name="connsiteX444" fmla="*/ 2424277 w 7777150"/>
              <a:gd name="connsiteY444" fmla="*/ 7310736 h 7718664"/>
              <a:gd name="connsiteX445" fmla="*/ 2454053 w 7777150"/>
              <a:gd name="connsiteY445" fmla="*/ 7292870 h 7718664"/>
              <a:gd name="connsiteX446" fmla="*/ 2331973 w 7777150"/>
              <a:gd name="connsiteY446" fmla="*/ 7212474 h 7718664"/>
              <a:gd name="connsiteX447" fmla="*/ 2230735 w 7777150"/>
              <a:gd name="connsiteY447" fmla="*/ 7167811 h 7718664"/>
              <a:gd name="connsiteX448" fmla="*/ 2090786 w 7777150"/>
              <a:gd name="connsiteY448" fmla="*/ 7087415 h 7718664"/>
              <a:gd name="connsiteX449" fmla="*/ 1971682 w 7777150"/>
              <a:gd name="connsiteY449" fmla="*/ 7009998 h 7718664"/>
              <a:gd name="connsiteX450" fmla="*/ 1784096 w 7777150"/>
              <a:gd name="connsiteY450" fmla="*/ 6929604 h 7718664"/>
              <a:gd name="connsiteX451" fmla="*/ 1712634 w 7777150"/>
              <a:gd name="connsiteY451" fmla="*/ 6870053 h 7718664"/>
              <a:gd name="connsiteX452" fmla="*/ 1727520 w 7777150"/>
              <a:gd name="connsiteY452" fmla="*/ 6864097 h 7718664"/>
              <a:gd name="connsiteX453" fmla="*/ 1798982 w 7777150"/>
              <a:gd name="connsiteY453" fmla="*/ 6884939 h 7718664"/>
              <a:gd name="connsiteX454" fmla="*/ 1650103 w 7777150"/>
              <a:gd name="connsiteY454" fmla="*/ 6730104 h 7718664"/>
              <a:gd name="connsiteX455" fmla="*/ 1566730 w 7777150"/>
              <a:gd name="connsiteY455" fmla="*/ 6661621 h 7718664"/>
              <a:gd name="connsiteX456" fmla="*/ 1489312 w 7777150"/>
              <a:gd name="connsiteY456" fmla="*/ 6593135 h 7718664"/>
              <a:gd name="connsiteX457" fmla="*/ 1391053 w 7777150"/>
              <a:gd name="connsiteY457" fmla="*/ 6512741 h 7718664"/>
              <a:gd name="connsiteX458" fmla="*/ 1248129 w 7777150"/>
              <a:gd name="connsiteY458" fmla="*/ 6354927 h 7718664"/>
              <a:gd name="connsiteX459" fmla="*/ 1238322 w 7777150"/>
              <a:gd name="connsiteY459" fmla="*/ 6324279 h 7718664"/>
              <a:gd name="connsiteX460" fmla="*/ 1209418 w 7777150"/>
              <a:gd name="connsiteY460" fmla="*/ 6295375 h 7718664"/>
              <a:gd name="connsiteX461" fmla="*/ 1111160 w 7777150"/>
              <a:gd name="connsiteY461" fmla="*/ 6188182 h 7718664"/>
              <a:gd name="connsiteX462" fmla="*/ 1099249 w 7777150"/>
              <a:gd name="connsiteY462" fmla="*/ 6134585 h 7718664"/>
              <a:gd name="connsiteX463" fmla="*/ 1060539 w 7777150"/>
              <a:gd name="connsiteY463" fmla="*/ 6080988 h 7718664"/>
              <a:gd name="connsiteX464" fmla="*/ 1055928 w 7777150"/>
              <a:gd name="connsiteY464" fmla="*/ 6073758 h 7718664"/>
              <a:gd name="connsiteX465" fmla="*/ 1009918 w 7777150"/>
              <a:gd name="connsiteY465" fmla="*/ 6042278 h 7718664"/>
              <a:gd name="connsiteX466" fmla="*/ 920590 w 7777150"/>
              <a:gd name="connsiteY466" fmla="*/ 5914243 h 7718664"/>
              <a:gd name="connsiteX467" fmla="*/ 869973 w 7777150"/>
              <a:gd name="connsiteY467" fmla="*/ 5795139 h 7718664"/>
              <a:gd name="connsiteX468" fmla="*/ 864018 w 7777150"/>
              <a:gd name="connsiteY468" fmla="*/ 5795140 h 7718664"/>
              <a:gd name="connsiteX469" fmla="*/ 795535 w 7777150"/>
              <a:gd name="connsiteY469" fmla="*/ 5664126 h 7718664"/>
              <a:gd name="connsiteX470" fmla="*/ 730028 w 7777150"/>
              <a:gd name="connsiteY470" fmla="*/ 5533111 h 7718664"/>
              <a:gd name="connsiteX471" fmla="*/ 661541 w 7777150"/>
              <a:gd name="connsiteY471" fmla="*/ 5381255 h 7718664"/>
              <a:gd name="connsiteX472" fmla="*/ 599014 w 7777150"/>
              <a:gd name="connsiteY472" fmla="*/ 5226421 h 7718664"/>
              <a:gd name="connsiteX473" fmla="*/ 661541 w 7777150"/>
              <a:gd name="connsiteY473" fmla="*/ 5330635 h 7718664"/>
              <a:gd name="connsiteX474" fmla="*/ 724073 w 7777150"/>
              <a:gd name="connsiteY474" fmla="*/ 5461649 h 7718664"/>
              <a:gd name="connsiteX475" fmla="*/ 744914 w 7777150"/>
              <a:gd name="connsiteY475" fmla="*/ 5533112 h 7718664"/>
              <a:gd name="connsiteX476" fmla="*/ 753530 w 7777150"/>
              <a:gd name="connsiteY476" fmla="*/ 5545744 h 7718664"/>
              <a:gd name="connsiteX477" fmla="*/ 742926 w 7777150"/>
              <a:gd name="connsiteY477" fmla="*/ 5490615 h 7718664"/>
              <a:gd name="connsiteX478" fmla="*/ 715276 w 7777150"/>
              <a:gd name="connsiteY478" fmla="*/ 5440433 h 7718664"/>
              <a:gd name="connsiteX479" fmla="*/ 670266 w 7777150"/>
              <a:gd name="connsiteY479" fmla="*/ 5339222 h 7718664"/>
              <a:gd name="connsiteX480" fmla="*/ 616876 w 7777150"/>
              <a:gd name="connsiteY480" fmla="*/ 5250239 h 7718664"/>
              <a:gd name="connsiteX481" fmla="*/ 551369 w 7777150"/>
              <a:gd name="connsiteY481" fmla="*/ 5071583 h 7718664"/>
              <a:gd name="connsiteX482" fmla="*/ 495246 w 7777150"/>
              <a:gd name="connsiteY482" fmla="*/ 4888441 h 7718664"/>
              <a:gd name="connsiteX483" fmla="*/ 476818 w 7777150"/>
              <a:gd name="connsiteY483" fmla="*/ 4835054 h 7718664"/>
              <a:gd name="connsiteX484" fmla="*/ 396553 w 7777150"/>
              <a:gd name="connsiteY484" fmla="*/ 4514668 h 7718664"/>
              <a:gd name="connsiteX485" fmla="*/ 361056 w 7777150"/>
              <a:gd name="connsiteY485" fmla="*/ 4282085 h 7718664"/>
              <a:gd name="connsiteX486" fmla="*/ 360803 w 7777150"/>
              <a:gd name="connsiteY486" fmla="*/ 4288478 h 7718664"/>
              <a:gd name="connsiteX487" fmla="*/ 363782 w 7777150"/>
              <a:gd name="connsiteY487" fmla="*/ 4336119 h 7718664"/>
              <a:gd name="connsiteX488" fmla="*/ 378669 w 7777150"/>
              <a:gd name="connsiteY488" fmla="*/ 4446292 h 7718664"/>
              <a:gd name="connsiteX489" fmla="*/ 396534 w 7777150"/>
              <a:gd name="connsiteY489" fmla="*/ 4559440 h 7718664"/>
              <a:gd name="connsiteX490" fmla="*/ 366758 w 7777150"/>
              <a:gd name="connsiteY490" fmla="*/ 4461178 h 7718664"/>
              <a:gd name="connsiteX491" fmla="*/ 345917 w 7777150"/>
              <a:gd name="connsiteY491" fmla="*/ 4336119 h 7718664"/>
              <a:gd name="connsiteX492" fmla="*/ 322096 w 7777150"/>
              <a:gd name="connsiteY492" fmla="*/ 4336119 h 7718664"/>
              <a:gd name="connsiteX493" fmla="*/ 307206 w 7777150"/>
              <a:gd name="connsiteY493" fmla="*/ 4222971 h 7718664"/>
              <a:gd name="connsiteX494" fmla="*/ 286365 w 7777150"/>
              <a:gd name="connsiteY494" fmla="*/ 4151508 h 7718664"/>
              <a:gd name="connsiteX495" fmla="*/ 268499 w 7777150"/>
              <a:gd name="connsiteY495" fmla="*/ 4083025 h 7718664"/>
              <a:gd name="connsiteX496" fmla="*/ 217878 w 7777150"/>
              <a:gd name="connsiteY496" fmla="*/ 4029428 h 7718664"/>
              <a:gd name="connsiteX497" fmla="*/ 202992 w 7777150"/>
              <a:gd name="connsiteY497" fmla="*/ 4029429 h 7718664"/>
              <a:gd name="connsiteX498" fmla="*/ 188103 w 7777150"/>
              <a:gd name="connsiteY498" fmla="*/ 3954987 h 7718664"/>
              <a:gd name="connsiteX499" fmla="*/ 182148 w 7777150"/>
              <a:gd name="connsiteY499" fmla="*/ 3859704 h 7718664"/>
              <a:gd name="connsiteX500" fmla="*/ 194058 w 7777150"/>
              <a:gd name="connsiteY500" fmla="*/ 3725714 h 7718664"/>
              <a:gd name="connsiteX501" fmla="*/ 200013 w 7777150"/>
              <a:gd name="connsiteY501" fmla="*/ 3678073 h 7718664"/>
              <a:gd name="connsiteX502" fmla="*/ 210154 w 7777150"/>
              <a:gd name="connsiteY502" fmla="*/ 3645396 h 7718664"/>
              <a:gd name="connsiteX503" fmla="*/ 205224 w 7777150"/>
              <a:gd name="connsiteY503" fmla="*/ 3570879 h 7718664"/>
              <a:gd name="connsiteX504" fmla="*/ 211924 w 7777150"/>
              <a:gd name="connsiteY504" fmla="*/ 3460707 h 7718664"/>
              <a:gd name="connsiteX505" fmla="*/ 223834 w 7777150"/>
              <a:gd name="connsiteY505" fmla="*/ 3438377 h 7718664"/>
              <a:gd name="connsiteX506" fmla="*/ 223834 w 7777150"/>
              <a:gd name="connsiteY506" fmla="*/ 3424976 h 7718664"/>
              <a:gd name="connsiteX507" fmla="*/ 200013 w 7777150"/>
              <a:gd name="connsiteY507" fmla="*/ 3469641 h 7718664"/>
              <a:gd name="connsiteX508" fmla="*/ 179171 w 7777150"/>
              <a:gd name="connsiteY508" fmla="*/ 3439865 h 7718664"/>
              <a:gd name="connsiteX509" fmla="*/ 140461 w 7777150"/>
              <a:gd name="connsiteY509" fmla="*/ 3386268 h 7718664"/>
              <a:gd name="connsiteX510" fmla="*/ 133390 w 7777150"/>
              <a:gd name="connsiteY510" fmla="*/ 3343838 h 7718664"/>
              <a:gd name="connsiteX511" fmla="*/ 131530 w 7777150"/>
              <a:gd name="connsiteY511" fmla="*/ 3347558 h 7718664"/>
              <a:gd name="connsiteX512" fmla="*/ 119620 w 7777150"/>
              <a:gd name="connsiteY512" fmla="*/ 3466662 h 7718664"/>
              <a:gd name="connsiteX513" fmla="*/ 110685 w 7777150"/>
              <a:gd name="connsiteY513" fmla="*/ 3585766 h 7718664"/>
              <a:gd name="connsiteX514" fmla="*/ 101754 w 7777150"/>
              <a:gd name="connsiteY514" fmla="*/ 3678073 h 7718664"/>
              <a:gd name="connsiteX515" fmla="*/ 101754 w 7777150"/>
              <a:gd name="connsiteY515" fmla="*/ 3868635 h 7718664"/>
              <a:gd name="connsiteX516" fmla="*/ 104730 w 7777150"/>
              <a:gd name="connsiteY516" fmla="*/ 3966898 h 7718664"/>
              <a:gd name="connsiteX517" fmla="*/ 110685 w 7777150"/>
              <a:gd name="connsiteY517" fmla="*/ 4065157 h 7718664"/>
              <a:gd name="connsiteX518" fmla="*/ 83888 w 7777150"/>
              <a:gd name="connsiteY518" fmla="*/ 4157464 h 7718664"/>
              <a:gd name="connsiteX519" fmla="*/ 77933 w 7777150"/>
              <a:gd name="connsiteY519" fmla="*/ 4157464 h 7718664"/>
              <a:gd name="connsiteX520" fmla="*/ 60068 w 7777150"/>
              <a:gd name="connsiteY520" fmla="*/ 3978808 h 7718664"/>
              <a:gd name="connsiteX521" fmla="*/ 60068 w 7777150"/>
              <a:gd name="connsiteY521" fmla="*/ 3794197 h 7718664"/>
              <a:gd name="connsiteX522" fmla="*/ 74954 w 7777150"/>
              <a:gd name="connsiteY522" fmla="*/ 3651272 h 7718664"/>
              <a:gd name="connsiteX523" fmla="*/ 101742 w 7777150"/>
              <a:gd name="connsiteY523" fmla="*/ 3678057 h 7718664"/>
              <a:gd name="connsiteX524" fmla="*/ 77933 w 7777150"/>
              <a:gd name="connsiteY524" fmla="*/ 3648296 h 7718664"/>
              <a:gd name="connsiteX525" fmla="*/ 71978 w 7777150"/>
              <a:gd name="connsiteY525" fmla="*/ 3541103 h 7718664"/>
              <a:gd name="connsiteX526" fmla="*/ 77933 w 7777150"/>
              <a:gd name="connsiteY526" fmla="*/ 3377334 h 7718664"/>
              <a:gd name="connsiteX527" fmla="*/ 80909 w 7777150"/>
              <a:gd name="connsiteY527" fmla="*/ 3332672 h 7718664"/>
              <a:gd name="connsiteX528" fmla="*/ 89844 w 7777150"/>
              <a:gd name="connsiteY528" fmla="*/ 3258230 h 7718664"/>
              <a:gd name="connsiteX529" fmla="*/ 125575 w 7777150"/>
              <a:gd name="connsiteY529" fmla="*/ 3124240 h 7718664"/>
              <a:gd name="connsiteX530" fmla="*/ 143378 w 7777150"/>
              <a:gd name="connsiteY530" fmla="*/ 3035228 h 7718664"/>
              <a:gd name="connsiteX531" fmla="*/ 137485 w 7777150"/>
              <a:gd name="connsiteY531" fmla="*/ 3014068 h 7718664"/>
              <a:gd name="connsiteX532" fmla="*/ 116640 w 7777150"/>
              <a:gd name="connsiteY532" fmla="*/ 3133172 h 7718664"/>
              <a:gd name="connsiteX533" fmla="*/ 80910 w 7777150"/>
              <a:gd name="connsiteY533" fmla="*/ 3267165 h 7718664"/>
              <a:gd name="connsiteX534" fmla="*/ 71978 w 7777150"/>
              <a:gd name="connsiteY534" fmla="*/ 3341603 h 7718664"/>
              <a:gd name="connsiteX535" fmla="*/ 68999 w 7777150"/>
              <a:gd name="connsiteY535" fmla="*/ 3386268 h 7718664"/>
              <a:gd name="connsiteX536" fmla="*/ 63044 w 7777150"/>
              <a:gd name="connsiteY536" fmla="*/ 3550035 h 7718664"/>
              <a:gd name="connsiteX537" fmla="*/ 68999 w 7777150"/>
              <a:gd name="connsiteY537" fmla="*/ 3657228 h 7718664"/>
              <a:gd name="connsiteX538" fmla="*/ 54113 w 7777150"/>
              <a:gd name="connsiteY538" fmla="*/ 3800152 h 7718664"/>
              <a:gd name="connsiteX539" fmla="*/ 54112 w 7777150"/>
              <a:gd name="connsiteY539" fmla="*/ 3984763 h 7718664"/>
              <a:gd name="connsiteX540" fmla="*/ 71978 w 7777150"/>
              <a:gd name="connsiteY540" fmla="*/ 4163419 h 7718664"/>
              <a:gd name="connsiteX541" fmla="*/ 77933 w 7777150"/>
              <a:gd name="connsiteY541" fmla="*/ 4163419 h 7718664"/>
              <a:gd name="connsiteX542" fmla="*/ 116640 w 7777150"/>
              <a:gd name="connsiteY542" fmla="*/ 4333143 h 7718664"/>
              <a:gd name="connsiteX543" fmla="*/ 137485 w 7777150"/>
              <a:gd name="connsiteY543" fmla="*/ 4473088 h 7718664"/>
              <a:gd name="connsiteX544" fmla="*/ 182148 w 7777150"/>
              <a:gd name="connsiteY544" fmla="*/ 4616013 h 7718664"/>
              <a:gd name="connsiteX545" fmla="*/ 252494 w 7777150"/>
              <a:gd name="connsiteY545" fmla="*/ 4923357 h 7718664"/>
              <a:gd name="connsiteX546" fmla="*/ 258633 w 7777150"/>
              <a:gd name="connsiteY546" fmla="*/ 4982258 h 7718664"/>
              <a:gd name="connsiteX547" fmla="*/ 271478 w 7777150"/>
              <a:gd name="connsiteY547" fmla="*/ 4982258 h 7718664"/>
              <a:gd name="connsiteX548" fmla="*/ 336985 w 7777150"/>
              <a:gd name="connsiteY548" fmla="*/ 5140069 h 7718664"/>
              <a:gd name="connsiteX549" fmla="*/ 360806 w 7777150"/>
              <a:gd name="connsiteY549" fmla="*/ 5220465 h 7718664"/>
              <a:gd name="connsiteX550" fmla="*/ 316141 w 7777150"/>
              <a:gd name="connsiteY550" fmla="*/ 5151980 h 7718664"/>
              <a:gd name="connsiteX551" fmla="*/ 268499 w 7777150"/>
              <a:gd name="connsiteY551" fmla="*/ 5044786 h 7718664"/>
              <a:gd name="connsiteX552" fmla="*/ 265523 w 7777150"/>
              <a:gd name="connsiteY552" fmla="*/ 5074562 h 7718664"/>
              <a:gd name="connsiteX553" fmla="*/ 239617 w 7777150"/>
              <a:gd name="connsiteY553" fmla="*/ 4994260 h 7718664"/>
              <a:gd name="connsiteX554" fmla="*/ 220858 w 7777150"/>
              <a:gd name="connsiteY554" fmla="*/ 4997144 h 7718664"/>
              <a:gd name="connsiteX555" fmla="*/ 200013 w 7777150"/>
              <a:gd name="connsiteY555" fmla="*/ 4928662 h 7718664"/>
              <a:gd name="connsiteX556" fmla="*/ 128551 w 7777150"/>
              <a:gd name="connsiteY556" fmla="*/ 4764892 h 7718664"/>
              <a:gd name="connsiteX557" fmla="*/ 83889 w 7777150"/>
              <a:gd name="connsiteY557" fmla="*/ 4618992 h 7718664"/>
              <a:gd name="connsiteX558" fmla="*/ 80909 w 7777150"/>
              <a:gd name="connsiteY558" fmla="*/ 4496909 h 7718664"/>
              <a:gd name="connsiteX559" fmla="*/ 60068 w 7777150"/>
              <a:gd name="connsiteY559" fmla="*/ 4353985 h 7718664"/>
              <a:gd name="connsiteX560" fmla="*/ 45178 w 7777150"/>
              <a:gd name="connsiteY560" fmla="*/ 4211060 h 7718664"/>
              <a:gd name="connsiteX561" fmla="*/ 12426 w 7777150"/>
              <a:gd name="connsiteY561" fmla="*/ 4106846 h 7718664"/>
              <a:gd name="connsiteX562" fmla="*/ 33268 w 7777150"/>
              <a:gd name="connsiteY562" fmla="*/ 3553014 h 7718664"/>
              <a:gd name="connsiteX563" fmla="*/ 54112 w 7777150"/>
              <a:gd name="connsiteY563" fmla="*/ 3410089 h 7718664"/>
              <a:gd name="connsiteX564" fmla="*/ 36247 w 7777150"/>
              <a:gd name="connsiteY564" fmla="*/ 3332672 h 7718664"/>
              <a:gd name="connsiteX565" fmla="*/ 71978 w 7777150"/>
              <a:gd name="connsiteY565" fmla="*/ 3118285 h 7718664"/>
              <a:gd name="connsiteX566" fmla="*/ 80909 w 7777150"/>
              <a:gd name="connsiteY566" fmla="*/ 3067664 h 7718664"/>
              <a:gd name="connsiteX567" fmla="*/ 104730 w 7777150"/>
              <a:gd name="connsiteY567" fmla="*/ 2894964 h 7718664"/>
              <a:gd name="connsiteX568" fmla="*/ 167261 w 7777150"/>
              <a:gd name="connsiteY568" fmla="*/ 2769905 h 7718664"/>
              <a:gd name="connsiteX569" fmla="*/ 152372 w 7777150"/>
              <a:gd name="connsiteY569" fmla="*/ 2939630 h 7718664"/>
              <a:gd name="connsiteX570" fmla="*/ 167255 w 7777150"/>
              <a:gd name="connsiteY570" fmla="*/ 2910538 h 7718664"/>
              <a:gd name="connsiteX571" fmla="*/ 176192 w 7777150"/>
              <a:gd name="connsiteY571" fmla="*/ 2840995 h 7718664"/>
              <a:gd name="connsiteX572" fmla="*/ 179172 w 7777150"/>
              <a:gd name="connsiteY572" fmla="*/ 2763950 h 7718664"/>
              <a:gd name="connsiteX573" fmla="*/ 205968 w 7777150"/>
              <a:gd name="connsiteY573" fmla="*/ 2665688 h 7718664"/>
              <a:gd name="connsiteX574" fmla="*/ 247655 w 7777150"/>
              <a:gd name="connsiteY574" fmla="*/ 2516808 h 7718664"/>
              <a:gd name="connsiteX575" fmla="*/ 298275 w 7777150"/>
              <a:gd name="connsiteY575" fmla="*/ 2364953 h 7718664"/>
              <a:gd name="connsiteX576" fmla="*/ 302067 w 7777150"/>
              <a:gd name="connsiteY576" fmla="*/ 2360685 h 7718664"/>
              <a:gd name="connsiteX577" fmla="*/ 325075 w 7777150"/>
              <a:gd name="connsiteY577" fmla="*/ 2239894 h 7718664"/>
              <a:gd name="connsiteX578" fmla="*/ 357827 w 7777150"/>
              <a:gd name="connsiteY578" fmla="*/ 2153542 h 7718664"/>
              <a:gd name="connsiteX579" fmla="*/ 396537 w 7777150"/>
              <a:gd name="connsiteY579" fmla="*/ 2082080 h 7718664"/>
              <a:gd name="connsiteX580" fmla="*/ 473955 w 7777150"/>
              <a:gd name="connsiteY580" fmla="*/ 1933200 h 7718664"/>
              <a:gd name="connsiteX581" fmla="*/ 536483 w 7777150"/>
              <a:gd name="connsiteY581" fmla="*/ 1799210 h 7718664"/>
              <a:gd name="connsiteX582" fmla="*/ 625810 w 7777150"/>
              <a:gd name="connsiteY582" fmla="*/ 1626509 h 7718664"/>
              <a:gd name="connsiteX583" fmla="*/ 691317 w 7777150"/>
              <a:gd name="connsiteY583" fmla="*/ 1552068 h 7718664"/>
              <a:gd name="connsiteX584" fmla="*/ 744914 w 7777150"/>
              <a:gd name="connsiteY584" fmla="*/ 1447854 h 7718664"/>
              <a:gd name="connsiteX585" fmla="*/ 789580 w 7777150"/>
              <a:gd name="connsiteY585" fmla="*/ 1382347 h 7718664"/>
              <a:gd name="connsiteX586" fmla="*/ 837221 w 7777150"/>
              <a:gd name="connsiteY586" fmla="*/ 1358526 h 7718664"/>
              <a:gd name="connsiteX587" fmla="*/ 849132 w 7777150"/>
              <a:gd name="connsiteY587" fmla="*/ 1340660 h 7718664"/>
              <a:gd name="connsiteX588" fmla="*/ 896773 w 7777150"/>
              <a:gd name="connsiteY588" fmla="*/ 1245378 h 7718664"/>
              <a:gd name="connsiteX589" fmla="*/ 919989 w 7777150"/>
              <a:gd name="connsiteY589" fmla="*/ 1217322 h 77186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</a:cxnLst>
            <a:rect l="l" t="t" r="r" b="b"/>
            <a:pathLst>
              <a:path w="7777150" h="7718664">
                <a:moveTo>
                  <a:pt x="6564153" y="6753221"/>
                </a:moveTo>
                <a:lnTo>
                  <a:pt x="6563132" y="6753924"/>
                </a:lnTo>
                <a:lnTo>
                  <a:pt x="6563132" y="6754775"/>
                </a:lnTo>
                <a:lnTo>
                  <a:pt x="6567865" y="6755450"/>
                </a:lnTo>
                <a:lnTo>
                  <a:pt x="6569087" y="6753925"/>
                </a:lnTo>
                <a:close/>
                <a:moveTo>
                  <a:pt x="6628482" y="6708774"/>
                </a:moveTo>
                <a:lnTo>
                  <a:pt x="6610901" y="6720920"/>
                </a:lnTo>
                <a:lnTo>
                  <a:pt x="6607794" y="6724148"/>
                </a:lnTo>
                <a:lnTo>
                  <a:pt x="6619848" y="6716434"/>
                </a:lnTo>
                <a:close/>
                <a:moveTo>
                  <a:pt x="6839305" y="6558707"/>
                </a:moveTo>
                <a:lnTo>
                  <a:pt x="6839039" y="6558801"/>
                </a:lnTo>
                <a:lnTo>
                  <a:pt x="6837070" y="6572293"/>
                </a:lnTo>
                <a:cubicBezTo>
                  <a:pt x="6813249" y="6596113"/>
                  <a:pt x="6804315" y="6611000"/>
                  <a:pt x="6789429" y="6625890"/>
                </a:cubicBezTo>
                <a:cubicBezTo>
                  <a:pt x="6777518" y="6640776"/>
                  <a:pt x="6762628" y="6658642"/>
                  <a:pt x="6732852" y="6688418"/>
                </a:cubicBezTo>
                <a:lnTo>
                  <a:pt x="6736263" y="6687633"/>
                </a:lnTo>
                <a:lnTo>
                  <a:pt x="6789429" y="6628865"/>
                </a:lnTo>
                <a:cubicBezTo>
                  <a:pt x="6801339" y="6613980"/>
                  <a:pt x="6813249" y="6599089"/>
                  <a:pt x="6837070" y="6575269"/>
                </a:cubicBezTo>
                <a:cubicBezTo>
                  <a:pt x="6840793" y="6565594"/>
                  <a:pt x="6841353" y="6560383"/>
                  <a:pt x="6839305" y="6558707"/>
                </a:cubicBezTo>
                <a:close/>
                <a:moveTo>
                  <a:pt x="2782054" y="7594165"/>
                </a:moveTo>
                <a:cubicBezTo>
                  <a:pt x="2789033" y="7592490"/>
                  <a:pt x="2799082" y="7592862"/>
                  <a:pt x="2812852" y="7595094"/>
                </a:cubicBezTo>
                <a:cubicBezTo>
                  <a:pt x="2840396" y="7599561"/>
                  <a:pt x="2882826" y="7611472"/>
                  <a:pt x="2945354" y="7629337"/>
                </a:cubicBezTo>
                <a:cubicBezTo>
                  <a:pt x="2963219" y="7632313"/>
                  <a:pt x="2984064" y="7632313"/>
                  <a:pt x="3001930" y="7632313"/>
                </a:cubicBezTo>
                <a:lnTo>
                  <a:pt x="3143116" y="7701578"/>
                </a:lnTo>
                <a:lnTo>
                  <a:pt x="3082549" y="7717806"/>
                </a:lnTo>
                <a:lnTo>
                  <a:pt x="3037661" y="7703779"/>
                </a:lnTo>
                <a:cubicBezTo>
                  <a:pt x="3013840" y="7691865"/>
                  <a:pt x="2987040" y="7679958"/>
                  <a:pt x="2957265" y="7668047"/>
                </a:cubicBezTo>
                <a:cubicBezTo>
                  <a:pt x="2924512" y="7659113"/>
                  <a:pt x="2894737" y="7650182"/>
                  <a:pt x="2864960" y="7638271"/>
                </a:cubicBezTo>
                <a:cubicBezTo>
                  <a:pt x="2832206" y="7626361"/>
                  <a:pt x="2802430" y="7617427"/>
                  <a:pt x="2769678" y="7605516"/>
                </a:cubicBezTo>
                <a:cubicBezTo>
                  <a:pt x="2771167" y="7599561"/>
                  <a:pt x="2775076" y="7595839"/>
                  <a:pt x="2782054" y="7594165"/>
                </a:cubicBezTo>
                <a:close/>
                <a:moveTo>
                  <a:pt x="2608887" y="7429840"/>
                </a:moveTo>
                <a:cubicBezTo>
                  <a:pt x="2647598" y="7438771"/>
                  <a:pt x="2683329" y="7444726"/>
                  <a:pt x="2719060" y="7450682"/>
                </a:cubicBezTo>
                <a:cubicBezTo>
                  <a:pt x="2736926" y="7465571"/>
                  <a:pt x="2751812" y="7477482"/>
                  <a:pt x="2766702" y="7492368"/>
                </a:cubicBezTo>
                <a:cubicBezTo>
                  <a:pt x="2808388" y="7501302"/>
                  <a:pt x="2853050" y="7519168"/>
                  <a:pt x="2930467" y="7540009"/>
                </a:cubicBezTo>
                <a:cubicBezTo>
                  <a:pt x="3049571" y="7584675"/>
                  <a:pt x="3147833" y="7605516"/>
                  <a:pt x="3255027" y="7623382"/>
                </a:cubicBezTo>
                <a:cubicBezTo>
                  <a:pt x="3281824" y="7629337"/>
                  <a:pt x="3308623" y="7632316"/>
                  <a:pt x="3335420" y="7638271"/>
                </a:cubicBezTo>
                <a:lnTo>
                  <a:pt x="3362169" y="7642882"/>
                </a:lnTo>
                <a:lnTo>
                  <a:pt x="3252495" y="7672270"/>
                </a:lnTo>
                <a:lnTo>
                  <a:pt x="3231206" y="7668047"/>
                </a:lnTo>
                <a:cubicBezTo>
                  <a:pt x="3189520" y="7659113"/>
                  <a:pt x="3150809" y="7650181"/>
                  <a:pt x="3115079" y="7644226"/>
                </a:cubicBezTo>
                <a:cubicBezTo>
                  <a:pt x="3079347" y="7635292"/>
                  <a:pt x="3046595" y="7629337"/>
                  <a:pt x="3013840" y="7626361"/>
                </a:cubicBezTo>
                <a:cubicBezTo>
                  <a:pt x="2975133" y="7608496"/>
                  <a:pt x="2933447" y="7590630"/>
                  <a:pt x="2891760" y="7569785"/>
                </a:cubicBezTo>
                <a:cubicBezTo>
                  <a:pt x="2850074" y="7554898"/>
                  <a:pt x="2805409" y="7537033"/>
                  <a:pt x="2739902" y="7513213"/>
                </a:cubicBezTo>
                <a:cubicBezTo>
                  <a:pt x="2686305" y="7492368"/>
                  <a:pt x="2632708" y="7471526"/>
                  <a:pt x="2582091" y="7450681"/>
                </a:cubicBezTo>
                <a:cubicBezTo>
                  <a:pt x="2596977" y="7435795"/>
                  <a:pt x="2602932" y="7432816"/>
                  <a:pt x="2608887" y="7429840"/>
                </a:cubicBezTo>
                <a:close/>
                <a:moveTo>
                  <a:pt x="2305173" y="7420905"/>
                </a:moveTo>
                <a:cubicBezTo>
                  <a:pt x="2462984" y="7477478"/>
                  <a:pt x="2564222" y="7528099"/>
                  <a:pt x="2647595" y="7566806"/>
                </a:cubicBezTo>
                <a:cubicBezTo>
                  <a:pt x="2686305" y="7581695"/>
                  <a:pt x="2727991" y="7593606"/>
                  <a:pt x="2769678" y="7605516"/>
                </a:cubicBezTo>
                <a:cubicBezTo>
                  <a:pt x="2802430" y="7617427"/>
                  <a:pt x="2832205" y="7626358"/>
                  <a:pt x="2861982" y="7638268"/>
                </a:cubicBezTo>
                <a:cubicBezTo>
                  <a:pt x="2891757" y="7650179"/>
                  <a:pt x="2921533" y="7659113"/>
                  <a:pt x="2954288" y="7668044"/>
                </a:cubicBezTo>
                <a:cubicBezTo>
                  <a:pt x="2984064" y="7679954"/>
                  <a:pt x="3010861" y="7691865"/>
                  <a:pt x="3034682" y="7703775"/>
                </a:cubicBezTo>
                <a:cubicBezTo>
                  <a:pt x="3028726" y="7706755"/>
                  <a:pt x="3022772" y="7712710"/>
                  <a:pt x="3016816" y="7718664"/>
                </a:cubicBezTo>
                <a:cubicBezTo>
                  <a:pt x="3001930" y="7715685"/>
                  <a:pt x="2984064" y="7712709"/>
                  <a:pt x="2969175" y="7709731"/>
                </a:cubicBezTo>
                <a:cubicBezTo>
                  <a:pt x="2912602" y="7691865"/>
                  <a:pt x="2856026" y="7668044"/>
                  <a:pt x="2799453" y="7647203"/>
                </a:cubicBezTo>
                <a:lnTo>
                  <a:pt x="2716081" y="7614447"/>
                </a:lnTo>
                <a:cubicBezTo>
                  <a:pt x="2689281" y="7602537"/>
                  <a:pt x="2659505" y="7590627"/>
                  <a:pt x="2632708" y="7578716"/>
                </a:cubicBezTo>
                <a:cubicBezTo>
                  <a:pt x="2593998" y="7566806"/>
                  <a:pt x="2558267" y="7551920"/>
                  <a:pt x="2522536" y="7540009"/>
                </a:cubicBezTo>
                <a:cubicBezTo>
                  <a:pt x="2489784" y="7525120"/>
                  <a:pt x="2457029" y="7513209"/>
                  <a:pt x="2427252" y="7498323"/>
                </a:cubicBezTo>
                <a:cubicBezTo>
                  <a:pt x="2397477" y="7486413"/>
                  <a:pt x="2373656" y="7471523"/>
                  <a:pt x="2352815" y="7459612"/>
                </a:cubicBezTo>
                <a:cubicBezTo>
                  <a:pt x="2331970" y="7444726"/>
                  <a:pt x="2317084" y="7432816"/>
                  <a:pt x="2305173" y="7420905"/>
                </a:cubicBezTo>
                <a:close/>
                <a:moveTo>
                  <a:pt x="2397480" y="7349443"/>
                </a:moveTo>
                <a:cubicBezTo>
                  <a:pt x="2415345" y="7349443"/>
                  <a:pt x="2427256" y="7349443"/>
                  <a:pt x="2445122" y="7346467"/>
                </a:cubicBezTo>
                <a:cubicBezTo>
                  <a:pt x="2501694" y="7376243"/>
                  <a:pt x="2549336" y="7403040"/>
                  <a:pt x="2608887" y="7429840"/>
                </a:cubicBezTo>
                <a:cubicBezTo>
                  <a:pt x="2602932" y="7432816"/>
                  <a:pt x="2596977" y="7435795"/>
                  <a:pt x="2588046" y="7441750"/>
                </a:cubicBezTo>
                <a:cubicBezTo>
                  <a:pt x="2525515" y="7411974"/>
                  <a:pt x="2460008" y="7379219"/>
                  <a:pt x="2397480" y="7349443"/>
                </a:cubicBezTo>
                <a:close/>
                <a:moveTo>
                  <a:pt x="7605289" y="5949975"/>
                </a:moveTo>
                <a:lnTo>
                  <a:pt x="7603779" y="5950622"/>
                </a:lnTo>
                <a:lnTo>
                  <a:pt x="7571259" y="6028673"/>
                </a:lnTo>
                <a:close/>
                <a:moveTo>
                  <a:pt x="7768327" y="5740775"/>
                </a:moveTo>
                <a:lnTo>
                  <a:pt x="7777150" y="5773700"/>
                </a:lnTo>
                <a:lnTo>
                  <a:pt x="7775014" y="5777274"/>
                </a:lnTo>
                <a:cubicBezTo>
                  <a:pt x="7751193" y="5824915"/>
                  <a:pt x="7727372" y="5869581"/>
                  <a:pt x="7706527" y="5905312"/>
                </a:cubicBezTo>
                <a:cubicBezTo>
                  <a:pt x="7682706" y="5941043"/>
                  <a:pt x="7661865" y="5967840"/>
                  <a:pt x="7644000" y="5985706"/>
                </a:cubicBezTo>
                <a:lnTo>
                  <a:pt x="7685686" y="5902333"/>
                </a:lnTo>
                <a:cubicBezTo>
                  <a:pt x="7694617" y="5875536"/>
                  <a:pt x="7709507" y="5848737"/>
                  <a:pt x="7721417" y="5818960"/>
                </a:cubicBezTo>
                <a:cubicBezTo>
                  <a:pt x="7733327" y="5801095"/>
                  <a:pt x="7739283" y="5789184"/>
                  <a:pt x="7748213" y="5774298"/>
                </a:cubicBezTo>
                <a:close/>
                <a:moveTo>
                  <a:pt x="2195719" y="7067587"/>
                </a:moveTo>
                <a:lnTo>
                  <a:pt x="2195748" y="7068434"/>
                </a:lnTo>
                <a:lnTo>
                  <a:pt x="2205804" y="7080606"/>
                </a:lnTo>
                <a:lnTo>
                  <a:pt x="2206911" y="7075504"/>
                </a:lnTo>
                <a:close/>
                <a:moveTo>
                  <a:pt x="1840668" y="7143991"/>
                </a:moveTo>
                <a:cubicBezTo>
                  <a:pt x="1938928" y="7185677"/>
                  <a:pt x="1989548" y="7224384"/>
                  <a:pt x="2043145" y="7257140"/>
                </a:cubicBezTo>
                <a:cubicBezTo>
                  <a:pt x="2055055" y="7272026"/>
                  <a:pt x="2093763" y="7301802"/>
                  <a:pt x="2084831" y="7304781"/>
                </a:cubicBezTo>
                <a:cubicBezTo>
                  <a:pt x="2049100" y="7286915"/>
                  <a:pt x="2016345" y="7272026"/>
                  <a:pt x="1989548" y="7254160"/>
                </a:cubicBezTo>
                <a:cubicBezTo>
                  <a:pt x="1962748" y="7239274"/>
                  <a:pt x="1938927" y="7224384"/>
                  <a:pt x="1918086" y="7209498"/>
                </a:cubicBezTo>
                <a:cubicBezTo>
                  <a:pt x="1879376" y="7182698"/>
                  <a:pt x="1855555" y="7161857"/>
                  <a:pt x="1840668" y="7143991"/>
                </a:cubicBezTo>
                <a:close/>
                <a:moveTo>
                  <a:pt x="7574028" y="5576942"/>
                </a:moveTo>
                <a:lnTo>
                  <a:pt x="7562090" y="5594186"/>
                </a:lnTo>
                <a:lnTo>
                  <a:pt x="7533457" y="5631001"/>
                </a:lnTo>
                <a:lnTo>
                  <a:pt x="7503173" y="5679289"/>
                </a:lnTo>
                <a:lnTo>
                  <a:pt x="7495119" y="5690923"/>
                </a:lnTo>
                <a:cubicBezTo>
                  <a:pt x="7480230" y="5714743"/>
                  <a:pt x="7468320" y="5738564"/>
                  <a:pt x="7456410" y="5762384"/>
                </a:cubicBezTo>
                <a:cubicBezTo>
                  <a:pt x="7441523" y="5786206"/>
                  <a:pt x="7429612" y="5807050"/>
                  <a:pt x="7417702" y="5827891"/>
                </a:cubicBezTo>
                <a:cubicBezTo>
                  <a:pt x="7387926" y="5869578"/>
                  <a:pt x="7358151" y="5911264"/>
                  <a:pt x="7325396" y="5949974"/>
                </a:cubicBezTo>
                <a:lnTo>
                  <a:pt x="7292334" y="6001613"/>
                </a:lnTo>
                <a:lnTo>
                  <a:pt x="7279949" y="6020421"/>
                </a:lnTo>
                <a:lnTo>
                  <a:pt x="7245002" y="6072054"/>
                </a:lnTo>
                <a:cubicBezTo>
                  <a:pt x="7221181" y="6104810"/>
                  <a:pt x="7197361" y="6137561"/>
                  <a:pt x="7173540" y="6170317"/>
                </a:cubicBezTo>
                <a:lnTo>
                  <a:pt x="7167581" y="6173958"/>
                </a:lnTo>
                <a:lnTo>
                  <a:pt x="7162704" y="6181183"/>
                </a:lnTo>
                <a:lnTo>
                  <a:pt x="7170561" y="6176272"/>
                </a:lnTo>
                <a:cubicBezTo>
                  <a:pt x="7194381" y="6143519"/>
                  <a:pt x="7218202" y="6110765"/>
                  <a:pt x="7242022" y="6078013"/>
                </a:cubicBezTo>
                <a:lnTo>
                  <a:pt x="7279949" y="6020421"/>
                </a:lnTo>
                <a:lnTo>
                  <a:pt x="7286316" y="6011014"/>
                </a:lnTo>
                <a:lnTo>
                  <a:pt x="7292334" y="6001613"/>
                </a:lnTo>
                <a:lnTo>
                  <a:pt x="7322420" y="5955930"/>
                </a:lnTo>
                <a:cubicBezTo>
                  <a:pt x="7355171" y="5917222"/>
                  <a:pt x="7384947" y="5875536"/>
                  <a:pt x="7414723" y="5833850"/>
                </a:cubicBezTo>
                <a:cubicBezTo>
                  <a:pt x="7426634" y="5813005"/>
                  <a:pt x="7441523" y="5792164"/>
                  <a:pt x="7453434" y="5768343"/>
                </a:cubicBezTo>
                <a:cubicBezTo>
                  <a:pt x="7465343" y="5744522"/>
                  <a:pt x="7480230" y="5720701"/>
                  <a:pt x="7492141" y="5696881"/>
                </a:cubicBezTo>
                <a:lnTo>
                  <a:pt x="7503173" y="5679289"/>
                </a:lnTo>
                <a:lnTo>
                  <a:pt x="7562090" y="5594186"/>
                </a:lnTo>
                <a:lnTo>
                  <a:pt x="7572537" y="5580753"/>
                </a:lnTo>
                <a:close/>
                <a:moveTo>
                  <a:pt x="7695610" y="5469390"/>
                </a:moveTo>
                <a:lnTo>
                  <a:pt x="7767960" y="5739403"/>
                </a:lnTo>
                <a:lnTo>
                  <a:pt x="7745237" y="5777274"/>
                </a:lnTo>
                <a:cubicBezTo>
                  <a:pt x="7736303" y="5789184"/>
                  <a:pt x="7730348" y="5804071"/>
                  <a:pt x="7718437" y="5821936"/>
                </a:cubicBezTo>
                <a:cubicBezTo>
                  <a:pt x="7706527" y="5851713"/>
                  <a:pt x="7694617" y="5878512"/>
                  <a:pt x="7679730" y="5908288"/>
                </a:cubicBezTo>
                <a:lnTo>
                  <a:pt x="7638044" y="5991660"/>
                </a:lnTo>
                <a:cubicBezTo>
                  <a:pt x="7617199" y="6021437"/>
                  <a:pt x="7596358" y="6054189"/>
                  <a:pt x="7572537" y="6080989"/>
                </a:cubicBezTo>
                <a:cubicBezTo>
                  <a:pt x="7551693" y="6107786"/>
                  <a:pt x="7527872" y="6137561"/>
                  <a:pt x="7507030" y="6164361"/>
                </a:cubicBezTo>
                <a:lnTo>
                  <a:pt x="7509759" y="6158741"/>
                </a:lnTo>
                <a:lnTo>
                  <a:pt x="7435565" y="6259644"/>
                </a:lnTo>
                <a:cubicBezTo>
                  <a:pt x="7417699" y="6241778"/>
                  <a:pt x="7319440" y="6381727"/>
                  <a:pt x="7274774" y="6435324"/>
                </a:cubicBezTo>
                <a:lnTo>
                  <a:pt x="7243120" y="6484028"/>
                </a:lnTo>
                <a:lnTo>
                  <a:pt x="7274775" y="6438299"/>
                </a:lnTo>
                <a:cubicBezTo>
                  <a:pt x="7319440" y="6387679"/>
                  <a:pt x="7417699" y="6247734"/>
                  <a:pt x="7435564" y="6262620"/>
                </a:cubicBezTo>
                <a:cubicBezTo>
                  <a:pt x="7426633" y="6325151"/>
                  <a:pt x="7340281" y="6405544"/>
                  <a:pt x="7313485" y="6447231"/>
                </a:cubicBezTo>
                <a:cubicBezTo>
                  <a:pt x="7289664" y="6475519"/>
                  <a:pt x="7269566" y="6496363"/>
                  <a:pt x="7250582" y="6513113"/>
                </a:cubicBezTo>
                <a:lnTo>
                  <a:pt x="7200087" y="6550232"/>
                </a:lnTo>
                <a:lnTo>
                  <a:pt x="7197357" y="6554428"/>
                </a:lnTo>
                <a:lnTo>
                  <a:pt x="7165787" y="6578714"/>
                </a:lnTo>
                <a:lnTo>
                  <a:pt x="7164606" y="6587180"/>
                </a:lnTo>
                <a:lnTo>
                  <a:pt x="7118751" y="6636309"/>
                </a:lnTo>
                <a:lnTo>
                  <a:pt x="6989132" y="6671040"/>
                </a:lnTo>
                <a:lnTo>
                  <a:pt x="7013864" y="6649337"/>
                </a:lnTo>
                <a:cubicBezTo>
                  <a:pt x="7031357" y="6633332"/>
                  <a:pt x="7048478" y="6616955"/>
                  <a:pt x="7066343" y="6599090"/>
                </a:cubicBezTo>
                <a:cubicBezTo>
                  <a:pt x="7081233" y="6572293"/>
                  <a:pt x="7099098" y="6548472"/>
                  <a:pt x="7111009" y="6524651"/>
                </a:cubicBezTo>
                <a:lnTo>
                  <a:pt x="7175165" y="6465841"/>
                </a:lnTo>
                <a:lnTo>
                  <a:pt x="7175681" y="6462146"/>
                </a:lnTo>
                <a:lnTo>
                  <a:pt x="7113987" y="6518697"/>
                </a:lnTo>
                <a:cubicBezTo>
                  <a:pt x="7102077" y="6542517"/>
                  <a:pt x="7084212" y="6566338"/>
                  <a:pt x="7069322" y="6593135"/>
                </a:cubicBezTo>
                <a:cubicBezTo>
                  <a:pt x="7051456" y="6611000"/>
                  <a:pt x="7034336" y="6627377"/>
                  <a:pt x="7016843" y="6643382"/>
                </a:cubicBezTo>
                <a:lnTo>
                  <a:pt x="6983652" y="6672509"/>
                </a:lnTo>
                <a:lnTo>
                  <a:pt x="6761122" y="6732136"/>
                </a:lnTo>
                <a:lnTo>
                  <a:pt x="6831115" y="6682462"/>
                </a:lnTo>
                <a:cubicBezTo>
                  <a:pt x="6854936" y="6658642"/>
                  <a:pt x="6881735" y="6631845"/>
                  <a:pt x="6917467" y="6593134"/>
                </a:cubicBezTo>
                <a:cubicBezTo>
                  <a:pt x="6917467" y="6590158"/>
                  <a:pt x="6917467" y="6587179"/>
                  <a:pt x="6914488" y="6581224"/>
                </a:cubicBezTo>
                <a:cubicBezTo>
                  <a:pt x="6944264" y="6551448"/>
                  <a:pt x="6971063" y="6521672"/>
                  <a:pt x="6997860" y="6488921"/>
                </a:cubicBezTo>
                <a:cubicBezTo>
                  <a:pt x="7012749" y="6477010"/>
                  <a:pt x="7030615" y="6462121"/>
                  <a:pt x="7048480" y="6447234"/>
                </a:cubicBezTo>
                <a:cubicBezTo>
                  <a:pt x="7057412" y="6435324"/>
                  <a:pt x="7069322" y="6420434"/>
                  <a:pt x="7081233" y="6405548"/>
                </a:cubicBezTo>
                <a:cubicBezTo>
                  <a:pt x="7090167" y="6390658"/>
                  <a:pt x="7102078" y="6375772"/>
                  <a:pt x="7111008" y="6363862"/>
                </a:cubicBezTo>
                <a:cubicBezTo>
                  <a:pt x="7140784" y="6331107"/>
                  <a:pt x="7167585" y="6295375"/>
                  <a:pt x="7197360" y="6262624"/>
                </a:cubicBezTo>
                <a:cubicBezTo>
                  <a:pt x="7224157" y="6229868"/>
                  <a:pt x="7250957" y="6194137"/>
                  <a:pt x="7277754" y="6158406"/>
                </a:cubicBezTo>
                <a:cubicBezTo>
                  <a:pt x="7310509" y="6101833"/>
                  <a:pt x="7355171" y="6036326"/>
                  <a:pt x="7399836" y="5973795"/>
                </a:cubicBezTo>
                <a:cubicBezTo>
                  <a:pt x="7444499" y="5908288"/>
                  <a:pt x="7486186" y="5842781"/>
                  <a:pt x="7510006" y="5786208"/>
                </a:cubicBezTo>
                <a:cubicBezTo>
                  <a:pt x="7539782" y="5735588"/>
                  <a:pt x="7575513" y="5699857"/>
                  <a:pt x="7596358" y="5646260"/>
                </a:cubicBezTo>
                <a:cubicBezTo>
                  <a:pt x="7623155" y="5601597"/>
                  <a:pt x="7649954" y="5548001"/>
                  <a:pt x="7676751" y="5503336"/>
                </a:cubicBezTo>
                <a:close/>
                <a:moveTo>
                  <a:pt x="7636506" y="5248812"/>
                </a:moveTo>
                <a:lnTo>
                  <a:pt x="7659314" y="5333933"/>
                </a:lnTo>
                <a:lnTo>
                  <a:pt x="7617200" y="5408052"/>
                </a:lnTo>
                <a:lnTo>
                  <a:pt x="7615871" y="5411110"/>
                </a:lnTo>
                <a:lnTo>
                  <a:pt x="7659444" y="5334418"/>
                </a:lnTo>
                <a:lnTo>
                  <a:pt x="7691259" y="5453153"/>
                </a:lnTo>
                <a:lnTo>
                  <a:pt x="7688661" y="5458673"/>
                </a:lnTo>
                <a:cubicBezTo>
                  <a:pt x="7679730" y="5476538"/>
                  <a:pt x="7670796" y="5494405"/>
                  <a:pt x="7658886" y="5512270"/>
                </a:cubicBezTo>
                <a:cubicBezTo>
                  <a:pt x="7632089" y="5559912"/>
                  <a:pt x="7605289" y="5610529"/>
                  <a:pt x="7578492" y="5655195"/>
                </a:cubicBezTo>
                <a:cubicBezTo>
                  <a:pt x="7557648" y="5708791"/>
                  <a:pt x="7521917" y="5744522"/>
                  <a:pt x="7492140" y="5795139"/>
                </a:cubicBezTo>
                <a:cubicBezTo>
                  <a:pt x="7468320" y="5851715"/>
                  <a:pt x="7426634" y="5920198"/>
                  <a:pt x="7381971" y="5982730"/>
                </a:cubicBezTo>
                <a:cubicBezTo>
                  <a:pt x="7337306" y="6045258"/>
                  <a:pt x="7292643" y="6110765"/>
                  <a:pt x="7259888" y="6167341"/>
                </a:cubicBezTo>
                <a:cubicBezTo>
                  <a:pt x="7233092" y="6203071"/>
                  <a:pt x="7206291" y="6238802"/>
                  <a:pt x="7179495" y="6271554"/>
                </a:cubicBezTo>
                <a:cubicBezTo>
                  <a:pt x="7149719" y="6304309"/>
                  <a:pt x="7122919" y="6337061"/>
                  <a:pt x="7093143" y="6372792"/>
                </a:cubicBezTo>
                <a:cubicBezTo>
                  <a:pt x="7084212" y="6387682"/>
                  <a:pt x="7072301" y="6399592"/>
                  <a:pt x="7063367" y="6414479"/>
                </a:cubicBezTo>
                <a:cubicBezTo>
                  <a:pt x="7051457" y="6429368"/>
                  <a:pt x="7042525" y="6441279"/>
                  <a:pt x="7030615" y="6456165"/>
                </a:cubicBezTo>
                <a:cubicBezTo>
                  <a:pt x="7012749" y="6471055"/>
                  <a:pt x="6994884" y="6485941"/>
                  <a:pt x="6979994" y="6497851"/>
                </a:cubicBezTo>
                <a:lnTo>
                  <a:pt x="6897207" y="6589515"/>
                </a:lnTo>
                <a:lnTo>
                  <a:pt x="6899598" y="6599089"/>
                </a:lnTo>
                <a:cubicBezTo>
                  <a:pt x="6863867" y="6637800"/>
                  <a:pt x="6840046" y="6664597"/>
                  <a:pt x="6813249" y="6688418"/>
                </a:cubicBezTo>
                <a:lnTo>
                  <a:pt x="6745897" y="6736215"/>
                </a:lnTo>
                <a:lnTo>
                  <a:pt x="6404257" y="6827757"/>
                </a:lnTo>
                <a:lnTo>
                  <a:pt x="6411273" y="6822407"/>
                </a:lnTo>
                <a:cubicBezTo>
                  <a:pt x="6432117" y="6807522"/>
                  <a:pt x="6452959" y="6792632"/>
                  <a:pt x="6467849" y="6786676"/>
                </a:cubicBezTo>
                <a:cubicBezTo>
                  <a:pt x="6515490" y="6750945"/>
                  <a:pt x="6566107" y="6715215"/>
                  <a:pt x="6613749" y="6676507"/>
                </a:cubicBezTo>
                <a:cubicBezTo>
                  <a:pt x="6631615" y="6634821"/>
                  <a:pt x="6688191" y="6599089"/>
                  <a:pt x="6717966" y="6578245"/>
                </a:cubicBezTo>
                <a:cubicBezTo>
                  <a:pt x="6756673" y="6545493"/>
                  <a:pt x="6795384" y="6512738"/>
                  <a:pt x="6834091" y="6479986"/>
                </a:cubicBezTo>
                <a:cubicBezTo>
                  <a:pt x="6959150" y="6354927"/>
                  <a:pt x="7099098" y="6203068"/>
                  <a:pt x="7185447" y="6083964"/>
                </a:cubicBezTo>
                <a:lnTo>
                  <a:pt x="7233801" y="6001764"/>
                </a:lnTo>
                <a:lnTo>
                  <a:pt x="7236067" y="5994637"/>
                </a:lnTo>
                <a:cubicBezTo>
                  <a:pt x="7259888" y="5958905"/>
                  <a:pt x="7289664" y="5917219"/>
                  <a:pt x="7313485" y="5875533"/>
                </a:cubicBezTo>
                <a:cubicBezTo>
                  <a:pt x="7322420" y="5863622"/>
                  <a:pt x="7328374" y="5851713"/>
                  <a:pt x="7337306" y="5839802"/>
                </a:cubicBezTo>
                <a:lnTo>
                  <a:pt x="7368979" y="5795871"/>
                </a:lnTo>
                <a:lnTo>
                  <a:pt x="7378992" y="5777274"/>
                </a:lnTo>
                <a:cubicBezTo>
                  <a:pt x="7405789" y="5738564"/>
                  <a:pt x="7426634" y="5699856"/>
                  <a:pt x="7441520" y="5670081"/>
                </a:cubicBezTo>
                <a:cubicBezTo>
                  <a:pt x="7489162" y="5586708"/>
                  <a:pt x="7524893" y="5503335"/>
                  <a:pt x="7563603" y="5416984"/>
                </a:cubicBezTo>
                <a:cubicBezTo>
                  <a:pt x="7581468" y="5373809"/>
                  <a:pt x="7600078" y="5330634"/>
                  <a:pt x="7619804" y="5285970"/>
                </a:cubicBezTo>
                <a:close/>
                <a:moveTo>
                  <a:pt x="1438185" y="6830951"/>
                </a:moveTo>
                <a:lnTo>
                  <a:pt x="1449489" y="6840648"/>
                </a:lnTo>
                <a:lnTo>
                  <a:pt x="1453350" y="6842615"/>
                </a:lnTo>
                <a:close/>
                <a:moveTo>
                  <a:pt x="1486096" y="6491655"/>
                </a:moveTo>
                <a:lnTo>
                  <a:pt x="1491992" y="6498836"/>
                </a:lnTo>
                <a:lnTo>
                  <a:pt x="1492288" y="6497852"/>
                </a:lnTo>
                <a:close/>
                <a:moveTo>
                  <a:pt x="1195061" y="6558794"/>
                </a:moveTo>
                <a:lnTo>
                  <a:pt x="1307518" y="6691203"/>
                </a:lnTo>
                <a:lnTo>
                  <a:pt x="1218350" y="6584200"/>
                </a:lnTo>
                <a:close/>
                <a:moveTo>
                  <a:pt x="1045653" y="6423410"/>
                </a:moveTo>
                <a:cubicBezTo>
                  <a:pt x="1054584" y="6414479"/>
                  <a:pt x="1084360" y="6429366"/>
                  <a:pt x="1123070" y="6474031"/>
                </a:cubicBezTo>
                <a:lnTo>
                  <a:pt x="1126871" y="6478507"/>
                </a:lnTo>
                <a:lnTo>
                  <a:pt x="1162149" y="6486313"/>
                </a:lnTo>
                <a:cubicBezTo>
                  <a:pt x="1180387" y="6498596"/>
                  <a:pt x="1204951" y="6521673"/>
                  <a:pt x="1242171" y="6560379"/>
                </a:cubicBezTo>
                <a:cubicBezTo>
                  <a:pt x="1280881" y="6593135"/>
                  <a:pt x="1322567" y="6622910"/>
                  <a:pt x="1352343" y="6649708"/>
                </a:cubicBezTo>
                <a:cubicBezTo>
                  <a:pt x="1382119" y="6676507"/>
                  <a:pt x="1399984" y="6700328"/>
                  <a:pt x="1399985" y="6715214"/>
                </a:cubicBezTo>
                <a:cubicBezTo>
                  <a:pt x="1408916" y="6727124"/>
                  <a:pt x="1414871" y="6736059"/>
                  <a:pt x="1426782" y="6747970"/>
                </a:cubicBezTo>
                <a:cubicBezTo>
                  <a:pt x="1465492" y="6780722"/>
                  <a:pt x="1498243" y="6810497"/>
                  <a:pt x="1539930" y="6843252"/>
                </a:cubicBezTo>
                <a:lnTo>
                  <a:pt x="1539890" y="6843288"/>
                </a:lnTo>
                <a:lnTo>
                  <a:pt x="1507178" y="6870049"/>
                </a:lnTo>
                <a:lnTo>
                  <a:pt x="1401804" y="6752965"/>
                </a:lnTo>
                <a:lnTo>
                  <a:pt x="1397009" y="6753924"/>
                </a:lnTo>
                <a:lnTo>
                  <a:pt x="1496727" y="6864723"/>
                </a:lnTo>
                <a:lnTo>
                  <a:pt x="1507178" y="6870049"/>
                </a:lnTo>
                <a:cubicBezTo>
                  <a:pt x="1511644" y="6865584"/>
                  <a:pt x="1517599" y="6861862"/>
                  <a:pt x="1523554" y="6857768"/>
                </a:cubicBezTo>
                <a:lnTo>
                  <a:pt x="1539890" y="6843288"/>
                </a:lnTo>
                <a:lnTo>
                  <a:pt x="1539933" y="6843252"/>
                </a:lnTo>
                <a:cubicBezTo>
                  <a:pt x="1629261" y="6920670"/>
                  <a:pt x="1724544" y="6998087"/>
                  <a:pt x="1822803" y="7066570"/>
                </a:cubicBezTo>
                <a:cubicBezTo>
                  <a:pt x="1804937" y="7072526"/>
                  <a:pt x="1790051" y="7078481"/>
                  <a:pt x="1766230" y="7084436"/>
                </a:cubicBezTo>
                <a:cubicBezTo>
                  <a:pt x="1775161" y="7090391"/>
                  <a:pt x="1778141" y="7093370"/>
                  <a:pt x="1787072" y="7099325"/>
                </a:cubicBezTo>
                <a:cubicBezTo>
                  <a:pt x="1757296" y="7099325"/>
                  <a:pt x="1733475" y="7102301"/>
                  <a:pt x="1703699" y="7102302"/>
                </a:cubicBezTo>
                <a:cubicBezTo>
                  <a:pt x="1685834" y="7090391"/>
                  <a:pt x="1667968" y="7078480"/>
                  <a:pt x="1650102" y="7066570"/>
                </a:cubicBezTo>
                <a:cubicBezTo>
                  <a:pt x="1632237" y="7054660"/>
                  <a:pt x="1617350" y="7039774"/>
                  <a:pt x="1599485" y="7027863"/>
                </a:cubicBezTo>
                <a:cubicBezTo>
                  <a:pt x="1557799" y="6992132"/>
                  <a:pt x="1513133" y="6959377"/>
                  <a:pt x="1474426" y="6923646"/>
                </a:cubicBezTo>
                <a:cubicBezTo>
                  <a:pt x="1435716" y="6887914"/>
                  <a:pt x="1397009" y="6852183"/>
                  <a:pt x="1358298" y="6819431"/>
                </a:cubicBezTo>
                <a:cubicBezTo>
                  <a:pt x="1319591" y="6783700"/>
                  <a:pt x="1286836" y="6747970"/>
                  <a:pt x="1251105" y="6715214"/>
                </a:cubicBezTo>
                <a:cubicBezTo>
                  <a:pt x="1233240" y="6697349"/>
                  <a:pt x="1215374" y="6679483"/>
                  <a:pt x="1200487" y="6664597"/>
                </a:cubicBezTo>
                <a:cubicBezTo>
                  <a:pt x="1185598" y="6646731"/>
                  <a:pt x="1167732" y="6628866"/>
                  <a:pt x="1152846" y="6611000"/>
                </a:cubicBezTo>
                <a:cubicBezTo>
                  <a:pt x="1155822" y="6605045"/>
                  <a:pt x="1185598" y="6622911"/>
                  <a:pt x="1170712" y="6587180"/>
                </a:cubicBezTo>
                <a:cubicBezTo>
                  <a:pt x="1191553" y="6605045"/>
                  <a:pt x="1212398" y="6622910"/>
                  <a:pt x="1230264" y="6640776"/>
                </a:cubicBezTo>
                <a:cubicBezTo>
                  <a:pt x="1254084" y="6658642"/>
                  <a:pt x="1274926" y="6676507"/>
                  <a:pt x="1295770" y="6691393"/>
                </a:cubicBezTo>
                <a:cubicBezTo>
                  <a:pt x="1322567" y="6721170"/>
                  <a:pt x="1349367" y="6747969"/>
                  <a:pt x="1376164" y="6777746"/>
                </a:cubicBezTo>
                <a:lnTo>
                  <a:pt x="1382998" y="6783606"/>
                </a:lnTo>
                <a:lnTo>
                  <a:pt x="1295770" y="6691393"/>
                </a:lnTo>
                <a:cubicBezTo>
                  <a:pt x="1274926" y="6673528"/>
                  <a:pt x="1254084" y="6658642"/>
                  <a:pt x="1233240" y="6640776"/>
                </a:cubicBezTo>
                <a:cubicBezTo>
                  <a:pt x="1212398" y="6622910"/>
                  <a:pt x="1194532" y="6605045"/>
                  <a:pt x="1173688" y="6587179"/>
                </a:cubicBezTo>
                <a:cubicBezTo>
                  <a:pt x="1152846" y="6560379"/>
                  <a:pt x="1129025" y="6533583"/>
                  <a:pt x="1108180" y="6506783"/>
                </a:cubicBezTo>
                <a:cubicBezTo>
                  <a:pt x="1087339" y="6479986"/>
                  <a:pt x="1066494" y="6450210"/>
                  <a:pt x="1045653" y="6423410"/>
                </a:cubicBezTo>
                <a:close/>
                <a:moveTo>
                  <a:pt x="419367" y="2532692"/>
                </a:moveTo>
                <a:lnTo>
                  <a:pt x="420849" y="2533433"/>
                </a:lnTo>
                <a:lnTo>
                  <a:pt x="420989" y="2533017"/>
                </a:lnTo>
                <a:close/>
                <a:moveTo>
                  <a:pt x="599014" y="2105903"/>
                </a:moveTo>
                <a:cubicBezTo>
                  <a:pt x="551372" y="2183321"/>
                  <a:pt x="542438" y="2207142"/>
                  <a:pt x="533506" y="2227983"/>
                </a:cubicBezTo>
                <a:lnTo>
                  <a:pt x="509686" y="2251804"/>
                </a:lnTo>
                <a:lnTo>
                  <a:pt x="506708" y="2254409"/>
                </a:lnTo>
                <a:lnTo>
                  <a:pt x="506574" y="2254516"/>
                </a:lnTo>
                <a:lnTo>
                  <a:pt x="479910" y="2272649"/>
                </a:lnTo>
                <a:lnTo>
                  <a:pt x="479782" y="2275500"/>
                </a:lnTo>
                <a:lnTo>
                  <a:pt x="474599" y="2389489"/>
                </a:lnTo>
                <a:lnTo>
                  <a:pt x="474749" y="2389217"/>
                </a:lnTo>
                <a:lnTo>
                  <a:pt x="479910" y="2275624"/>
                </a:lnTo>
                <a:lnTo>
                  <a:pt x="506574" y="2254516"/>
                </a:lnTo>
                <a:lnTo>
                  <a:pt x="507824" y="2253665"/>
                </a:lnTo>
                <a:lnTo>
                  <a:pt x="509686" y="2251804"/>
                </a:lnTo>
                <a:lnTo>
                  <a:pt x="533507" y="2230959"/>
                </a:lnTo>
                <a:cubicBezTo>
                  <a:pt x="542438" y="2210118"/>
                  <a:pt x="554348" y="2186297"/>
                  <a:pt x="599014" y="2108879"/>
                </a:cubicBezTo>
                <a:lnTo>
                  <a:pt x="601246" y="2110368"/>
                </a:lnTo>
                <a:lnTo>
                  <a:pt x="602362" y="2108135"/>
                </a:lnTo>
                <a:close/>
                <a:moveTo>
                  <a:pt x="634742" y="1846851"/>
                </a:moveTo>
                <a:cubicBezTo>
                  <a:pt x="622831" y="1855786"/>
                  <a:pt x="607945" y="1864717"/>
                  <a:pt x="593055" y="1876627"/>
                </a:cubicBezTo>
                <a:cubicBezTo>
                  <a:pt x="572214" y="1915338"/>
                  <a:pt x="557324" y="1948089"/>
                  <a:pt x="530528" y="2007641"/>
                </a:cubicBezTo>
                <a:lnTo>
                  <a:pt x="544832" y="2019086"/>
                </a:lnTo>
                <a:lnTo>
                  <a:pt x="545298" y="2017076"/>
                </a:lnTo>
                <a:lnTo>
                  <a:pt x="533507" y="2007641"/>
                </a:lnTo>
                <a:cubicBezTo>
                  <a:pt x="560303" y="1948089"/>
                  <a:pt x="575193" y="1915334"/>
                  <a:pt x="596034" y="1876627"/>
                </a:cubicBezTo>
                <a:lnTo>
                  <a:pt x="632947" y="1850262"/>
                </a:lnTo>
                <a:close/>
                <a:moveTo>
                  <a:pt x="864018" y="1677130"/>
                </a:moveTo>
                <a:lnTo>
                  <a:pt x="860257" y="1680141"/>
                </a:lnTo>
                <a:lnTo>
                  <a:pt x="844293" y="1741521"/>
                </a:lnTo>
                <a:cubicBezTo>
                  <a:pt x="840197" y="1755291"/>
                  <a:pt x="837221" y="1763482"/>
                  <a:pt x="834242" y="1772413"/>
                </a:cubicBezTo>
                <a:cubicBezTo>
                  <a:pt x="721094" y="1924269"/>
                  <a:pt x="655586" y="2126745"/>
                  <a:pt x="560303" y="2272649"/>
                </a:cubicBezTo>
                <a:cubicBezTo>
                  <a:pt x="548393" y="2311356"/>
                  <a:pt x="536482" y="2353042"/>
                  <a:pt x="521593" y="2394728"/>
                </a:cubicBezTo>
                <a:cubicBezTo>
                  <a:pt x="506707" y="2436415"/>
                  <a:pt x="497773" y="2478101"/>
                  <a:pt x="485862" y="2519787"/>
                </a:cubicBezTo>
                <a:cubicBezTo>
                  <a:pt x="456086" y="2609115"/>
                  <a:pt x="411424" y="2704398"/>
                  <a:pt x="408444" y="2781816"/>
                </a:cubicBezTo>
                <a:cubicBezTo>
                  <a:pt x="390579" y="2841367"/>
                  <a:pt x="372714" y="2900919"/>
                  <a:pt x="357827" y="2960471"/>
                </a:cubicBezTo>
                <a:cubicBezTo>
                  <a:pt x="348893" y="3005137"/>
                  <a:pt x="342937" y="3049799"/>
                  <a:pt x="334006" y="3094464"/>
                </a:cubicBezTo>
                <a:lnTo>
                  <a:pt x="322096" y="3162947"/>
                </a:lnTo>
                <a:cubicBezTo>
                  <a:pt x="319117" y="3186768"/>
                  <a:pt x="316141" y="3207613"/>
                  <a:pt x="313161" y="3231434"/>
                </a:cubicBezTo>
                <a:cubicBezTo>
                  <a:pt x="304230" y="3293962"/>
                  <a:pt x="292320" y="3353513"/>
                  <a:pt x="286365" y="3416044"/>
                </a:cubicBezTo>
                <a:cubicBezTo>
                  <a:pt x="283386" y="3454752"/>
                  <a:pt x="280409" y="3487507"/>
                  <a:pt x="277431" y="3529193"/>
                </a:cubicBezTo>
                <a:cubicBezTo>
                  <a:pt x="280410" y="3558969"/>
                  <a:pt x="286365" y="3588745"/>
                  <a:pt x="292320" y="3648297"/>
                </a:cubicBezTo>
                <a:lnTo>
                  <a:pt x="299297" y="3583399"/>
                </a:lnTo>
                <a:lnTo>
                  <a:pt x="298275" y="3561945"/>
                </a:lnTo>
                <a:cubicBezTo>
                  <a:pt x="301251" y="3520259"/>
                  <a:pt x="307207" y="3475593"/>
                  <a:pt x="310185" y="3436886"/>
                </a:cubicBezTo>
                <a:cubicBezTo>
                  <a:pt x="316141" y="3374355"/>
                  <a:pt x="328051" y="3314803"/>
                  <a:pt x="336982" y="3252275"/>
                </a:cubicBezTo>
                <a:lnTo>
                  <a:pt x="358237" y="3226770"/>
                </a:lnTo>
                <a:lnTo>
                  <a:pt x="389100" y="3020223"/>
                </a:lnTo>
                <a:lnTo>
                  <a:pt x="387603" y="2984292"/>
                </a:lnTo>
                <a:lnTo>
                  <a:pt x="417019" y="2899960"/>
                </a:lnTo>
                <a:lnTo>
                  <a:pt x="434522" y="2829157"/>
                </a:lnTo>
                <a:lnTo>
                  <a:pt x="429289" y="2841367"/>
                </a:lnTo>
                <a:cubicBezTo>
                  <a:pt x="423334" y="2838391"/>
                  <a:pt x="417379" y="2835412"/>
                  <a:pt x="411424" y="2835412"/>
                </a:cubicBezTo>
                <a:cubicBezTo>
                  <a:pt x="396534" y="2874122"/>
                  <a:pt x="381648" y="2918785"/>
                  <a:pt x="366758" y="2963450"/>
                </a:cubicBezTo>
                <a:cubicBezTo>
                  <a:pt x="366758" y="2984292"/>
                  <a:pt x="366758" y="3008113"/>
                  <a:pt x="369737" y="3034913"/>
                </a:cubicBezTo>
                <a:cubicBezTo>
                  <a:pt x="360803" y="3082554"/>
                  <a:pt x="354848" y="3124240"/>
                  <a:pt x="348893" y="3171882"/>
                </a:cubicBezTo>
                <a:cubicBezTo>
                  <a:pt x="348893" y="3177837"/>
                  <a:pt x="345917" y="3186768"/>
                  <a:pt x="345917" y="3195703"/>
                </a:cubicBezTo>
                <a:cubicBezTo>
                  <a:pt x="334006" y="3207613"/>
                  <a:pt x="328051" y="3219523"/>
                  <a:pt x="316141" y="3231434"/>
                </a:cubicBezTo>
                <a:cubicBezTo>
                  <a:pt x="319117" y="3207613"/>
                  <a:pt x="322096" y="3186768"/>
                  <a:pt x="325072" y="3162947"/>
                </a:cubicBezTo>
                <a:lnTo>
                  <a:pt x="336982" y="3094464"/>
                </a:lnTo>
                <a:cubicBezTo>
                  <a:pt x="345916" y="3049799"/>
                  <a:pt x="351872" y="3005137"/>
                  <a:pt x="360803" y="2960471"/>
                </a:cubicBezTo>
                <a:cubicBezTo>
                  <a:pt x="378669" y="2900919"/>
                  <a:pt x="396534" y="2841367"/>
                  <a:pt x="411424" y="2781816"/>
                </a:cubicBezTo>
                <a:cubicBezTo>
                  <a:pt x="414400" y="2704398"/>
                  <a:pt x="459065" y="2612094"/>
                  <a:pt x="488841" y="2519787"/>
                </a:cubicBezTo>
                <a:cubicBezTo>
                  <a:pt x="500752" y="2478101"/>
                  <a:pt x="509683" y="2436415"/>
                  <a:pt x="524572" y="2394728"/>
                </a:cubicBezTo>
                <a:cubicBezTo>
                  <a:pt x="536482" y="2353042"/>
                  <a:pt x="551369" y="2314335"/>
                  <a:pt x="563280" y="2272649"/>
                </a:cubicBezTo>
                <a:cubicBezTo>
                  <a:pt x="658562" y="2126745"/>
                  <a:pt x="721094" y="1924269"/>
                  <a:pt x="837218" y="1772413"/>
                </a:cubicBezTo>
                <a:cubicBezTo>
                  <a:pt x="843173" y="1751568"/>
                  <a:pt x="849129" y="1739658"/>
                  <a:pt x="864018" y="1677130"/>
                </a:cubicBezTo>
                <a:close/>
                <a:moveTo>
                  <a:pt x="5842554" y="212154"/>
                </a:moveTo>
                <a:cubicBezTo>
                  <a:pt x="5911037" y="238951"/>
                  <a:pt x="5958678" y="259796"/>
                  <a:pt x="5994410" y="280637"/>
                </a:cubicBezTo>
                <a:cubicBezTo>
                  <a:pt x="6030140" y="298503"/>
                  <a:pt x="6050986" y="316368"/>
                  <a:pt x="6059917" y="334234"/>
                </a:cubicBezTo>
                <a:cubicBezTo>
                  <a:pt x="6003344" y="304458"/>
                  <a:pt x="5952723" y="283617"/>
                  <a:pt x="5914016" y="262772"/>
                </a:cubicBezTo>
                <a:cubicBezTo>
                  <a:pt x="5875306" y="241930"/>
                  <a:pt x="5851485" y="224065"/>
                  <a:pt x="5842554" y="212154"/>
                </a:cubicBezTo>
                <a:close/>
                <a:moveTo>
                  <a:pt x="917614" y="1379371"/>
                </a:moveTo>
                <a:lnTo>
                  <a:pt x="932501" y="1391281"/>
                </a:lnTo>
                <a:lnTo>
                  <a:pt x="932501" y="1391278"/>
                </a:lnTo>
                <a:lnTo>
                  <a:pt x="917618" y="1379371"/>
                </a:lnTo>
                <a:close/>
                <a:moveTo>
                  <a:pt x="5364411" y="6459"/>
                </a:moveTo>
                <a:lnTo>
                  <a:pt x="5388519" y="0"/>
                </a:lnTo>
                <a:lnTo>
                  <a:pt x="5400009" y="1487"/>
                </a:lnTo>
                <a:cubicBezTo>
                  <a:pt x="5420480" y="5953"/>
                  <a:pt x="5443556" y="12652"/>
                  <a:pt x="5467377" y="21585"/>
                </a:cubicBezTo>
                <a:cubicBezTo>
                  <a:pt x="5517995" y="42430"/>
                  <a:pt x="5574570" y="72206"/>
                  <a:pt x="5634122" y="104958"/>
                </a:cubicBezTo>
                <a:cubicBezTo>
                  <a:pt x="5513531" y="66995"/>
                  <a:pt x="5423086" y="39079"/>
                  <a:pt x="5377863" y="16189"/>
                </a:cubicBezTo>
                <a:close/>
                <a:moveTo>
                  <a:pt x="939465" y="1192120"/>
                </a:moveTo>
                <a:lnTo>
                  <a:pt x="989575" y="1178693"/>
                </a:lnTo>
                <a:lnTo>
                  <a:pt x="991590" y="1182987"/>
                </a:lnTo>
                <a:lnTo>
                  <a:pt x="984857" y="1201819"/>
                </a:lnTo>
                <a:lnTo>
                  <a:pt x="1013565" y="1172265"/>
                </a:lnTo>
                <a:lnTo>
                  <a:pt x="1103330" y="1148213"/>
                </a:lnTo>
                <a:lnTo>
                  <a:pt x="1033742" y="1224536"/>
                </a:lnTo>
                <a:lnTo>
                  <a:pt x="1048629" y="1242398"/>
                </a:lnTo>
                <a:lnTo>
                  <a:pt x="1048913" y="1242148"/>
                </a:lnTo>
                <a:lnTo>
                  <a:pt x="1036718" y="1227512"/>
                </a:lnTo>
                <a:cubicBezTo>
                  <a:pt x="1051606" y="1211136"/>
                  <a:pt x="1067983" y="1194015"/>
                  <a:pt x="1083988" y="1176894"/>
                </a:cubicBezTo>
                <a:lnTo>
                  <a:pt x="1111437" y="1146040"/>
                </a:lnTo>
                <a:lnTo>
                  <a:pt x="1250892" y="1108673"/>
                </a:lnTo>
                <a:lnTo>
                  <a:pt x="1135723" y="1237561"/>
                </a:lnTo>
                <a:cubicBezTo>
                  <a:pt x="1050117" y="1338427"/>
                  <a:pt x="969722" y="1443387"/>
                  <a:pt x="893794" y="1552068"/>
                </a:cubicBezTo>
                <a:cubicBezTo>
                  <a:pt x="849128" y="1614599"/>
                  <a:pt x="813397" y="1659261"/>
                  <a:pt x="789577" y="1694992"/>
                </a:cubicBezTo>
                <a:cubicBezTo>
                  <a:pt x="765756" y="1730724"/>
                  <a:pt x="750869" y="1757523"/>
                  <a:pt x="741935" y="1781344"/>
                </a:cubicBezTo>
                <a:cubicBezTo>
                  <a:pt x="727049" y="1808141"/>
                  <a:pt x="709183" y="1834941"/>
                  <a:pt x="694294" y="1861738"/>
                </a:cubicBezTo>
                <a:cubicBezTo>
                  <a:pt x="664518" y="1918314"/>
                  <a:pt x="634742" y="1974886"/>
                  <a:pt x="604966" y="2028483"/>
                </a:cubicBezTo>
                <a:lnTo>
                  <a:pt x="507798" y="2181601"/>
                </a:lnTo>
                <a:lnTo>
                  <a:pt x="506706" y="2186297"/>
                </a:lnTo>
                <a:cubicBezTo>
                  <a:pt x="494796" y="2213097"/>
                  <a:pt x="485862" y="2245849"/>
                  <a:pt x="473952" y="2275625"/>
                </a:cubicBezTo>
                <a:cubicBezTo>
                  <a:pt x="465020" y="2293490"/>
                  <a:pt x="459065" y="2305401"/>
                  <a:pt x="450131" y="2317311"/>
                </a:cubicBezTo>
                <a:lnTo>
                  <a:pt x="444176" y="2323266"/>
                </a:lnTo>
                <a:lnTo>
                  <a:pt x="417751" y="2411106"/>
                </a:lnTo>
                <a:cubicBezTo>
                  <a:pt x="412915" y="2433439"/>
                  <a:pt x="411424" y="2449816"/>
                  <a:pt x="411424" y="2463215"/>
                </a:cubicBezTo>
                <a:cubicBezTo>
                  <a:pt x="411424" y="2490011"/>
                  <a:pt x="414400" y="2507877"/>
                  <a:pt x="405469" y="2537653"/>
                </a:cubicBezTo>
                <a:cubicBezTo>
                  <a:pt x="390579" y="2579339"/>
                  <a:pt x="378668" y="2618049"/>
                  <a:pt x="363782" y="2659736"/>
                </a:cubicBezTo>
                <a:cubicBezTo>
                  <a:pt x="351872" y="2701422"/>
                  <a:pt x="336982" y="2740129"/>
                  <a:pt x="325072" y="2781816"/>
                </a:cubicBezTo>
                <a:cubicBezTo>
                  <a:pt x="310186" y="2844347"/>
                  <a:pt x="298275" y="2900919"/>
                  <a:pt x="283386" y="2960471"/>
                </a:cubicBezTo>
                <a:cubicBezTo>
                  <a:pt x="274455" y="3017047"/>
                  <a:pt x="268499" y="3070644"/>
                  <a:pt x="259565" y="3124240"/>
                </a:cubicBezTo>
                <a:cubicBezTo>
                  <a:pt x="250633" y="3177837"/>
                  <a:pt x="247655" y="3234410"/>
                  <a:pt x="244678" y="3288006"/>
                </a:cubicBezTo>
                <a:cubicBezTo>
                  <a:pt x="253610" y="3246320"/>
                  <a:pt x="259565" y="3207613"/>
                  <a:pt x="265520" y="3174858"/>
                </a:cubicBezTo>
                <a:lnTo>
                  <a:pt x="267452" y="3165520"/>
                </a:lnTo>
                <a:lnTo>
                  <a:pt x="271475" y="3121261"/>
                </a:lnTo>
                <a:cubicBezTo>
                  <a:pt x="280410" y="3067664"/>
                  <a:pt x="286365" y="3011092"/>
                  <a:pt x="295296" y="2957495"/>
                </a:cubicBezTo>
                <a:lnTo>
                  <a:pt x="302755" y="2959983"/>
                </a:lnTo>
                <a:lnTo>
                  <a:pt x="303402" y="2957217"/>
                </a:lnTo>
                <a:lnTo>
                  <a:pt x="295299" y="2954516"/>
                </a:lnTo>
                <a:cubicBezTo>
                  <a:pt x="310186" y="2891985"/>
                  <a:pt x="322096" y="2835412"/>
                  <a:pt x="336986" y="2775860"/>
                </a:cubicBezTo>
                <a:cubicBezTo>
                  <a:pt x="348896" y="2734174"/>
                  <a:pt x="360806" y="2692488"/>
                  <a:pt x="375693" y="2653777"/>
                </a:cubicBezTo>
                <a:lnTo>
                  <a:pt x="417188" y="2532257"/>
                </a:lnTo>
                <a:lnTo>
                  <a:pt x="414403" y="2531698"/>
                </a:lnTo>
                <a:cubicBezTo>
                  <a:pt x="423334" y="2501922"/>
                  <a:pt x="420358" y="2484056"/>
                  <a:pt x="420358" y="2457259"/>
                </a:cubicBezTo>
                <a:cubicBezTo>
                  <a:pt x="420358" y="2430460"/>
                  <a:pt x="423334" y="2391752"/>
                  <a:pt x="453110" y="2317311"/>
                </a:cubicBezTo>
                <a:cubicBezTo>
                  <a:pt x="459065" y="2305401"/>
                  <a:pt x="465020" y="2290514"/>
                  <a:pt x="476931" y="2275625"/>
                </a:cubicBezTo>
                <a:lnTo>
                  <a:pt x="477731" y="2273449"/>
                </a:lnTo>
                <a:lnTo>
                  <a:pt x="509686" y="2186297"/>
                </a:lnTo>
                <a:cubicBezTo>
                  <a:pt x="542438" y="2132700"/>
                  <a:pt x="572214" y="2082082"/>
                  <a:pt x="607945" y="2031462"/>
                </a:cubicBezTo>
                <a:cubicBezTo>
                  <a:pt x="637721" y="1974889"/>
                  <a:pt x="664521" y="1918314"/>
                  <a:pt x="697273" y="1864717"/>
                </a:cubicBezTo>
                <a:cubicBezTo>
                  <a:pt x="712162" y="1840896"/>
                  <a:pt x="730028" y="1811120"/>
                  <a:pt x="744914" y="1784323"/>
                </a:cubicBezTo>
                <a:cubicBezTo>
                  <a:pt x="753848" y="1760503"/>
                  <a:pt x="768735" y="1733703"/>
                  <a:pt x="792556" y="1697972"/>
                </a:cubicBezTo>
                <a:cubicBezTo>
                  <a:pt x="816376" y="1662241"/>
                  <a:pt x="852108" y="1617578"/>
                  <a:pt x="896773" y="1555047"/>
                </a:cubicBezTo>
                <a:cubicBezTo>
                  <a:pt x="972701" y="1444876"/>
                  <a:pt x="1053096" y="1339916"/>
                  <a:pt x="1138702" y="1239423"/>
                </a:cubicBezTo>
                <a:lnTo>
                  <a:pt x="1257734" y="1106840"/>
                </a:lnTo>
                <a:lnTo>
                  <a:pt x="1346684" y="1083006"/>
                </a:lnTo>
                <a:lnTo>
                  <a:pt x="1309169" y="1125903"/>
                </a:lnTo>
                <a:cubicBezTo>
                  <a:pt x="1278649" y="1161262"/>
                  <a:pt x="1248129" y="1197738"/>
                  <a:pt x="1218353" y="1236446"/>
                </a:cubicBezTo>
                <a:cubicBezTo>
                  <a:pt x="1200488" y="1257288"/>
                  <a:pt x="1182622" y="1275153"/>
                  <a:pt x="1167733" y="1295998"/>
                </a:cubicBezTo>
                <a:cubicBezTo>
                  <a:pt x="1149867" y="1316840"/>
                  <a:pt x="1134980" y="1337685"/>
                  <a:pt x="1117115" y="1358526"/>
                </a:cubicBezTo>
                <a:lnTo>
                  <a:pt x="893284" y="1605921"/>
                </a:lnTo>
                <a:lnTo>
                  <a:pt x="1120091" y="1355550"/>
                </a:lnTo>
                <a:cubicBezTo>
                  <a:pt x="1137957" y="1334705"/>
                  <a:pt x="1152843" y="1313864"/>
                  <a:pt x="1170708" y="1293019"/>
                </a:cubicBezTo>
                <a:cubicBezTo>
                  <a:pt x="1188574" y="1272177"/>
                  <a:pt x="1206439" y="1254312"/>
                  <a:pt x="1221329" y="1233467"/>
                </a:cubicBezTo>
                <a:cubicBezTo>
                  <a:pt x="1251105" y="1194758"/>
                  <a:pt x="1281625" y="1159027"/>
                  <a:pt x="1312145" y="1124040"/>
                </a:cubicBezTo>
                <a:lnTo>
                  <a:pt x="1347941" y="1082669"/>
                </a:lnTo>
                <a:lnTo>
                  <a:pt x="5198604" y="50887"/>
                </a:lnTo>
                <a:lnTo>
                  <a:pt x="5220239" y="57319"/>
                </a:lnTo>
                <a:lnTo>
                  <a:pt x="5273835" y="72206"/>
                </a:lnTo>
                <a:lnTo>
                  <a:pt x="5327432" y="90071"/>
                </a:lnTo>
                <a:lnTo>
                  <a:pt x="5328122" y="90703"/>
                </a:lnTo>
                <a:lnTo>
                  <a:pt x="5366558" y="97330"/>
                </a:lnTo>
                <a:cubicBezTo>
                  <a:pt x="5399776" y="105145"/>
                  <a:pt x="5439136" y="118172"/>
                  <a:pt x="5459700" y="131942"/>
                </a:cubicBezTo>
                <a:lnTo>
                  <a:pt x="5472710" y="151655"/>
                </a:lnTo>
                <a:lnTo>
                  <a:pt x="5476311" y="152602"/>
                </a:lnTo>
                <a:cubicBezTo>
                  <a:pt x="5503108" y="164513"/>
                  <a:pt x="5532884" y="176423"/>
                  <a:pt x="5559684" y="185354"/>
                </a:cubicBezTo>
                <a:cubicBezTo>
                  <a:pt x="5583505" y="194289"/>
                  <a:pt x="5607325" y="203220"/>
                  <a:pt x="5631147" y="215130"/>
                </a:cubicBezTo>
                <a:cubicBezTo>
                  <a:pt x="5654967" y="227041"/>
                  <a:pt x="5678788" y="235975"/>
                  <a:pt x="5702608" y="247885"/>
                </a:cubicBezTo>
                <a:cubicBezTo>
                  <a:pt x="5714519" y="256817"/>
                  <a:pt x="5732385" y="265751"/>
                  <a:pt x="5756205" y="277661"/>
                </a:cubicBezTo>
                <a:cubicBezTo>
                  <a:pt x="5768115" y="283617"/>
                  <a:pt x="5780026" y="289572"/>
                  <a:pt x="5791937" y="295527"/>
                </a:cubicBezTo>
                <a:cubicBezTo>
                  <a:pt x="5803847" y="301482"/>
                  <a:pt x="5818733" y="307437"/>
                  <a:pt x="5830644" y="316368"/>
                </a:cubicBezTo>
                <a:cubicBezTo>
                  <a:pt x="5884240" y="343168"/>
                  <a:pt x="5937837" y="369965"/>
                  <a:pt x="5961658" y="390810"/>
                </a:cubicBezTo>
                <a:cubicBezTo>
                  <a:pt x="6015254" y="426541"/>
                  <a:pt x="6071830" y="459293"/>
                  <a:pt x="6128403" y="498003"/>
                </a:cubicBezTo>
                <a:cubicBezTo>
                  <a:pt x="6155202" y="515869"/>
                  <a:pt x="6184979" y="536710"/>
                  <a:pt x="6214755" y="557555"/>
                </a:cubicBezTo>
                <a:lnTo>
                  <a:pt x="6217256" y="559340"/>
                </a:lnTo>
                <a:lnTo>
                  <a:pt x="6261383" y="586149"/>
                </a:lnTo>
                <a:lnTo>
                  <a:pt x="6417221" y="698379"/>
                </a:lnTo>
                <a:lnTo>
                  <a:pt x="7635473" y="5244954"/>
                </a:lnTo>
                <a:lnTo>
                  <a:pt x="7555824" y="5419713"/>
                </a:lnTo>
                <a:cubicBezTo>
                  <a:pt x="7525349" y="5481984"/>
                  <a:pt x="7493226" y="5543303"/>
                  <a:pt x="7459513" y="5603611"/>
                </a:cubicBezTo>
                <a:lnTo>
                  <a:pt x="7432760" y="5645910"/>
                </a:lnTo>
                <a:lnTo>
                  <a:pt x="7432588" y="5646260"/>
                </a:lnTo>
                <a:cubicBezTo>
                  <a:pt x="7420679" y="5676036"/>
                  <a:pt x="7396857" y="5714746"/>
                  <a:pt x="7370057" y="5753453"/>
                </a:cubicBezTo>
                <a:cubicBezTo>
                  <a:pt x="7343261" y="5792164"/>
                  <a:pt x="7319440" y="5833850"/>
                  <a:pt x="7307530" y="5869581"/>
                </a:cubicBezTo>
                <a:cubicBezTo>
                  <a:pt x="7286685" y="5896378"/>
                  <a:pt x="7259888" y="5926153"/>
                  <a:pt x="7236067" y="5958909"/>
                </a:cubicBezTo>
                <a:cubicBezTo>
                  <a:pt x="7212246" y="5991661"/>
                  <a:pt x="7191402" y="6027392"/>
                  <a:pt x="7176515" y="6060147"/>
                </a:cubicBezTo>
                <a:cubicBezTo>
                  <a:pt x="7090164" y="6179251"/>
                  <a:pt x="6950219" y="6331107"/>
                  <a:pt x="6825159" y="6456166"/>
                </a:cubicBezTo>
                <a:cubicBezTo>
                  <a:pt x="6786450" y="6488920"/>
                  <a:pt x="6747742" y="6521672"/>
                  <a:pt x="6709032" y="6554427"/>
                </a:cubicBezTo>
                <a:lnTo>
                  <a:pt x="6697890" y="6562899"/>
                </a:lnTo>
                <a:lnTo>
                  <a:pt x="6693086" y="6567763"/>
                </a:lnTo>
                <a:lnTo>
                  <a:pt x="6644525" y="6607349"/>
                </a:lnTo>
                <a:lnTo>
                  <a:pt x="6604818" y="6652687"/>
                </a:lnTo>
                <a:cubicBezTo>
                  <a:pt x="6557176" y="6691397"/>
                  <a:pt x="6509535" y="6727128"/>
                  <a:pt x="6458914" y="6762859"/>
                </a:cubicBezTo>
                <a:lnTo>
                  <a:pt x="6436053" y="6777302"/>
                </a:lnTo>
                <a:lnTo>
                  <a:pt x="6373957" y="6827922"/>
                </a:lnTo>
                <a:lnTo>
                  <a:pt x="6364991" y="6833746"/>
                </a:lnTo>
                <a:lnTo>
                  <a:pt x="6358255" y="6840083"/>
                </a:lnTo>
                <a:lnTo>
                  <a:pt x="3387117" y="7636198"/>
                </a:lnTo>
                <a:lnTo>
                  <a:pt x="3347331" y="7629337"/>
                </a:lnTo>
                <a:cubicBezTo>
                  <a:pt x="3320534" y="7623382"/>
                  <a:pt x="3293734" y="7620405"/>
                  <a:pt x="3266937" y="7614450"/>
                </a:cubicBezTo>
                <a:cubicBezTo>
                  <a:pt x="3159744" y="7596585"/>
                  <a:pt x="3061482" y="7575741"/>
                  <a:pt x="2942378" y="7531078"/>
                </a:cubicBezTo>
                <a:cubicBezTo>
                  <a:pt x="2864961" y="7513212"/>
                  <a:pt x="2820299" y="7495347"/>
                  <a:pt x="2778612" y="7483437"/>
                </a:cubicBezTo>
                <a:cubicBezTo>
                  <a:pt x="2760747" y="7471526"/>
                  <a:pt x="2745857" y="7456636"/>
                  <a:pt x="2730970" y="7441750"/>
                </a:cubicBezTo>
                <a:cubicBezTo>
                  <a:pt x="2695239" y="7435795"/>
                  <a:pt x="2659508" y="7429840"/>
                  <a:pt x="2620798" y="7420906"/>
                </a:cubicBezTo>
                <a:cubicBezTo>
                  <a:pt x="2564225" y="7394109"/>
                  <a:pt x="2513604" y="7367309"/>
                  <a:pt x="2457032" y="7337533"/>
                </a:cubicBezTo>
                <a:cubicBezTo>
                  <a:pt x="2439166" y="7337533"/>
                  <a:pt x="2427256" y="7340512"/>
                  <a:pt x="2409390" y="7340512"/>
                </a:cubicBezTo>
                <a:cubicBezTo>
                  <a:pt x="2349839" y="7310736"/>
                  <a:pt x="2296241" y="7283936"/>
                  <a:pt x="2239666" y="7254160"/>
                </a:cubicBezTo>
                <a:cubicBezTo>
                  <a:pt x="2230735" y="7236294"/>
                  <a:pt x="2218824" y="7218429"/>
                  <a:pt x="2209890" y="7200563"/>
                </a:cubicBezTo>
                <a:cubicBezTo>
                  <a:pt x="2209890" y="7200563"/>
                  <a:pt x="2212869" y="7200563"/>
                  <a:pt x="2215845" y="7197588"/>
                </a:cubicBezTo>
                <a:cubicBezTo>
                  <a:pt x="2248600" y="7218429"/>
                  <a:pt x="2284332" y="7236295"/>
                  <a:pt x="2320063" y="7254160"/>
                </a:cubicBezTo>
                <a:cubicBezTo>
                  <a:pt x="2355794" y="7272026"/>
                  <a:pt x="2388546" y="7289891"/>
                  <a:pt x="2424277" y="7310736"/>
                </a:cubicBezTo>
                <a:cubicBezTo>
                  <a:pt x="2436187" y="7304781"/>
                  <a:pt x="2445122" y="7298825"/>
                  <a:pt x="2454053" y="7292870"/>
                </a:cubicBezTo>
                <a:cubicBezTo>
                  <a:pt x="2397480" y="7266071"/>
                  <a:pt x="2361749" y="7236295"/>
                  <a:pt x="2331973" y="7212474"/>
                </a:cubicBezTo>
                <a:cubicBezTo>
                  <a:pt x="2302197" y="7188653"/>
                  <a:pt x="2272421" y="7173767"/>
                  <a:pt x="2230735" y="7167811"/>
                </a:cubicBezTo>
                <a:cubicBezTo>
                  <a:pt x="2147362" y="7108260"/>
                  <a:pt x="2120562" y="7108259"/>
                  <a:pt x="2090786" y="7087415"/>
                </a:cubicBezTo>
                <a:cubicBezTo>
                  <a:pt x="2049100" y="7060618"/>
                  <a:pt x="2010393" y="7036797"/>
                  <a:pt x="1971682" y="7009998"/>
                </a:cubicBezTo>
                <a:cubicBezTo>
                  <a:pt x="1876399" y="6956401"/>
                  <a:pt x="1903199" y="7012976"/>
                  <a:pt x="1784096" y="6929604"/>
                </a:cubicBezTo>
                <a:cubicBezTo>
                  <a:pt x="1760275" y="6911738"/>
                  <a:pt x="1739430" y="6893873"/>
                  <a:pt x="1712634" y="6870053"/>
                </a:cubicBezTo>
                <a:cubicBezTo>
                  <a:pt x="1718589" y="6870053"/>
                  <a:pt x="1724544" y="6867073"/>
                  <a:pt x="1727520" y="6864097"/>
                </a:cubicBezTo>
                <a:cubicBezTo>
                  <a:pt x="1754320" y="6873029"/>
                  <a:pt x="1775161" y="6878983"/>
                  <a:pt x="1798982" y="6884939"/>
                </a:cubicBezTo>
                <a:cubicBezTo>
                  <a:pt x="1748365" y="6828366"/>
                  <a:pt x="1739430" y="6804545"/>
                  <a:pt x="1650103" y="6730104"/>
                </a:cubicBezTo>
                <a:cubicBezTo>
                  <a:pt x="1620327" y="6706283"/>
                  <a:pt x="1593530" y="6682462"/>
                  <a:pt x="1566730" y="6661621"/>
                </a:cubicBezTo>
                <a:cubicBezTo>
                  <a:pt x="1539933" y="6637800"/>
                  <a:pt x="1513133" y="6616955"/>
                  <a:pt x="1489312" y="6593135"/>
                </a:cubicBezTo>
                <a:cubicBezTo>
                  <a:pt x="1471447" y="6575269"/>
                  <a:pt x="1423806" y="6557403"/>
                  <a:pt x="1391053" y="6512741"/>
                </a:cubicBezTo>
                <a:cubicBezTo>
                  <a:pt x="1340433" y="6459144"/>
                  <a:pt x="1298746" y="6408524"/>
                  <a:pt x="1248129" y="6354927"/>
                </a:cubicBezTo>
                <a:lnTo>
                  <a:pt x="1238322" y="6324279"/>
                </a:lnTo>
                <a:lnTo>
                  <a:pt x="1209418" y="6295375"/>
                </a:lnTo>
                <a:cubicBezTo>
                  <a:pt x="1176667" y="6262623"/>
                  <a:pt x="1143912" y="6226892"/>
                  <a:pt x="1111160" y="6188182"/>
                </a:cubicBezTo>
                <a:cubicBezTo>
                  <a:pt x="1105205" y="6167340"/>
                  <a:pt x="1060539" y="6110764"/>
                  <a:pt x="1099249" y="6134585"/>
                </a:cubicBezTo>
                <a:cubicBezTo>
                  <a:pt x="1084360" y="6116720"/>
                  <a:pt x="1072449" y="6095878"/>
                  <a:pt x="1060539" y="6080988"/>
                </a:cubicBezTo>
                <a:lnTo>
                  <a:pt x="1055928" y="6073758"/>
                </a:lnTo>
                <a:lnTo>
                  <a:pt x="1009918" y="6042278"/>
                </a:lnTo>
                <a:cubicBezTo>
                  <a:pt x="974187" y="6000592"/>
                  <a:pt x="944411" y="5955930"/>
                  <a:pt x="920590" y="5914243"/>
                </a:cubicBezTo>
                <a:cubicBezTo>
                  <a:pt x="896770" y="5869578"/>
                  <a:pt x="878904" y="5827891"/>
                  <a:pt x="869973" y="5795139"/>
                </a:cubicBezTo>
                <a:lnTo>
                  <a:pt x="864018" y="5795140"/>
                </a:lnTo>
                <a:cubicBezTo>
                  <a:pt x="840197" y="5753454"/>
                  <a:pt x="816376" y="5708791"/>
                  <a:pt x="795535" y="5664126"/>
                </a:cubicBezTo>
                <a:cubicBezTo>
                  <a:pt x="774690" y="5619463"/>
                  <a:pt x="750869" y="5577777"/>
                  <a:pt x="730028" y="5533111"/>
                </a:cubicBezTo>
                <a:cubicBezTo>
                  <a:pt x="706207" y="5482494"/>
                  <a:pt x="682386" y="5431873"/>
                  <a:pt x="661541" y="5381255"/>
                </a:cubicBezTo>
                <a:cubicBezTo>
                  <a:pt x="640700" y="5330635"/>
                  <a:pt x="619855" y="5277038"/>
                  <a:pt x="599014" y="5226421"/>
                </a:cubicBezTo>
                <a:cubicBezTo>
                  <a:pt x="622834" y="5259173"/>
                  <a:pt x="643676" y="5291928"/>
                  <a:pt x="661541" y="5330635"/>
                </a:cubicBezTo>
                <a:cubicBezTo>
                  <a:pt x="679407" y="5369346"/>
                  <a:pt x="697273" y="5411032"/>
                  <a:pt x="724073" y="5461649"/>
                </a:cubicBezTo>
                <a:cubicBezTo>
                  <a:pt x="735983" y="5479515"/>
                  <a:pt x="738959" y="5509290"/>
                  <a:pt x="744914" y="5533112"/>
                </a:cubicBezTo>
                <a:lnTo>
                  <a:pt x="753530" y="5545744"/>
                </a:lnTo>
                <a:lnTo>
                  <a:pt x="742926" y="5490615"/>
                </a:lnTo>
                <a:lnTo>
                  <a:pt x="715276" y="5440433"/>
                </a:lnTo>
                <a:lnTo>
                  <a:pt x="670266" y="5339222"/>
                </a:lnTo>
                <a:lnTo>
                  <a:pt x="616876" y="5250239"/>
                </a:lnTo>
                <a:cubicBezTo>
                  <a:pt x="596034" y="5190686"/>
                  <a:pt x="572214" y="5131135"/>
                  <a:pt x="551369" y="5071583"/>
                </a:cubicBezTo>
                <a:lnTo>
                  <a:pt x="495246" y="4888441"/>
                </a:lnTo>
                <a:lnTo>
                  <a:pt x="476818" y="4835054"/>
                </a:lnTo>
                <a:cubicBezTo>
                  <a:pt x="445592" y="4730083"/>
                  <a:pt x="418767" y="4623215"/>
                  <a:pt x="396553" y="4514668"/>
                </a:cubicBezTo>
                <a:lnTo>
                  <a:pt x="361056" y="4282085"/>
                </a:lnTo>
                <a:lnTo>
                  <a:pt x="360803" y="4288478"/>
                </a:lnTo>
                <a:cubicBezTo>
                  <a:pt x="360803" y="4303367"/>
                  <a:pt x="360803" y="4315278"/>
                  <a:pt x="363782" y="4336119"/>
                </a:cubicBezTo>
                <a:cubicBezTo>
                  <a:pt x="369737" y="4371850"/>
                  <a:pt x="375692" y="4407581"/>
                  <a:pt x="378669" y="4446292"/>
                </a:cubicBezTo>
                <a:cubicBezTo>
                  <a:pt x="384624" y="4484999"/>
                  <a:pt x="390579" y="4523709"/>
                  <a:pt x="396534" y="4559440"/>
                </a:cubicBezTo>
                <a:cubicBezTo>
                  <a:pt x="381648" y="4532640"/>
                  <a:pt x="375693" y="4496909"/>
                  <a:pt x="366758" y="4461178"/>
                </a:cubicBezTo>
                <a:cubicBezTo>
                  <a:pt x="360803" y="4422471"/>
                  <a:pt x="354848" y="4380785"/>
                  <a:pt x="345917" y="4336119"/>
                </a:cubicBezTo>
                <a:cubicBezTo>
                  <a:pt x="331027" y="4336119"/>
                  <a:pt x="328051" y="4336119"/>
                  <a:pt x="322096" y="4336119"/>
                </a:cubicBezTo>
                <a:cubicBezTo>
                  <a:pt x="319117" y="4303367"/>
                  <a:pt x="316141" y="4273591"/>
                  <a:pt x="307206" y="4222971"/>
                </a:cubicBezTo>
                <a:cubicBezTo>
                  <a:pt x="301251" y="4199150"/>
                  <a:pt x="292320" y="4175329"/>
                  <a:pt x="286365" y="4151508"/>
                </a:cubicBezTo>
                <a:cubicBezTo>
                  <a:pt x="280409" y="4127688"/>
                  <a:pt x="274454" y="4103867"/>
                  <a:pt x="268499" y="4083025"/>
                </a:cubicBezTo>
                <a:cubicBezTo>
                  <a:pt x="250633" y="4062181"/>
                  <a:pt x="235744" y="4047294"/>
                  <a:pt x="217878" y="4029428"/>
                </a:cubicBezTo>
                <a:cubicBezTo>
                  <a:pt x="211924" y="4029429"/>
                  <a:pt x="208947" y="4029429"/>
                  <a:pt x="202992" y="4029429"/>
                </a:cubicBezTo>
                <a:cubicBezTo>
                  <a:pt x="197037" y="4011563"/>
                  <a:pt x="191082" y="3984763"/>
                  <a:pt x="188103" y="3954987"/>
                </a:cubicBezTo>
                <a:cubicBezTo>
                  <a:pt x="185127" y="3925211"/>
                  <a:pt x="182147" y="3892459"/>
                  <a:pt x="182148" y="3859704"/>
                </a:cubicBezTo>
                <a:cubicBezTo>
                  <a:pt x="182148" y="3797176"/>
                  <a:pt x="185127" y="3740600"/>
                  <a:pt x="194058" y="3725714"/>
                </a:cubicBezTo>
                <a:cubicBezTo>
                  <a:pt x="197037" y="3707849"/>
                  <a:pt x="197037" y="3692959"/>
                  <a:pt x="200013" y="3678073"/>
                </a:cubicBezTo>
                <a:lnTo>
                  <a:pt x="210154" y="3645396"/>
                </a:lnTo>
                <a:lnTo>
                  <a:pt x="205224" y="3570879"/>
                </a:lnTo>
                <a:cubicBezTo>
                  <a:pt x="205968" y="3533660"/>
                  <a:pt x="208944" y="3494950"/>
                  <a:pt x="211924" y="3460707"/>
                </a:cubicBezTo>
                <a:lnTo>
                  <a:pt x="223834" y="3438377"/>
                </a:lnTo>
                <a:lnTo>
                  <a:pt x="223834" y="3424976"/>
                </a:lnTo>
                <a:cubicBezTo>
                  <a:pt x="217878" y="3442841"/>
                  <a:pt x="208947" y="3454752"/>
                  <a:pt x="200013" y="3469641"/>
                </a:cubicBezTo>
                <a:cubicBezTo>
                  <a:pt x="194058" y="3457731"/>
                  <a:pt x="185126" y="3451776"/>
                  <a:pt x="179171" y="3439865"/>
                </a:cubicBezTo>
                <a:cubicBezTo>
                  <a:pt x="167261" y="3422000"/>
                  <a:pt x="170237" y="3261210"/>
                  <a:pt x="140461" y="3386268"/>
                </a:cubicBezTo>
                <a:lnTo>
                  <a:pt x="133390" y="3343838"/>
                </a:lnTo>
                <a:lnTo>
                  <a:pt x="131530" y="3347558"/>
                </a:lnTo>
                <a:cubicBezTo>
                  <a:pt x="128551" y="3386268"/>
                  <a:pt x="122595" y="3427955"/>
                  <a:pt x="119620" y="3466662"/>
                </a:cubicBezTo>
                <a:cubicBezTo>
                  <a:pt x="116641" y="3505372"/>
                  <a:pt x="110685" y="3547059"/>
                  <a:pt x="110685" y="3585766"/>
                </a:cubicBezTo>
                <a:cubicBezTo>
                  <a:pt x="107709" y="3615542"/>
                  <a:pt x="104730" y="3648297"/>
                  <a:pt x="101754" y="3678073"/>
                </a:cubicBezTo>
                <a:lnTo>
                  <a:pt x="101754" y="3868635"/>
                </a:lnTo>
                <a:cubicBezTo>
                  <a:pt x="101754" y="3901390"/>
                  <a:pt x="101754" y="3934142"/>
                  <a:pt x="104730" y="3966898"/>
                </a:cubicBezTo>
                <a:cubicBezTo>
                  <a:pt x="107709" y="3999649"/>
                  <a:pt x="110685" y="4032405"/>
                  <a:pt x="110685" y="4065157"/>
                </a:cubicBezTo>
                <a:cubicBezTo>
                  <a:pt x="98775" y="4068136"/>
                  <a:pt x="101754" y="4178305"/>
                  <a:pt x="83888" y="4157464"/>
                </a:cubicBezTo>
                <a:cubicBezTo>
                  <a:pt x="80909" y="4157464"/>
                  <a:pt x="80909" y="4157464"/>
                  <a:pt x="77933" y="4157464"/>
                </a:cubicBezTo>
                <a:cubicBezTo>
                  <a:pt x="60068" y="4091957"/>
                  <a:pt x="60068" y="4035380"/>
                  <a:pt x="60068" y="3978808"/>
                </a:cubicBezTo>
                <a:cubicBezTo>
                  <a:pt x="60068" y="3922232"/>
                  <a:pt x="68999" y="3865659"/>
                  <a:pt x="60068" y="3794197"/>
                </a:cubicBezTo>
                <a:cubicBezTo>
                  <a:pt x="63044" y="3743576"/>
                  <a:pt x="68999" y="3698914"/>
                  <a:pt x="74954" y="3651272"/>
                </a:cubicBezTo>
                <a:lnTo>
                  <a:pt x="101742" y="3678057"/>
                </a:lnTo>
                <a:lnTo>
                  <a:pt x="77933" y="3648296"/>
                </a:lnTo>
                <a:cubicBezTo>
                  <a:pt x="71978" y="3618521"/>
                  <a:pt x="71978" y="3585766"/>
                  <a:pt x="71978" y="3541103"/>
                </a:cubicBezTo>
                <a:cubicBezTo>
                  <a:pt x="71978" y="3496438"/>
                  <a:pt x="74954" y="3442841"/>
                  <a:pt x="77933" y="3377334"/>
                </a:cubicBezTo>
                <a:cubicBezTo>
                  <a:pt x="77933" y="3362448"/>
                  <a:pt x="80909" y="3347558"/>
                  <a:pt x="80909" y="3332672"/>
                </a:cubicBezTo>
                <a:cubicBezTo>
                  <a:pt x="83888" y="3308851"/>
                  <a:pt x="86864" y="3282051"/>
                  <a:pt x="89844" y="3258230"/>
                </a:cubicBezTo>
                <a:cubicBezTo>
                  <a:pt x="101754" y="3216544"/>
                  <a:pt x="113664" y="3165927"/>
                  <a:pt x="125575" y="3124240"/>
                </a:cubicBezTo>
                <a:lnTo>
                  <a:pt x="143378" y="3035228"/>
                </a:lnTo>
                <a:lnTo>
                  <a:pt x="137485" y="3014068"/>
                </a:lnTo>
                <a:cubicBezTo>
                  <a:pt x="131530" y="3052778"/>
                  <a:pt x="122595" y="3088509"/>
                  <a:pt x="116640" y="3133172"/>
                </a:cubicBezTo>
                <a:cubicBezTo>
                  <a:pt x="104730" y="3174858"/>
                  <a:pt x="92820" y="3225478"/>
                  <a:pt x="80910" y="3267165"/>
                </a:cubicBezTo>
                <a:cubicBezTo>
                  <a:pt x="77933" y="3290986"/>
                  <a:pt x="74954" y="3317782"/>
                  <a:pt x="71978" y="3341603"/>
                </a:cubicBezTo>
                <a:cubicBezTo>
                  <a:pt x="71978" y="3356493"/>
                  <a:pt x="68999" y="3371379"/>
                  <a:pt x="68999" y="3386268"/>
                </a:cubicBezTo>
                <a:cubicBezTo>
                  <a:pt x="68999" y="3451776"/>
                  <a:pt x="66023" y="3505372"/>
                  <a:pt x="63044" y="3550035"/>
                </a:cubicBezTo>
                <a:cubicBezTo>
                  <a:pt x="63044" y="3594700"/>
                  <a:pt x="66023" y="3627452"/>
                  <a:pt x="68999" y="3657228"/>
                </a:cubicBezTo>
                <a:cubicBezTo>
                  <a:pt x="63044" y="3707849"/>
                  <a:pt x="57089" y="3752511"/>
                  <a:pt x="54113" y="3800152"/>
                </a:cubicBezTo>
                <a:cubicBezTo>
                  <a:pt x="63044" y="3871615"/>
                  <a:pt x="54112" y="3928190"/>
                  <a:pt x="54112" y="3984763"/>
                </a:cubicBezTo>
                <a:cubicBezTo>
                  <a:pt x="54112" y="4041339"/>
                  <a:pt x="54112" y="4097911"/>
                  <a:pt x="71978" y="4163419"/>
                </a:cubicBezTo>
                <a:cubicBezTo>
                  <a:pt x="71978" y="4163419"/>
                  <a:pt x="74954" y="4163419"/>
                  <a:pt x="77933" y="4163419"/>
                </a:cubicBezTo>
                <a:cubicBezTo>
                  <a:pt x="89843" y="4219995"/>
                  <a:pt x="101754" y="4273591"/>
                  <a:pt x="116640" y="4333143"/>
                </a:cubicBezTo>
                <a:cubicBezTo>
                  <a:pt x="119620" y="4371850"/>
                  <a:pt x="128551" y="4407581"/>
                  <a:pt x="137485" y="4473088"/>
                </a:cubicBezTo>
                <a:cubicBezTo>
                  <a:pt x="152372" y="4523709"/>
                  <a:pt x="167261" y="4571351"/>
                  <a:pt x="182148" y="4616013"/>
                </a:cubicBezTo>
                <a:cubicBezTo>
                  <a:pt x="188847" y="4700874"/>
                  <a:pt x="234069" y="4835983"/>
                  <a:pt x="252494" y="4923357"/>
                </a:cubicBezTo>
                <a:lnTo>
                  <a:pt x="258633" y="4982258"/>
                </a:lnTo>
                <a:lnTo>
                  <a:pt x="271478" y="4982258"/>
                </a:lnTo>
                <a:cubicBezTo>
                  <a:pt x="304230" y="5065631"/>
                  <a:pt x="325075" y="5110293"/>
                  <a:pt x="336985" y="5140069"/>
                </a:cubicBezTo>
                <a:cubicBezTo>
                  <a:pt x="351872" y="5169845"/>
                  <a:pt x="357827" y="5190690"/>
                  <a:pt x="360806" y="5220465"/>
                </a:cubicBezTo>
                <a:cubicBezTo>
                  <a:pt x="348896" y="5217487"/>
                  <a:pt x="334006" y="5187711"/>
                  <a:pt x="316141" y="5151980"/>
                </a:cubicBezTo>
                <a:cubicBezTo>
                  <a:pt x="298275" y="5116248"/>
                  <a:pt x="283389" y="5074562"/>
                  <a:pt x="268499" y="5044786"/>
                </a:cubicBezTo>
                <a:cubicBezTo>
                  <a:pt x="253613" y="5006079"/>
                  <a:pt x="280410" y="5113273"/>
                  <a:pt x="265523" y="5074562"/>
                </a:cubicBezTo>
                <a:lnTo>
                  <a:pt x="239617" y="4994260"/>
                </a:lnTo>
                <a:lnTo>
                  <a:pt x="220858" y="4997144"/>
                </a:lnTo>
                <a:cubicBezTo>
                  <a:pt x="211923" y="4973324"/>
                  <a:pt x="205968" y="4949503"/>
                  <a:pt x="200013" y="4928662"/>
                </a:cubicBezTo>
                <a:cubicBezTo>
                  <a:pt x="167261" y="4895906"/>
                  <a:pt x="143440" y="4827423"/>
                  <a:pt x="128551" y="4764892"/>
                </a:cubicBezTo>
                <a:cubicBezTo>
                  <a:pt x="113664" y="4702365"/>
                  <a:pt x="101754" y="4642812"/>
                  <a:pt x="83889" y="4618992"/>
                </a:cubicBezTo>
                <a:cubicBezTo>
                  <a:pt x="68999" y="4565395"/>
                  <a:pt x="68999" y="4508820"/>
                  <a:pt x="80909" y="4496909"/>
                </a:cubicBezTo>
                <a:cubicBezTo>
                  <a:pt x="74954" y="4449268"/>
                  <a:pt x="66023" y="4401626"/>
                  <a:pt x="60068" y="4353985"/>
                </a:cubicBezTo>
                <a:cubicBezTo>
                  <a:pt x="54113" y="4306343"/>
                  <a:pt x="51134" y="4258702"/>
                  <a:pt x="45178" y="4211060"/>
                </a:cubicBezTo>
                <a:cubicBezTo>
                  <a:pt x="33268" y="4175329"/>
                  <a:pt x="21357" y="4145553"/>
                  <a:pt x="12426" y="4106846"/>
                </a:cubicBezTo>
                <a:cubicBezTo>
                  <a:pt x="-5440" y="3904370"/>
                  <a:pt x="-8418" y="3669139"/>
                  <a:pt x="33268" y="3553014"/>
                </a:cubicBezTo>
                <a:cubicBezTo>
                  <a:pt x="36247" y="3502393"/>
                  <a:pt x="39223" y="3439865"/>
                  <a:pt x="54112" y="3410089"/>
                </a:cubicBezTo>
                <a:cubicBezTo>
                  <a:pt x="48157" y="3383289"/>
                  <a:pt x="42202" y="3359469"/>
                  <a:pt x="36247" y="3332672"/>
                </a:cubicBezTo>
                <a:cubicBezTo>
                  <a:pt x="42202" y="3282051"/>
                  <a:pt x="36247" y="3165927"/>
                  <a:pt x="71978" y="3118285"/>
                </a:cubicBezTo>
                <a:cubicBezTo>
                  <a:pt x="74954" y="3097440"/>
                  <a:pt x="77933" y="3082554"/>
                  <a:pt x="80909" y="3067664"/>
                </a:cubicBezTo>
                <a:cubicBezTo>
                  <a:pt x="86864" y="2993226"/>
                  <a:pt x="92820" y="2942606"/>
                  <a:pt x="104730" y="2894964"/>
                </a:cubicBezTo>
                <a:cubicBezTo>
                  <a:pt x="125575" y="2853278"/>
                  <a:pt x="152371" y="2784795"/>
                  <a:pt x="167261" y="2769905"/>
                </a:cubicBezTo>
                <a:cubicBezTo>
                  <a:pt x="182147" y="2802660"/>
                  <a:pt x="146416" y="2886033"/>
                  <a:pt x="152372" y="2939630"/>
                </a:cubicBezTo>
                <a:lnTo>
                  <a:pt x="167255" y="2910538"/>
                </a:lnTo>
                <a:lnTo>
                  <a:pt x="176192" y="2840995"/>
                </a:lnTo>
                <a:cubicBezTo>
                  <a:pt x="182148" y="2809356"/>
                  <a:pt x="186615" y="2780328"/>
                  <a:pt x="179172" y="2763950"/>
                </a:cubicBezTo>
                <a:cubicBezTo>
                  <a:pt x="188103" y="2728219"/>
                  <a:pt x="197037" y="2701419"/>
                  <a:pt x="205968" y="2665688"/>
                </a:cubicBezTo>
                <a:cubicBezTo>
                  <a:pt x="220858" y="2618046"/>
                  <a:pt x="232768" y="2567429"/>
                  <a:pt x="247655" y="2516808"/>
                </a:cubicBezTo>
                <a:cubicBezTo>
                  <a:pt x="262544" y="2466191"/>
                  <a:pt x="280409" y="2415570"/>
                  <a:pt x="298275" y="2364953"/>
                </a:cubicBezTo>
                <a:lnTo>
                  <a:pt x="302067" y="2360685"/>
                </a:lnTo>
                <a:lnTo>
                  <a:pt x="325075" y="2239894"/>
                </a:lnTo>
                <a:cubicBezTo>
                  <a:pt x="336985" y="2216073"/>
                  <a:pt x="348896" y="2183318"/>
                  <a:pt x="357827" y="2153542"/>
                </a:cubicBezTo>
                <a:cubicBezTo>
                  <a:pt x="369738" y="2123766"/>
                  <a:pt x="384627" y="2099945"/>
                  <a:pt x="396537" y="2082080"/>
                </a:cubicBezTo>
                <a:cubicBezTo>
                  <a:pt x="423334" y="2031462"/>
                  <a:pt x="444179" y="1980841"/>
                  <a:pt x="473955" y="1933200"/>
                </a:cubicBezTo>
                <a:cubicBezTo>
                  <a:pt x="494796" y="1885558"/>
                  <a:pt x="515641" y="1846851"/>
                  <a:pt x="536483" y="1799210"/>
                </a:cubicBezTo>
                <a:cubicBezTo>
                  <a:pt x="539462" y="1757523"/>
                  <a:pt x="599013" y="1680106"/>
                  <a:pt x="625810" y="1626509"/>
                </a:cubicBezTo>
                <a:cubicBezTo>
                  <a:pt x="640700" y="1608644"/>
                  <a:pt x="658565" y="1590778"/>
                  <a:pt x="691317" y="1552068"/>
                </a:cubicBezTo>
                <a:cubicBezTo>
                  <a:pt x="712162" y="1507406"/>
                  <a:pt x="730028" y="1474651"/>
                  <a:pt x="744914" y="1447854"/>
                </a:cubicBezTo>
                <a:cubicBezTo>
                  <a:pt x="759804" y="1421054"/>
                  <a:pt x="774690" y="1403188"/>
                  <a:pt x="789580" y="1382347"/>
                </a:cubicBezTo>
                <a:cubicBezTo>
                  <a:pt x="807445" y="1364481"/>
                  <a:pt x="834242" y="1334705"/>
                  <a:pt x="837221" y="1358526"/>
                </a:cubicBezTo>
                <a:cubicBezTo>
                  <a:pt x="840197" y="1355547"/>
                  <a:pt x="846152" y="1346616"/>
                  <a:pt x="849132" y="1340660"/>
                </a:cubicBezTo>
                <a:cubicBezTo>
                  <a:pt x="864018" y="1307905"/>
                  <a:pt x="878907" y="1278129"/>
                  <a:pt x="896773" y="1245378"/>
                </a:cubicBezTo>
                <a:cubicBezTo>
                  <a:pt x="904217" y="1237189"/>
                  <a:pt x="912033" y="1227511"/>
                  <a:pt x="919989" y="1217322"/>
                </a:cubicBezTo>
                <a:close/>
              </a:path>
            </a:pathLst>
          </a:custGeom>
          <a:solidFill>
            <a:schemeClr val="bg1">
              <a:alpha val="46000"/>
            </a:schemeClr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lvl="0" rtl="0"/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22144287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73815-2707-4475-8F1A-B873CB631BB4}" type="datetimeFigureOut">
              <a:rPr lang="en-US" dirty="0"/>
              <a:t>7/15/2026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ru-RU" noProof="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B67B645E-C5E5-4727-B977-D372A0AA71D9}" type="slidenum">
              <a:rPr lang="ru-RU" noProof="0" smtClean="0"/>
              <a:pPr/>
              <a:t>‹#›</a:t>
            </a:fld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659995516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1" y="762000"/>
            <a:ext cx="7581900" cy="5410200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4AFB99-0EAB-4182-AFF8-E214C82A68F6}" type="datetimeFigureOut">
              <a:rPr lang="en-US" dirty="0"/>
              <a:t>7/15/2026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ru-RU" noProof="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B67B645E-C5E5-4727-B977-D372A0AA71D9}" type="slidenum">
              <a:rPr lang="ru-RU" noProof="0" smtClean="0"/>
              <a:pPr/>
              <a:t>‹#›</a:t>
            </a:fld>
            <a:endParaRPr lang="ru-RU" noProof="0" dirty="0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29357926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Титульный слайд с фотографие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олилиния: Фигура 11">
            <a:extLst>
              <a:ext uri="{FF2B5EF4-FFF2-40B4-BE49-F238E27FC236}">
                <a16:creationId xmlns:a16="http://schemas.microsoft.com/office/drawing/2014/main" id="{EA43BE58-813F-4D03-87F1-5A7708ED6326}"/>
              </a:ext>
            </a:extLst>
          </p:cNvPr>
          <p:cNvSpPr/>
          <p:nvPr userDrawn="1"/>
        </p:nvSpPr>
        <p:spPr>
          <a:xfrm rot="10800000">
            <a:off x="242195" y="54131"/>
            <a:ext cx="6839968" cy="6749738"/>
          </a:xfrm>
          <a:custGeom>
            <a:avLst/>
            <a:gdLst>
              <a:gd name="connsiteX0" fmla="*/ 1439383 w 2647519"/>
              <a:gd name="connsiteY0" fmla="*/ 2598425 h 2612594"/>
              <a:gd name="connsiteX1" fmla="*/ 1427010 w 2647519"/>
              <a:gd name="connsiteY1" fmla="*/ 2605087 h 2612594"/>
              <a:gd name="connsiteX2" fmla="*/ 1427751 w 2647519"/>
              <a:gd name="connsiteY2" fmla="*/ 2605405 h 2612594"/>
              <a:gd name="connsiteX3" fmla="*/ 1542263 w 2647519"/>
              <a:gd name="connsiteY3" fmla="*/ 2530792 h 2612594"/>
              <a:gd name="connsiteX4" fmla="*/ 1502258 w 2647519"/>
              <a:gd name="connsiteY4" fmla="*/ 2540317 h 2612594"/>
              <a:gd name="connsiteX5" fmla="*/ 1442250 w 2647519"/>
              <a:gd name="connsiteY5" fmla="*/ 2547937 h 2612594"/>
              <a:gd name="connsiteX6" fmla="*/ 1439393 w 2647519"/>
              <a:gd name="connsiteY6" fmla="*/ 2540317 h 2612594"/>
              <a:gd name="connsiteX7" fmla="*/ 1481303 w 2647519"/>
              <a:gd name="connsiteY7" fmla="*/ 2536507 h 2612594"/>
              <a:gd name="connsiteX8" fmla="*/ 1542263 w 2647519"/>
              <a:gd name="connsiteY8" fmla="*/ 2530792 h 2612594"/>
              <a:gd name="connsiteX9" fmla="*/ 1646324 w 2647519"/>
              <a:gd name="connsiteY9" fmla="*/ 2520821 h 2612594"/>
              <a:gd name="connsiteX10" fmla="*/ 1643880 w 2647519"/>
              <a:gd name="connsiteY10" fmla="*/ 2521511 h 2612594"/>
              <a:gd name="connsiteX11" fmla="*/ 1645133 w 2647519"/>
              <a:gd name="connsiteY11" fmla="*/ 2521267 h 2612594"/>
              <a:gd name="connsiteX12" fmla="*/ 899801 w 2647519"/>
              <a:gd name="connsiteY12" fmla="*/ 2506503 h 2612594"/>
              <a:gd name="connsiteX13" fmla="*/ 942187 w 2647519"/>
              <a:gd name="connsiteY13" fmla="*/ 2517457 h 2612594"/>
              <a:gd name="connsiteX14" fmla="*/ 960285 w 2647519"/>
              <a:gd name="connsiteY14" fmla="*/ 2518409 h 2612594"/>
              <a:gd name="connsiteX15" fmla="*/ 1010767 w 2647519"/>
              <a:gd name="connsiteY15" fmla="*/ 2543175 h 2612594"/>
              <a:gd name="connsiteX16" fmla="*/ 1033627 w 2647519"/>
              <a:gd name="connsiteY16" fmla="*/ 2547937 h 2612594"/>
              <a:gd name="connsiteX17" fmla="*/ 1035057 w 2647519"/>
              <a:gd name="connsiteY17" fmla="*/ 2548414 h 2612594"/>
              <a:gd name="connsiteX18" fmla="*/ 1040295 w 2647519"/>
              <a:gd name="connsiteY18" fmla="*/ 2543175 h 2612594"/>
              <a:gd name="connsiteX19" fmla="*/ 1060297 w 2647519"/>
              <a:gd name="connsiteY19" fmla="*/ 2548890 h 2612594"/>
              <a:gd name="connsiteX20" fmla="*/ 1080300 w 2647519"/>
              <a:gd name="connsiteY20" fmla="*/ 2553652 h 2612594"/>
              <a:gd name="connsiteX21" fmla="*/ 1119713 w 2647519"/>
              <a:gd name="connsiteY21" fmla="*/ 2562818 h 2612594"/>
              <a:gd name="connsiteX22" fmla="*/ 1120305 w 2647519"/>
              <a:gd name="connsiteY22" fmla="*/ 2562225 h 2612594"/>
              <a:gd name="connsiteX23" fmla="*/ 1166025 w 2647519"/>
              <a:gd name="connsiteY23" fmla="*/ 2569845 h 2612594"/>
              <a:gd name="connsiteX24" fmla="*/ 1187932 w 2647519"/>
              <a:gd name="connsiteY24" fmla="*/ 2573655 h 2612594"/>
              <a:gd name="connsiteX25" fmla="*/ 1209840 w 2647519"/>
              <a:gd name="connsiteY25" fmla="*/ 2575560 h 2612594"/>
              <a:gd name="connsiteX26" fmla="*/ 1254607 w 2647519"/>
              <a:gd name="connsiteY26" fmla="*/ 2577465 h 2612594"/>
              <a:gd name="connsiteX27" fmla="*/ 1315567 w 2647519"/>
              <a:gd name="connsiteY27" fmla="*/ 2576512 h 2612594"/>
              <a:gd name="connsiteX28" fmla="*/ 1318213 w 2647519"/>
              <a:gd name="connsiteY28" fmla="*/ 2576512 h 2612594"/>
              <a:gd name="connsiteX29" fmla="*/ 1324140 w 2647519"/>
              <a:gd name="connsiteY29" fmla="*/ 2573178 h 2612594"/>
              <a:gd name="connsiteX30" fmla="*/ 1337475 w 2647519"/>
              <a:gd name="connsiteY30" fmla="*/ 2568892 h 2612594"/>
              <a:gd name="connsiteX31" fmla="*/ 1351048 w 2647519"/>
              <a:gd name="connsiteY31" fmla="*/ 2568654 h 2612594"/>
              <a:gd name="connsiteX32" fmla="*/ 1360335 w 2647519"/>
              <a:gd name="connsiteY32" fmla="*/ 2569844 h 2612594"/>
              <a:gd name="connsiteX33" fmla="*/ 1362835 w 2647519"/>
              <a:gd name="connsiteY33" fmla="*/ 2576512 h 2612594"/>
              <a:gd name="connsiteX34" fmla="*/ 1384147 w 2647519"/>
              <a:gd name="connsiteY34" fmla="*/ 2576512 h 2612594"/>
              <a:gd name="connsiteX35" fmla="*/ 1377480 w 2647519"/>
              <a:gd name="connsiteY35" fmla="*/ 2586037 h 2612594"/>
              <a:gd name="connsiteX36" fmla="*/ 1373670 w 2647519"/>
              <a:gd name="connsiteY36" fmla="*/ 2590800 h 2612594"/>
              <a:gd name="connsiteX37" fmla="*/ 1361287 w 2647519"/>
              <a:gd name="connsiteY37" fmla="*/ 2596515 h 2612594"/>
              <a:gd name="connsiteX38" fmla="*/ 1338427 w 2647519"/>
              <a:gd name="connsiteY38" fmla="*/ 2596515 h 2612594"/>
              <a:gd name="connsiteX39" fmla="*/ 1308900 w 2647519"/>
              <a:gd name="connsiteY39" fmla="*/ 2594610 h 2612594"/>
              <a:gd name="connsiteX40" fmla="*/ 1245082 w 2647519"/>
              <a:gd name="connsiteY40" fmla="*/ 2592705 h 2612594"/>
              <a:gd name="connsiteX41" fmla="*/ 1197457 w 2647519"/>
              <a:gd name="connsiteY41" fmla="*/ 2588895 h 2612594"/>
              <a:gd name="connsiteX42" fmla="*/ 1155547 w 2647519"/>
              <a:gd name="connsiteY42" fmla="*/ 2583180 h 2612594"/>
              <a:gd name="connsiteX43" fmla="*/ 1113637 w 2647519"/>
              <a:gd name="connsiteY43" fmla="*/ 2576512 h 2612594"/>
              <a:gd name="connsiteX44" fmla="*/ 1049820 w 2647519"/>
              <a:gd name="connsiteY44" fmla="*/ 2566987 h 2612594"/>
              <a:gd name="connsiteX45" fmla="*/ 1000290 w 2647519"/>
              <a:gd name="connsiteY45" fmla="*/ 2550795 h 2612594"/>
              <a:gd name="connsiteX46" fmla="*/ 1000863 w 2647519"/>
              <a:gd name="connsiteY46" fmla="*/ 2550379 h 2612594"/>
              <a:gd name="connsiteX47" fmla="*/ 971715 w 2647519"/>
              <a:gd name="connsiteY47" fmla="*/ 2541270 h 2612594"/>
              <a:gd name="connsiteX48" fmla="*/ 945997 w 2647519"/>
              <a:gd name="connsiteY48" fmla="*/ 2529840 h 2612594"/>
              <a:gd name="connsiteX49" fmla="*/ 916470 w 2647519"/>
              <a:gd name="connsiteY49" fmla="*/ 2520315 h 2612594"/>
              <a:gd name="connsiteX50" fmla="*/ 885990 w 2647519"/>
              <a:gd name="connsiteY50" fmla="*/ 2509837 h 2612594"/>
              <a:gd name="connsiteX51" fmla="*/ 899801 w 2647519"/>
              <a:gd name="connsiteY51" fmla="*/ 2506503 h 2612594"/>
              <a:gd name="connsiteX52" fmla="*/ 1460492 w 2647519"/>
              <a:gd name="connsiteY52" fmla="*/ 2486082 h 2612594"/>
              <a:gd name="connsiteX53" fmla="*/ 1445939 w 2647519"/>
              <a:gd name="connsiteY53" fmla="*/ 2488303 h 2612594"/>
              <a:gd name="connsiteX54" fmla="*/ 1345293 w 2647519"/>
              <a:gd name="connsiteY54" fmla="*/ 2493385 h 2612594"/>
              <a:gd name="connsiteX55" fmla="*/ 1378432 w 2647519"/>
              <a:gd name="connsiteY55" fmla="*/ 2497454 h 2612594"/>
              <a:gd name="connsiteX56" fmla="*/ 1387005 w 2647519"/>
              <a:gd name="connsiteY56" fmla="*/ 2495549 h 2612594"/>
              <a:gd name="connsiteX57" fmla="*/ 1446060 w 2647519"/>
              <a:gd name="connsiteY57" fmla="*/ 2488882 h 2612594"/>
              <a:gd name="connsiteX58" fmla="*/ 1455778 w 2647519"/>
              <a:gd name="connsiteY58" fmla="*/ 2486992 h 2612594"/>
              <a:gd name="connsiteX59" fmla="*/ 1550918 w 2647519"/>
              <a:gd name="connsiteY59" fmla="*/ 2472281 h 2612594"/>
              <a:gd name="connsiteX60" fmla="*/ 1501488 w 2647519"/>
              <a:gd name="connsiteY60" fmla="*/ 2479825 h 2612594"/>
              <a:gd name="connsiteX61" fmla="*/ 1518450 w 2647519"/>
              <a:gd name="connsiteY61" fmla="*/ 2480309 h 2612594"/>
              <a:gd name="connsiteX62" fmla="*/ 1542858 w 2647519"/>
              <a:gd name="connsiteY62" fmla="*/ 2475785 h 2612594"/>
              <a:gd name="connsiteX63" fmla="*/ 1731355 w 2647519"/>
              <a:gd name="connsiteY63" fmla="*/ 2470078 h 2612594"/>
              <a:gd name="connsiteX64" fmla="*/ 1576323 w 2647519"/>
              <a:gd name="connsiteY64" fmla="*/ 2511364 h 2612594"/>
              <a:gd name="connsiteX65" fmla="*/ 1654777 w 2647519"/>
              <a:gd name="connsiteY65" fmla="*/ 2493883 h 2612594"/>
              <a:gd name="connsiteX66" fmla="*/ 737400 w 2647519"/>
              <a:gd name="connsiteY66" fmla="*/ 2450782 h 2612594"/>
              <a:gd name="connsiteX67" fmla="*/ 846937 w 2647519"/>
              <a:gd name="connsiteY67" fmla="*/ 2497454 h 2612594"/>
              <a:gd name="connsiteX68" fmla="*/ 885990 w 2647519"/>
              <a:gd name="connsiteY68" fmla="*/ 2509837 h 2612594"/>
              <a:gd name="connsiteX69" fmla="*/ 915517 w 2647519"/>
              <a:gd name="connsiteY69" fmla="*/ 2520314 h 2612594"/>
              <a:gd name="connsiteX70" fmla="*/ 945045 w 2647519"/>
              <a:gd name="connsiteY70" fmla="*/ 2529839 h 2612594"/>
              <a:gd name="connsiteX71" fmla="*/ 970762 w 2647519"/>
              <a:gd name="connsiteY71" fmla="*/ 2541269 h 2612594"/>
              <a:gd name="connsiteX72" fmla="*/ 965047 w 2647519"/>
              <a:gd name="connsiteY72" fmla="*/ 2546032 h 2612594"/>
              <a:gd name="connsiteX73" fmla="*/ 949807 w 2647519"/>
              <a:gd name="connsiteY73" fmla="*/ 2543174 h 2612594"/>
              <a:gd name="connsiteX74" fmla="*/ 895515 w 2647519"/>
              <a:gd name="connsiteY74" fmla="*/ 2523172 h 2612594"/>
              <a:gd name="connsiteX75" fmla="*/ 868845 w 2647519"/>
              <a:gd name="connsiteY75" fmla="*/ 2512694 h 2612594"/>
              <a:gd name="connsiteX76" fmla="*/ 842175 w 2647519"/>
              <a:gd name="connsiteY76" fmla="*/ 2501264 h 2612594"/>
              <a:gd name="connsiteX77" fmla="*/ 806932 w 2647519"/>
              <a:gd name="connsiteY77" fmla="*/ 2488882 h 2612594"/>
              <a:gd name="connsiteX78" fmla="*/ 776452 w 2647519"/>
              <a:gd name="connsiteY78" fmla="*/ 2475547 h 2612594"/>
              <a:gd name="connsiteX79" fmla="*/ 752640 w 2647519"/>
              <a:gd name="connsiteY79" fmla="*/ 2463164 h 2612594"/>
              <a:gd name="connsiteX80" fmla="*/ 737400 w 2647519"/>
              <a:gd name="connsiteY80" fmla="*/ 2450782 h 2612594"/>
              <a:gd name="connsiteX81" fmla="*/ 782168 w 2647519"/>
              <a:gd name="connsiteY81" fmla="*/ 2426970 h 2612594"/>
              <a:gd name="connsiteX82" fmla="*/ 834555 w 2647519"/>
              <a:gd name="connsiteY82" fmla="*/ 2453640 h 2612594"/>
              <a:gd name="connsiteX83" fmla="*/ 827888 w 2647519"/>
              <a:gd name="connsiteY83" fmla="*/ 2457450 h 2612594"/>
              <a:gd name="connsiteX84" fmla="*/ 766928 w 2647519"/>
              <a:gd name="connsiteY84" fmla="*/ 2427922 h 2612594"/>
              <a:gd name="connsiteX85" fmla="*/ 782168 w 2647519"/>
              <a:gd name="connsiteY85" fmla="*/ 2426970 h 2612594"/>
              <a:gd name="connsiteX86" fmla="*/ 588810 w 2647519"/>
              <a:gd name="connsiteY86" fmla="*/ 2362200 h 2612594"/>
              <a:gd name="connsiteX87" fmla="*/ 653580 w 2647519"/>
              <a:gd name="connsiteY87" fmla="*/ 2398395 h 2612594"/>
              <a:gd name="connsiteX88" fmla="*/ 666915 w 2647519"/>
              <a:gd name="connsiteY88" fmla="*/ 2413635 h 2612594"/>
              <a:gd name="connsiteX89" fmla="*/ 636435 w 2647519"/>
              <a:gd name="connsiteY89" fmla="*/ 2397442 h 2612594"/>
              <a:gd name="connsiteX90" fmla="*/ 613575 w 2647519"/>
              <a:gd name="connsiteY90" fmla="*/ 2383155 h 2612594"/>
              <a:gd name="connsiteX91" fmla="*/ 588810 w 2647519"/>
              <a:gd name="connsiteY91" fmla="*/ 2362200 h 2612594"/>
              <a:gd name="connsiteX92" fmla="*/ 702387 w 2647519"/>
              <a:gd name="connsiteY92" fmla="*/ 2337759 h 2612594"/>
              <a:gd name="connsiteX93" fmla="*/ 702396 w 2647519"/>
              <a:gd name="connsiteY93" fmla="*/ 2338030 h 2612594"/>
              <a:gd name="connsiteX94" fmla="*/ 705613 w 2647519"/>
              <a:gd name="connsiteY94" fmla="*/ 2341924 h 2612594"/>
              <a:gd name="connsiteX95" fmla="*/ 705967 w 2647519"/>
              <a:gd name="connsiteY95" fmla="*/ 2340292 h 2612594"/>
              <a:gd name="connsiteX96" fmla="*/ 2093409 w 2647519"/>
              <a:gd name="connsiteY96" fmla="*/ 2275234 h 2612594"/>
              <a:gd name="connsiteX97" fmla="*/ 2089950 w 2647519"/>
              <a:gd name="connsiteY97" fmla="*/ 2275522 h 2612594"/>
              <a:gd name="connsiteX98" fmla="*/ 2032800 w 2647519"/>
              <a:gd name="connsiteY98" fmla="*/ 2316480 h 2612594"/>
              <a:gd name="connsiteX99" fmla="*/ 1976602 w 2647519"/>
              <a:gd name="connsiteY99" fmla="*/ 2346960 h 2612594"/>
              <a:gd name="connsiteX100" fmla="*/ 1936597 w 2647519"/>
              <a:gd name="connsiteY100" fmla="*/ 2370772 h 2612594"/>
              <a:gd name="connsiteX101" fmla="*/ 1914690 w 2647519"/>
              <a:gd name="connsiteY101" fmla="*/ 2380297 h 2612594"/>
              <a:gd name="connsiteX102" fmla="*/ 1891830 w 2647519"/>
              <a:gd name="connsiteY102" fmla="*/ 2389822 h 2612594"/>
              <a:gd name="connsiteX103" fmla="*/ 1864207 w 2647519"/>
              <a:gd name="connsiteY103" fmla="*/ 2404110 h 2612594"/>
              <a:gd name="connsiteX104" fmla="*/ 1843252 w 2647519"/>
              <a:gd name="connsiteY104" fmla="*/ 2416492 h 2612594"/>
              <a:gd name="connsiteX105" fmla="*/ 1812772 w 2647519"/>
              <a:gd name="connsiteY105" fmla="*/ 2428875 h 2612594"/>
              <a:gd name="connsiteX106" fmla="*/ 1781340 w 2647519"/>
              <a:gd name="connsiteY106" fmla="*/ 2440305 h 2612594"/>
              <a:gd name="connsiteX107" fmla="*/ 1772767 w 2647519"/>
              <a:gd name="connsiteY107" fmla="*/ 2448877 h 2612594"/>
              <a:gd name="connsiteX108" fmla="*/ 1759432 w 2647519"/>
              <a:gd name="connsiteY108" fmla="*/ 2453640 h 2612594"/>
              <a:gd name="connsiteX109" fmla="*/ 1726095 w 2647519"/>
              <a:gd name="connsiteY109" fmla="*/ 2459355 h 2612594"/>
              <a:gd name="connsiteX110" fmla="*/ 1683232 w 2647519"/>
              <a:gd name="connsiteY110" fmla="*/ 2472690 h 2612594"/>
              <a:gd name="connsiteX111" fmla="*/ 1644180 w 2647519"/>
              <a:gd name="connsiteY111" fmla="*/ 2485072 h 2612594"/>
              <a:gd name="connsiteX112" fmla="*/ 1601317 w 2647519"/>
              <a:gd name="connsiteY112" fmla="*/ 2497455 h 2612594"/>
              <a:gd name="connsiteX113" fmla="*/ 1547977 w 2647519"/>
              <a:gd name="connsiteY113" fmla="*/ 2510790 h 2612594"/>
              <a:gd name="connsiteX114" fmla="*/ 1472730 w 2647519"/>
              <a:gd name="connsiteY114" fmla="*/ 2523172 h 2612594"/>
              <a:gd name="connsiteX115" fmla="*/ 1470825 w 2647519"/>
              <a:gd name="connsiteY115" fmla="*/ 2526030 h 2612594"/>
              <a:gd name="connsiteX116" fmla="*/ 1434646 w 2647519"/>
              <a:gd name="connsiteY116" fmla="*/ 2535075 h 2612594"/>
              <a:gd name="connsiteX117" fmla="*/ 1435583 w 2647519"/>
              <a:gd name="connsiteY117" fmla="*/ 2535555 h 2612594"/>
              <a:gd name="connsiteX118" fmla="*/ 1475761 w 2647519"/>
              <a:gd name="connsiteY118" fmla="*/ 2525510 h 2612594"/>
              <a:gd name="connsiteX119" fmla="*/ 1476540 w 2647519"/>
              <a:gd name="connsiteY119" fmla="*/ 2523172 h 2612594"/>
              <a:gd name="connsiteX120" fmla="*/ 1551788 w 2647519"/>
              <a:gd name="connsiteY120" fmla="*/ 2510790 h 2612594"/>
              <a:gd name="connsiteX121" fmla="*/ 1605128 w 2647519"/>
              <a:gd name="connsiteY121" fmla="*/ 2497455 h 2612594"/>
              <a:gd name="connsiteX122" fmla="*/ 1647990 w 2647519"/>
              <a:gd name="connsiteY122" fmla="*/ 2485072 h 2612594"/>
              <a:gd name="connsiteX123" fmla="*/ 1687043 w 2647519"/>
              <a:gd name="connsiteY123" fmla="*/ 2472690 h 2612594"/>
              <a:gd name="connsiteX124" fmla="*/ 1729905 w 2647519"/>
              <a:gd name="connsiteY124" fmla="*/ 2459355 h 2612594"/>
              <a:gd name="connsiteX125" fmla="*/ 1763243 w 2647519"/>
              <a:gd name="connsiteY125" fmla="*/ 2453640 h 2612594"/>
              <a:gd name="connsiteX126" fmla="*/ 1740675 w 2647519"/>
              <a:gd name="connsiteY126" fmla="*/ 2467181 h 2612594"/>
              <a:gd name="connsiteX127" fmla="*/ 1741335 w 2647519"/>
              <a:gd name="connsiteY127" fmla="*/ 2466975 h 2612594"/>
              <a:gd name="connsiteX128" fmla="*/ 1765148 w 2647519"/>
              <a:gd name="connsiteY128" fmla="*/ 2452687 h 2612594"/>
              <a:gd name="connsiteX129" fmla="*/ 1778483 w 2647519"/>
              <a:gd name="connsiteY129" fmla="*/ 2447925 h 2612594"/>
              <a:gd name="connsiteX130" fmla="*/ 1779371 w 2647519"/>
              <a:gd name="connsiteY130" fmla="*/ 2447679 h 2612594"/>
              <a:gd name="connsiteX131" fmla="*/ 1785150 w 2647519"/>
              <a:gd name="connsiteY131" fmla="*/ 2441257 h 2612594"/>
              <a:gd name="connsiteX132" fmla="*/ 1816583 w 2647519"/>
              <a:gd name="connsiteY132" fmla="*/ 2429827 h 2612594"/>
              <a:gd name="connsiteX133" fmla="*/ 1847063 w 2647519"/>
              <a:gd name="connsiteY133" fmla="*/ 2417445 h 2612594"/>
              <a:gd name="connsiteX134" fmla="*/ 1868018 w 2647519"/>
              <a:gd name="connsiteY134" fmla="*/ 2405062 h 2612594"/>
              <a:gd name="connsiteX135" fmla="*/ 1895640 w 2647519"/>
              <a:gd name="connsiteY135" fmla="*/ 2390775 h 2612594"/>
              <a:gd name="connsiteX136" fmla="*/ 1918500 w 2647519"/>
              <a:gd name="connsiteY136" fmla="*/ 2381250 h 2612594"/>
              <a:gd name="connsiteX137" fmla="*/ 1934176 w 2647519"/>
              <a:gd name="connsiteY137" fmla="*/ 2374435 h 2612594"/>
              <a:gd name="connsiteX138" fmla="*/ 1942313 w 2647519"/>
              <a:gd name="connsiteY138" fmla="*/ 2368867 h 2612594"/>
              <a:gd name="connsiteX139" fmla="*/ 1982318 w 2647519"/>
              <a:gd name="connsiteY139" fmla="*/ 2345055 h 2612594"/>
              <a:gd name="connsiteX140" fmla="*/ 2038515 w 2647519"/>
              <a:gd name="connsiteY140" fmla="*/ 2314575 h 2612594"/>
              <a:gd name="connsiteX141" fmla="*/ 460060 w 2647519"/>
              <a:gd name="connsiteY141" fmla="*/ 2262062 h 2612594"/>
              <a:gd name="connsiteX142" fmla="*/ 463676 w 2647519"/>
              <a:gd name="connsiteY142" fmla="*/ 2265164 h 2612594"/>
              <a:gd name="connsiteX143" fmla="*/ 464911 w 2647519"/>
              <a:gd name="connsiteY143" fmla="*/ 2265793 h 2612594"/>
              <a:gd name="connsiteX144" fmla="*/ 2099802 w 2647519"/>
              <a:gd name="connsiteY144" fmla="*/ 2237197 h 2612594"/>
              <a:gd name="connsiteX145" fmla="*/ 2099475 w 2647519"/>
              <a:gd name="connsiteY145" fmla="*/ 2237422 h 2612594"/>
              <a:gd name="connsiteX146" fmla="*/ 2099475 w 2647519"/>
              <a:gd name="connsiteY146" fmla="*/ 2237694 h 2612594"/>
              <a:gd name="connsiteX147" fmla="*/ 2100989 w 2647519"/>
              <a:gd name="connsiteY147" fmla="*/ 2237910 h 2612594"/>
              <a:gd name="connsiteX148" fmla="*/ 2101380 w 2647519"/>
              <a:gd name="connsiteY148" fmla="*/ 2237422 h 2612594"/>
              <a:gd name="connsiteX149" fmla="*/ 2120380 w 2647519"/>
              <a:gd name="connsiteY149" fmla="*/ 2222979 h 2612594"/>
              <a:gd name="connsiteX150" fmla="*/ 2114756 w 2647519"/>
              <a:gd name="connsiteY150" fmla="*/ 2226864 h 2612594"/>
              <a:gd name="connsiteX151" fmla="*/ 2113762 w 2647519"/>
              <a:gd name="connsiteY151" fmla="*/ 2227897 h 2612594"/>
              <a:gd name="connsiteX152" fmla="*/ 2117618 w 2647519"/>
              <a:gd name="connsiteY152" fmla="*/ 2225429 h 2612594"/>
              <a:gd name="connsiteX153" fmla="*/ 382287 w 2647519"/>
              <a:gd name="connsiteY153" fmla="*/ 2175002 h 2612594"/>
              <a:gd name="connsiteX154" fmla="*/ 418261 w 2647519"/>
              <a:gd name="connsiteY154" fmla="*/ 2217358 h 2612594"/>
              <a:gd name="connsiteX155" fmla="*/ 389737 w 2647519"/>
              <a:gd name="connsiteY155" fmla="*/ 2183129 h 2612594"/>
              <a:gd name="connsiteX156" fmla="*/ 2187820 w 2647519"/>
              <a:gd name="connsiteY156" fmla="*/ 2174974 h 2612594"/>
              <a:gd name="connsiteX157" fmla="*/ 2187735 w 2647519"/>
              <a:gd name="connsiteY157" fmla="*/ 2175004 h 2612594"/>
              <a:gd name="connsiteX158" fmla="*/ 2187105 w 2647519"/>
              <a:gd name="connsiteY158" fmla="*/ 2179320 h 2612594"/>
              <a:gd name="connsiteX159" fmla="*/ 2171865 w 2647519"/>
              <a:gd name="connsiteY159" fmla="*/ 2196465 h 2612594"/>
              <a:gd name="connsiteX160" fmla="*/ 2153767 w 2647519"/>
              <a:gd name="connsiteY160" fmla="*/ 2216467 h 2612594"/>
              <a:gd name="connsiteX161" fmla="*/ 2154858 w 2647519"/>
              <a:gd name="connsiteY161" fmla="*/ 2216216 h 2612594"/>
              <a:gd name="connsiteX162" fmla="*/ 2171865 w 2647519"/>
              <a:gd name="connsiteY162" fmla="*/ 2197417 h 2612594"/>
              <a:gd name="connsiteX163" fmla="*/ 2187105 w 2647519"/>
              <a:gd name="connsiteY163" fmla="*/ 2180272 h 2612594"/>
              <a:gd name="connsiteX164" fmla="*/ 2187820 w 2647519"/>
              <a:gd name="connsiteY164" fmla="*/ 2174974 h 2612594"/>
              <a:gd name="connsiteX165" fmla="*/ 475386 w 2647519"/>
              <a:gd name="connsiteY165" fmla="*/ 2153525 h 2612594"/>
              <a:gd name="connsiteX166" fmla="*/ 477272 w 2647519"/>
              <a:gd name="connsiteY166" fmla="*/ 2155822 h 2612594"/>
              <a:gd name="connsiteX167" fmla="*/ 477367 w 2647519"/>
              <a:gd name="connsiteY167" fmla="*/ 2155507 h 2612594"/>
              <a:gd name="connsiteX168" fmla="*/ 334493 w 2647519"/>
              <a:gd name="connsiteY168" fmla="*/ 2131694 h 2612594"/>
              <a:gd name="connsiteX169" fmla="*/ 359258 w 2647519"/>
              <a:gd name="connsiteY169" fmla="*/ 2147887 h 2612594"/>
              <a:gd name="connsiteX170" fmla="*/ 360474 w 2647519"/>
              <a:gd name="connsiteY170" fmla="*/ 2149319 h 2612594"/>
              <a:gd name="connsiteX171" fmla="*/ 371759 w 2647519"/>
              <a:gd name="connsiteY171" fmla="*/ 2151816 h 2612594"/>
              <a:gd name="connsiteX172" fmla="*/ 397357 w 2647519"/>
              <a:gd name="connsiteY172" fmla="*/ 2175509 h 2612594"/>
              <a:gd name="connsiteX173" fmla="*/ 432600 w 2647519"/>
              <a:gd name="connsiteY173" fmla="*/ 2204084 h 2612594"/>
              <a:gd name="connsiteX174" fmla="*/ 447840 w 2647519"/>
              <a:gd name="connsiteY174" fmla="*/ 2225039 h 2612594"/>
              <a:gd name="connsiteX175" fmla="*/ 456412 w 2647519"/>
              <a:gd name="connsiteY175" fmla="*/ 2235517 h 2612594"/>
              <a:gd name="connsiteX176" fmla="*/ 492607 w 2647519"/>
              <a:gd name="connsiteY176" fmla="*/ 2265997 h 2612594"/>
              <a:gd name="connsiteX177" fmla="*/ 482130 w 2647519"/>
              <a:gd name="connsiteY177" fmla="*/ 2274569 h 2612594"/>
              <a:gd name="connsiteX178" fmla="*/ 448422 w 2647519"/>
              <a:gd name="connsiteY178" fmla="*/ 2237115 h 2612594"/>
              <a:gd name="connsiteX179" fmla="*/ 446888 w 2647519"/>
              <a:gd name="connsiteY179" fmla="*/ 2237422 h 2612594"/>
              <a:gd name="connsiteX180" fmla="*/ 478787 w 2647519"/>
              <a:gd name="connsiteY180" fmla="*/ 2272865 h 2612594"/>
              <a:gd name="connsiteX181" fmla="*/ 482130 w 2647519"/>
              <a:gd name="connsiteY181" fmla="*/ 2274569 h 2612594"/>
              <a:gd name="connsiteX182" fmla="*/ 492608 w 2647519"/>
              <a:gd name="connsiteY182" fmla="*/ 2265997 h 2612594"/>
              <a:gd name="connsiteX183" fmla="*/ 583095 w 2647519"/>
              <a:gd name="connsiteY183" fmla="*/ 2337434 h 2612594"/>
              <a:gd name="connsiteX184" fmla="*/ 564998 w 2647519"/>
              <a:gd name="connsiteY184" fmla="*/ 2343149 h 2612594"/>
              <a:gd name="connsiteX185" fmla="*/ 571665 w 2647519"/>
              <a:gd name="connsiteY185" fmla="*/ 2347912 h 2612594"/>
              <a:gd name="connsiteX186" fmla="*/ 544995 w 2647519"/>
              <a:gd name="connsiteY186" fmla="*/ 2348864 h 2612594"/>
              <a:gd name="connsiteX187" fmla="*/ 527850 w 2647519"/>
              <a:gd name="connsiteY187" fmla="*/ 2337434 h 2612594"/>
              <a:gd name="connsiteX188" fmla="*/ 511658 w 2647519"/>
              <a:gd name="connsiteY188" fmla="*/ 2325052 h 2612594"/>
              <a:gd name="connsiteX189" fmla="*/ 471653 w 2647519"/>
              <a:gd name="connsiteY189" fmla="*/ 2291714 h 2612594"/>
              <a:gd name="connsiteX190" fmla="*/ 434505 w 2647519"/>
              <a:gd name="connsiteY190" fmla="*/ 2258377 h 2612594"/>
              <a:gd name="connsiteX191" fmla="*/ 400215 w 2647519"/>
              <a:gd name="connsiteY191" fmla="*/ 2225039 h 2612594"/>
              <a:gd name="connsiteX192" fmla="*/ 384023 w 2647519"/>
              <a:gd name="connsiteY192" fmla="*/ 2208847 h 2612594"/>
              <a:gd name="connsiteX193" fmla="*/ 368783 w 2647519"/>
              <a:gd name="connsiteY193" fmla="*/ 2191702 h 2612594"/>
              <a:gd name="connsiteX194" fmla="*/ 374498 w 2647519"/>
              <a:gd name="connsiteY194" fmla="*/ 2184082 h 2612594"/>
              <a:gd name="connsiteX195" fmla="*/ 393548 w 2647519"/>
              <a:gd name="connsiteY195" fmla="*/ 2201227 h 2612594"/>
              <a:gd name="connsiteX196" fmla="*/ 414503 w 2647519"/>
              <a:gd name="connsiteY196" fmla="*/ 2217419 h 2612594"/>
              <a:gd name="connsiteX197" fmla="*/ 440220 w 2647519"/>
              <a:gd name="connsiteY197" fmla="*/ 2245042 h 2612594"/>
              <a:gd name="connsiteX198" fmla="*/ 442406 w 2647519"/>
              <a:gd name="connsiteY198" fmla="*/ 2246917 h 2612594"/>
              <a:gd name="connsiteX199" fmla="*/ 414503 w 2647519"/>
              <a:gd name="connsiteY199" fmla="*/ 2217419 h 2612594"/>
              <a:gd name="connsiteX200" fmla="*/ 394500 w 2647519"/>
              <a:gd name="connsiteY200" fmla="*/ 2201227 h 2612594"/>
              <a:gd name="connsiteX201" fmla="*/ 375450 w 2647519"/>
              <a:gd name="connsiteY201" fmla="*/ 2184082 h 2612594"/>
              <a:gd name="connsiteX202" fmla="*/ 354495 w 2647519"/>
              <a:gd name="connsiteY202" fmla="*/ 2158364 h 2612594"/>
              <a:gd name="connsiteX203" fmla="*/ 334493 w 2647519"/>
              <a:gd name="connsiteY203" fmla="*/ 2131694 h 2612594"/>
              <a:gd name="connsiteX204" fmla="*/ 2432850 w 2647519"/>
              <a:gd name="connsiteY204" fmla="*/ 1980247 h 2612594"/>
              <a:gd name="connsiteX205" fmla="*/ 2432367 w 2647519"/>
              <a:gd name="connsiteY205" fmla="*/ 1980454 h 2612594"/>
              <a:gd name="connsiteX206" fmla="*/ 2421964 w 2647519"/>
              <a:gd name="connsiteY206" fmla="*/ 2005422 h 2612594"/>
              <a:gd name="connsiteX207" fmla="*/ 2422850 w 2647519"/>
              <a:gd name="connsiteY207" fmla="*/ 1860918 h 2612594"/>
              <a:gd name="connsiteX208" fmla="*/ 2397608 w 2647519"/>
              <a:gd name="connsiteY208" fmla="*/ 1897379 h 2612594"/>
              <a:gd name="connsiteX209" fmla="*/ 2385225 w 2647519"/>
              <a:gd name="connsiteY209" fmla="*/ 1920239 h 2612594"/>
              <a:gd name="connsiteX210" fmla="*/ 2372843 w 2647519"/>
              <a:gd name="connsiteY210" fmla="*/ 1941194 h 2612594"/>
              <a:gd name="connsiteX211" fmla="*/ 2343315 w 2647519"/>
              <a:gd name="connsiteY211" fmla="*/ 1980247 h 2612594"/>
              <a:gd name="connsiteX212" fmla="*/ 2317598 w 2647519"/>
              <a:gd name="connsiteY212" fmla="*/ 2019299 h 2612594"/>
              <a:gd name="connsiteX213" fmla="*/ 2294738 w 2647519"/>
              <a:gd name="connsiteY213" fmla="*/ 2050732 h 2612594"/>
              <a:gd name="connsiteX214" fmla="*/ 2292832 w 2647519"/>
              <a:gd name="connsiteY214" fmla="*/ 2051897 h 2612594"/>
              <a:gd name="connsiteX215" fmla="*/ 2291272 w 2647519"/>
              <a:gd name="connsiteY215" fmla="*/ 2054208 h 2612594"/>
              <a:gd name="connsiteX216" fmla="*/ 2293785 w 2647519"/>
              <a:gd name="connsiteY216" fmla="*/ 2052637 h 2612594"/>
              <a:gd name="connsiteX217" fmla="*/ 2316645 w 2647519"/>
              <a:gd name="connsiteY217" fmla="*/ 2021205 h 2612594"/>
              <a:gd name="connsiteX218" fmla="*/ 2342363 w 2647519"/>
              <a:gd name="connsiteY218" fmla="*/ 1982152 h 2612594"/>
              <a:gd name="connsiteX219" fmla="*/ 2371890 w 2647519"/>
              <a:gd name="connsiteY219" fmla="*/ 1943100 h 2612594"/>
              <a:gd name="connsiteX220" fmla="*/ 2384273 w 2647519"/>
              <a:gd name="connsiteY220" fmla="*/ 1922145 h 2612594"/>
              <a:gd name="connsiteX221" fmla="*/ 2396655 w 2647519"/>
              <a:gd name="connsiteY221" fmla="*/ 1899285 h 2612594"/>
              <a:gd name="connsiteX222" fmla="*/ 2422373 w 2647519"/>
              <a:gd name="connsiteY222" fmla="*/ 1862137 h 2612594"/>
              <a:gd name="connsiteX223" fmla="*/ 2521433 w 2647519"/>
              <a:gd name="connsiteY223" fmla="*/ 1847850 h 2612594"/>
              <a:gd name="connsiteX224" fmla="*/ 2509050 w 2647519"/>
              <a:gd name="connsiteY224" fmla="*/ 1884997 h 2612594"/>
              <a:gd name="connsiteX225" fmla="*/ 2487143 w 2647519"/>
              <a:gd name="connsiteY225" fmla="*/ 1925002 h 2612594"/>
              <a:gd name="connsiteX226" fmla="*/ 2465235 w 2647519"/>
              <a:gd name="connsiteY226" fmla="*/ 1965960 h 2612594"/>
              <a:gd name="connsiteX227" fmla="*/ 2445233 w 2647519"/>
              <a:gd name="connsiteY227" fmla="*/ 1991677 h 2612594"/>
              <a:gd name="connsiteX228" fmla="*/ 2458568 w 2647519"/>
              <a:gd name="connsiteY228" fmla="*/ 1965007 h 2612594"/>
              <a:gd name="connsiteX229" fmla="*/ 2469998 w 2647519"/>
              <a:gd name="connsiteY229" fmla="*/ 1938337 h 2612594"/>
              <a:gd name="connsiteX230" fmla="*/ 2478570 w 2647519"/>
              <a:gd name="connsiteY230" fmla="*/ 1924050 h 2612594"/>
              <a:gd name="connsiteX231" fmla="*/ 2490000 w 2647519"/>
              <a:gd name="connsiteY231" fmla="*/ 1905000 h 2612594"/>
              <a:gd name="connsiteX232" fmla="*/ 2500478 w 2647519"/>
              <a:gd name="connsiteY232" fmla="*/ 1885950 h 2612594"/>
              <a:gd name="connsiteX233" fmla="*/ 2521433 w 2647519"/>
              <a:gd name="connsiteY233" fmla="*/ 1847850 h 2612594"/>
              <a:gd name="connsiteX234" fmla="*/ 2459780 w 2647519"/>
              <a:gd name="connsiteY234" fmla="*/ 1766202 h 2612594"/>
              <a:gd name="connsiteX235" fmla="*/ 2436660 w 2647519"/>
              <a:gd name="connsiteY235" fmla="*/ 1806892 h 2612594"/>
              <a:gd name="connsiteX236" fmla="*/ 2436235 w 2647519"/>
              <a:gd name="connsiteY236" fmla="*/ 1807870 h 2612594"/>
              <a:gd name="connsiteX237" fmla="*/ 2459520 w 2647519"/>
              <a:gd name="connsiteY237" fmla="*/ 1766887 h 2612594"/>
              <a:gd name="connsiteX238" fmla="*/ 2472460 w 2647519"/>
              <a:gd name="connsiteY238" fmla="*/ 1674043 h 2612594"/>
              <a:gd name="connsiteX239" fmla="*/ 2444672 w 2647519"/>
              <a:gd name="connsiteY239" fmla="*/ 1749965 h 2612594"/>
              <a:gd name="connsiteX240" fmla="*/ 2386218 w 2647519"/>
              <a:gd name="connsiteY240" fmla="*/ 1869449 h 2612594"/>
              <a:gd name="connsiteX241" fmla="*/ 2377660 w 2647519"/>
              <a:gd name="connsiteY241" fmla="*/ 1882980 h 2612594"/>
              <a:gd name="connsiteX242" fmla="*/ 2377605 w 2647519"/>
              <a:gd name="connsiteY242" fmla="*/ 1883092 h 2612594"/>
              <a:gd name="connsiteX243" fmla="*/ 2357602 w 2647519"/>
              <a:gd name="connsiteY243" fmla="*/ 1917382 h 2612594"/>
              <a:gd name="connsiteX244" fmla="*/ 2337600 w 2647519"/>
              <a:gd name="connsiteY244" fmla="*/ 1954530 h 2612594"/>
              <a:gd name="connsiteX245" fmla="*/ 2314740 w 2647519"/>
              <a:gd name="connsiteY245" fmla="*/ 1983105 h 2612594"/>
              <a:gd name="connsiteX246" fmla="*/ 2295690 w 2647519"/>
              <a:gd name="connsiteY246" fmla="*/ 2015490 h 2612594"/>
              <a:gd name="connsiteX247" fmla="*/ 2183295 w 2647519"/>
              <a:gd name="connsiteY247" fmla="*/ 2142172 h 2612594"/>
              <a:gd name="connsiteX248" fmla="*/ 2146147 w 2647519"/>
              <a:gd name="connsiteY248" fmla="*/ 2173605 h 2612594"/>
              <a:gd name="connsiteX249" fmla="*/ 2142583 w 2647519"/>
              <a:gd name="connsiteY249" fmla="*/ 2176315 h 2612594"/>
              <a:gd name="connsiteX250" fmla="*/ 2141046 w 2647519"/>
              <a:gd name="connsiteY250" fmla="*/ 2177871 h 2612594"/>
              <a:gd name="connsiteX251" fmla="*/ 2125512 w 2647519"/>
              <a:gd name="connsiteY251" fmla="*/ 2190534 h 2612594"/>
              <a:gd name="connsiteX252" fmla="*/ 2112810 w 2647519"/>
              <a:gd name="connsiteY252" fmla="*/ 2205037 h 2612594"/>
              <a:gd name="connsiteX253" fmla="*/ 2066137 w 2647519"/>
              <a:gd name="connsiteY253" fmla="*/ 2240280 h 2612594"/>
              <a:gd name="connsiteX254" fmla="*/ 2058824 w 2647519"/>
              <a:gd name="connsiteY254" fmla="*/ 2244900 h 2612594"/>
              <a:gd name="connsiteX255" fmla="*/ 2038960 w 2647519"/>
              <a:gd name="connsiteY255" fmla="*/ 2261093 h 2612594"/>
              <a:gd name="connsiteX256" fmla="*/ 2036092 w 2647519"/>
              <a:gd name="connsiteY256" fmla="*/ 2262956 h 2612594"/>
              <a:gd name="connsiteX257" fmla="*/ 2031847 w 2647519"/>
              <a:gd name="connsiteY257" fmla="*/ 2266950 h 2612594"/>
              <a:gd name="connsiteX258" fmla="*/ 1994700 w 2647519"/>
              <a:gd name="connsiteY258" fmla="*/ 2291715 h 2612594"/>
              <a:gd name="connsiteX259" fmla="*/ 1957552 w 2647519"/>
              <a:gd name="connsiteY259" fmla="*/ 2314575 h 2612594"/>
              <a:gd name="connsiteX260" fmla="*/ 1953300 w 2647519"/>
              <a:gd name="connsiteY260" fmla="*/ 2316730 h 2612594"/>
              <a:gd name="connsiteX261" fmla="*/ 1928148 w 2647519"/>
              <a:gd name="connsiteY261" fmla="*/ 2333067 h 2612594"/>
              <a:gd name="connsiteX262" fmla="*/ 1920351 w 2647519"/>
              <a:gd name="connsiteY262" fmla="*/ 2337000 h 2612594"/>
              <a:gd name="connsiteX263" fmla="*/ 1912785 w 2647519"/>
              <a:gd name="connsiteY263" fmla="*/ 2342197 h 2612594"/>
              <a:gd name="connsiteX264" fmla="*/ 1887067 w 2647519"/>
              <a:gd name="connsiteY264" fmla="*/ 2356485 h 2612594"/>
              <a:gd name="connsiteX265" fmla="*/ 1863038 w 2647519"/>
              <a:gd name="connsiteY265" fmla="*/ 2365909 h 2612594"/>
              <a:gd name="connsiteX266" fmla="*/ 1809483 w 2647519"/>
              <a:gd name="connsiteY266" fmla="*/ 2392922 h 2612594"/>
              <a:gd name="connsiteX267" fmla="*/ 1683836 w 2647519"/>
              <a:gd name="connsiteY267" fmla="*/ 2439784 h 2612594"/>
              <a:gd name="connsiteX268" fmla="*/ 1596280 w 2647519"/>
              <a:gd name="connsiteY268" fmla="*/ 2462297 h 2612594"/>
              <a:gd name="connsiteX269" fmla="*/ 1667040 w 2647519"/>
              <a:gd name="connsiteY269" fmla="*/ 2448877 h 2612594"/>
              <a:gd name="connsiteX270" fmla="*/ 1680375 w 2647519"/>
              <a:gd name="connsiteY270" fmla="*/ 2446019 h 2612594"/>
              <a:gd name="connsiteX271" fmla="*/ 1723237 w 2647519"/>
              <a:gd name="connsiteY271" fmla="*/ 2430779 h 2612594"/>
              <a:gd name="connsiteX272" fmla="*/ 1749907 w 2647519"/>
              <a:gd name="connsiteY272" fmla="*/ 2422207 h 2612594"/>
              <a:gd name="connsiteX273" fmla="*/ 1792770 w 2647519"/>
              <a:gd name="connsiteY273" fmla="*/ 2400299 h 2612594"/>
              <a:gd name="connsiteX274" fmla="*/ 1841347 w 2647519"/>
              <a:gd name="connsiteY274" fmla="*/ 2383154 h 2612594"/>
              <a:gd name="connsiteX275" fmla="*/ 1872470 w 2647519"/>
              <a:gd name="connsiteY275" fmla="*/ 2370949 h 2612594"/>
              <a:gd name="connsiteX276" fmla="*/ 1886115 w 2647519"/>
              <a:gd name="connsiteY276" fmla="*/ 2363152 h 2612594"/>
              <a:gd name="connsiteX277" fmla="*/ 1898496 w 2647519"/>
              <a:gd name="connsiteY277" fmla="*/ 2359343 h 2612594"/>
              <a:gd name="connsiteX278" fmla="*/ 1915642 w 2647519"/>
              <a:gd name="connsiteY278" fmla="*/ 2349817 h 2612594"/>
              <a:gd name="connsiteX279" fmla="*/ 1920147 w 2647519"/>
              <a:gd name="connsiteY279" fmla="*/ 2346686 h 2612594"/>
              <a:gd name="connsiteX280" fmla="*/ 1931835 w 2647519"/>
              <a:gd name="connsiteY280" fmla="*/ 2335530 h 2612594"/>
              <a:gd name="connsiteX281" fmla="*/ 1957552 w 2647519"/>
              <a:gd name="connsiteY281" fmla="*/ 2320290 h 2612594"/>
              <a:gd name="connsiteX282" fmla="*/ 1986810 w 2647519"/>
              <a:gd name="connsiteY282" fmla="*/ 2305948 h 2612594"/>
              <a:gd name="connsiteX283" fmla="*/ 1997557 w 2647519"/>
              <a:gd name="connsiteY283" fmla="*/ 2299334 h 2612594"/>
              <a:gd name="connsiteX284" fmla="*/ 2034705 w 2647519"/>
              <a:gd name="connsiteY284" fmla="*/ 2274569 h 2612594"/>
              <a:gd name="connsiteX285" fmla="*/ 2050897 w 2647519"/>
              <a:gd name="connsiteY285" fmla="*/ 2259329 h 2612594"/>
              <a:gd name="connsiteX286" fmla="*/ 2068995 w 2647519"/>
              <a:gd name="connsiteY286" fmla="*/ 2247899 h 2612594"/>
              <a:gd name="connsiteX287" fmla="*/ 2115667 w 2647519"/>
              <a:gd name="connsiteY287" fmla="*/ 2212657 h 2612594"/>
              <a:gd name="connsiteX288" fmla="*/ 2149005 w 2647519"/>
              <a:gd name="connsiteY288" fmla="*/ 2181224 h 2612594"/>
              <a:gd name="connsiteX289" fmla="*/ 2186152 w 2647519"/>
              <a:gd name="connsiteY289" fmla="*/ 2149792 h 2612594"/>
              <a:gd name="connsiteX290" fmla="*/ 2298547 w 2647519"/>
              <a:gd name="connsiteY290" fmla="*/ 2023109 h 2612594"/>
              <a:gd name="connsiteX291" fmla="*/ 2314015 w 2647519"/>
              <a:gd name="connsiteY291" fmla="*/ 1996814 h 2612594"/>
              <a:gd name="connsiteX292" fmla="*/ 2314740 w 2647519"/>
              <a:gd name="connsiteY292" fmla="*/ 1994534 h 2612594"/>
              <a:gd name="connsiteX293" fmla="*/ 2339505 w 2647519"/>
              <a:gd name="connsiteY293" fmla="*/ 1956434 h 2612594"/>
              <a:gd name="connsiteX294" fmla="*/ 2347125 w 2647519"/>
              <a:gd name="connsiteY294" fmla="*/ 1945004 h 2612594"/>
              <a:gd name="connsiteX295" fmla="*/ 2357257 w 2647519"/>
              <a:gd name="connsiteY295" fmla="*/ 1930951 h 2612594"/>
              <a:gd name="connsiteX296" fmla="*/ 2360460 w 2647519"/>
              <a:gd name="connsiteY296" fmla="*/ 1925002 h 2612594"/>
              <a:gd name="connsiteX297" fmla="*/ 2380462 w 2647519"/>
              <a:gd name="connsiteY297" fmla="*/ 1890712 h 2612594"/>
              <a:gd name="connsiteX298" fmla="*/ 2419515 w 2647519"/>
              <a:gd name="connsiteY298" fmla="*/ 1809749 h 2612594"/>
              <a:gd name="connsiteX299" fmla="*/ 2457615 w 2647519"/>
              <a:gd name="connsiteY299" fmla="*/ 1723072 h 2612594"/>
              <a:gd name="connsiteX300" fmla="*/ 2468807 w 2647519"/>
              <a:gd name="connsiteY300" fmla="*/ 1687829 h 2612594"/>
              <a:gd name="connsiteX301" fmla="*/ 2576677 w 2647519"/>
              <a:gd name="connsiteY301" fmla="*/ 1589722 h 2612594"/>
              <a:gd name="connsiteX302" fmla="*/ 2573820 w 2647519"/>
              <a:gd name="connsiteY302" fmla="*/ 1591627 h 2612594"/>
              <a:gd name="connsiteX303" fmla="*/ 2573820 w 2647519"/>
              <a:gd name="connsiteY303" fmla="*/ 1591627 h 2612594"/>
              <a:gd name="connsiteX304" fmla="*/ 2585674 w 2647519"/>
              <a:gd name="connsiteY304" fmla="*/ 1533271 h 2612594"/>
              <a:gd name="connsiteX305" fmla="*/ 2585332 w 2647519"/>
              <a:gd name="connsiteY305" fmla="*/ 1534956 h 2612594"/>
              <a:gd name="connsiteX306" fmla="*/ 2588107 w 2647519"/>
              <a:gd name="connsiteY306" fmla="*/ 1538287 h 2612594"/>
              <a:gd name="connsiteX307" fmla="*/ 2596680 w 2647519"/>
              <a:gd name="connsiteY307" fmla="*/ 1547812 h 2612594"/>
              <a:gd name="connsiteX308" fmla="*/ 2602395 w 2647519"/>
              <a:gd name="connsiteY308" fmla="*/ 1544002 h 2612594"/>
              <a:gd name="connsiteX309" fmla="*/ 2602539 w 2647519"/>
              <a:gd name="connsiteY309" fmla="*/ 1543271 h 2612594"/>
              <a:gd name="connsiteX310" fmla="*/ 2598585 w 2647519"/>
              <a:gd name="connsiteY310" fmla="*/ 1545907 h 2612594"/>
              <a:gd name="connsiteX311" fmla="*/ 2589060 w 2647519"/>
              <a:gd name="connsiteY311" fmla="*/ 1537334 h 2612594"/>
              <a:gd name="connsiteX312" fmla="*/ 2577184 w 2647519"/>
              <a:gd name="connsiteY312" fmla="*/ 1425070 h 2612594"/>
              <a:gd name="connsiteX313" fmla="*/ 2576519 w 2647519"/>
              <a:gd name="connsiteY313" fmla="*/ 1425107 h 2612594"/>
              <a:gd name="connsiteX314" fmla="*/ 2575314 w 2647519"/>
              <a:gd name="connsiteY314" fmla="*/ 1425174 h 2612594"/>
              <a:gd name="connsiteX315" fmla="*/ 2575725 w 2647519"/>
              <a:gd name="connsiteY315" fmla="*/ 1429702 h 2612594"/>
              <a:gd name="connsiteX316" fmla="*/ 2574773 w 2647519"/>
              <a:gd name="connsiteY316" fmla="*/ 1453515 h 2612594"/>
              <a:gd name="connsiteX317" fmla="*/ 2570963 w 2647519"/>
              <a:gd name="connsiteY317" fmla="*/ 1467802 h 2612594"/>
              <a:gd name="connsiteX318" fmla="*/ 2548103 w 2647519"/>
              <a:gd name="connsiteY318" fmla="*/ 1503997 h 2612594"/>
              <a:gd name="connsiteX319" fmla="*/ 2542388 w 2647519"/>
              <a:gd name="connsiteY319" fmla="*/ 1535430 h 2612594"/>
              <a:gd name="connsiteX320" fmla="*/ 2536673 w 2647519"/>
              <a:gd name="connsiteY320" fmla="*/ 1545907 h 2612594"/>
              <a:gd name="connsiteX321" fmla="*/ 2527148 w 2647519"/>
              <a:gd name="connsiteY321" fmla="*/ 1591627 h 2612594"/>
              <a:gd name="connsiteX322" fmla="*/ 2516670 w 2647519"/>
              <a:gd name="connsiteY322" fmla="*/ 1627822 h 2612594"/>
              <a:gd name="connsiteX323" fmla="*/ 2505240 w 2647519"/>
              <a:gd name="connsiteY323" fmla="*/ 1663065 h 2612594"/>
              <a:gd name="connsiteX324" fmla="*/ 2498573 w 2647519"/>
              <a:gd name="connsiteY324" fmla="*/ 1690687 h 2612594"/>
              <a:gd name="connsiteX325" fmla="*/ 2490953 w 2647519"/>
              <a:gd name="connsiteY325" fmla="*/ 1719262 h 2612594"/>
              <a:gd name="connsiteX326" fmla="*/ 2497030 w 2647519"/>
              <a:gd name="connsiteY326" fmla="*/ 1709810 h 2612594"/>
              <a:gd name="connsiteX327" fmla="*/ 2502383 w 2647519"/>
              <a:gd name="connsiteY327" fmla="*/ 1689734 h 2612594"/>
              <a:gd name="connsiteX328" fmla="*/ 2507145 w 2647519"/>
              <a:gd name="connsiteY328" fmla="*/ 1661159 h 2612594"/>
              <a:gd name="connsiteX329" fmla="*/ 2518575 w 2647519"/>
              <a:gd name="connsiteY329" fmla="*/ 1625917 h 2612594"/>
              <a:gd name="connsiteX330" fmla="*/ 2529053 w 2647519"/>
              <a:gd name="connsiteY330" fmla="*/ 1589722 h 2612594"/>
              <a:gd name="connsiteX331" fmla="*/ 2538578 w 2647519"/>
              <a:gd name="connsiteY331" fmla="*/ 1544002 h 2612594"/>
              <a:gd name="connsiteX332" fmla="*/ 2544293 w 2647519"/>
              <a:gd name="connsiteY332" fmla="*/ 1533524 h 2612594"/>
              <a:gd name="connsiteX333" fmla="*/ 2550008 w 2647519"/>
              <a:gd name="connsiteY333" fmla="*/ 1502092 h 2612594"/>
              <a:gd name="connsiteX334" fmla="*/ 2572868 w 2647519"/>
              <a:gd name="connsiteY334" fmla="*/ 1465897 h 2612594"/>
              <a:gd name="connsiteX335" fmla="*/ 2557628 w 2647519"/>
              <a:gd name="connsiteY335" fmla="*/ 1539239 h 2612594"/>
              <a:gd name="connsiteX336" fmla="*/ 2546198 w 2647519"/>
              <a:gd name="connsiteY336" fmla="*/ 1600199 h 2612594"/>
              <a:gd name="connsiteX337" fmla="*/ 2520480 w 2647519"/>
              <a:gd name="connsiteY337" fmla="*/ 1678304 h 2612594"/>
              <a:gd name="connsiteX338" fmla="*/ 2515393 w 2647519"/>
              <a:gd name="connsiteY338" fmla="*/ 1686218 h 2612594"/>
              <a:gd name="connsiteX339" fmla="*/ 2513218 w 2647519"/>
              <a:gd name="connsiteY339" fmla="*/ 1698069 h 2612594"/>
              <a:gd name="connsiteX340" fmla="*/ 2506193 w 2647519"/>
              <a:gd name="connsiteY340" fmla="*/ 1718310 h 2612594"/>
              <a:gd name="connsiteX341" fmla="*/ 2479523 w 2647519"/>
              <a:gd name="connsiteY341" fmla="*/ 1776412 h 2612594"/>
              <a:gd name="connsiteX342" fmla="*/ 2467140 w 2647519"/>
              <a:gd name="connsiteY342" fmla="*/ 1806892 h 2612594"/>
              <a:gd name="connsiteX343" fmla="*/ 2459520 w 2647519"/>
              <a:gd name="connsiteY343" fmla="*/ 1823085 h 2612594"/>
              <a:gd name="connsiteX344" fmla="*/ 2449995 w 2647519"/>
              <a:gd name="connsiteY344" fmla="*/ 1840230 h 2612594"/>
              <a:gd name="connsiteX345" fmla="*/ 2424278 w 2647519"/>
              <a:gd name="connsiteY345" fmla="*/ 1885950 h 2612594"/>
              <a:gd name="connsiteX346" fmla="*/ 2396655 w 2647519"/>
              <a:gd name="connsiteY346" fmla="*/ 1930717 h 2612594"/>
              <a:gd name="connsiteX347" fmla="*/ 2361413 w 2647519"/>
              <a:gd name="connsiteY347" fmla="*/ 1990725 h 2612594"/>
              <a:gd name="connsiteX348" fmla="*/ 2322360 w 2647519"/>
              <a:gd name="connsiteY348" fmla="*/ 2049780 h 2612594"/>
              <a:gd name="connsiteX349" fmla="*/ 2296643 w 2647519"/>
              <a:gd name="connsiteY349" fmla="*/ 2083117 h 2612594"/>
              <a:gd name="connsiteX350" fmla="*/ 2269020 w 2647519"/>
              <a:gd name="connsiteY350" fmla="*/ 2115502 h 2612594"/>
              <a:gd name="connsiteX351" fmla="*/ 2259495 w 2647519"/>
              <a:gd name="connsiteY351" fmla="*/ 2128837 h 2612594"/>
              <a:gd name="connsiteX352" fmla="*/ 2249018 w 2647519"/>
              <a:gd name="connsiteY352" fmla="*/ 2142172 h 2612594"/>
              <a:gd name="connsiteX353" fmla="*/ 2232825 w 2647519"/>
              <a:gd name="connsiteY353" fmla="*/ 2155507 h 2612594"/>
              <a:gd name="connsiteX354" fmla="*/ 2206342 w 2647519"/>
              <a:gd name="connsiteY354" fmla="*/ 2184829 h 2612594"/>
              <a:gd name="connsiteX355" fmla="*/ 2207107 w 2647519"/>
              <a:gd name="connsiteY355" fmla="*/ 2187892 h 2612594"/>
              <a:gd name="connsiteX356" fmla="*/ 2179485 w 2647519"/>
              <a:gd name="connsiteY356" fmla="*/ 2216467 h 2612594"/>
              <a:gd name="connsiteX357" fmla="*/ 2149957 w 2647519"/>
              <a:gd name="connsiteY357" fmla="*/ 2237422 h 2612594"/>
              <a:gd name="connsiteX358" fmla="*/ 2126145 w 2647519"/>
              <a:gd name="connsiteY358" fmla="*/ 2256472 h 2612594"/>
              <a:gd name="connsiteX359" fmla="*/ 2103587 w 2647519"/>
              <a:gd name="connsiteY359" fmla="*/ 2272957 h 2612594"/>
              <a:gd name="connsiteX360" fmla="*/ 2107095 w 2647519"/>
              <a:gd name="connsiteY360" fmla="*/ 2272665 h 2612594"/>
              <a:gd name="connsiteX361" fmla="*/ 2131860 w 2647519"/>
              <a:gd name="connsiteY361" fmla="*/ 2254567 h 2612594"/>
              <a:gd name="connsiteX362" fmla="*/ 2155673 w 2647519"/>
              <a:gd name="connsiteY362" fmla="*/ 2235517 h 2612594"/>
              <a:gd name="connsiteX363" fmla="*/ 2185200 w 2647519"/>
              <a:gd name="connsiteY363" fmla="*/ 2214562 h 2612594"/>
              <a:gd name="connsiteX364" fmla="*/ 2212823 w 2647519"/>
              <a:gd name="connsiteY364" fmla="*/ 2185987 h 2612594"/>
              <a:gd name="connsiteX365" fmla="*/ 2211870 w 2647519"/>
              <a:gd name="connsiteY365" fmla="*/ 2182177 h 2612594"/>
              <a:gd name="connsiteX366" fmla="*/ 2238540 w 2647519"/>
              <a:gd name="connsiteY366" fmla="*/ 2152650 h 2612594"/>
              <a:gd name="connsiteX367" fmla="*/ 2254733 w 2647519"/>
              <a:gd name="connsiteY367" fmla="*/ 2139315 h 2612594"/>
              <a:gd name="connsiteX368" fmla="*/ 2265210 w 2647519"/>
              <a:gd name="connsiteY368" fmla="*/ 2125980 h 2612594"/>
              <a:gd name="connsiteX369" fmla="*/ 2274735 w 2647519"/>
              <a:gd name="connsiteY369" fmla="*/ 2112645 h 2612594"/>
              <a:gd name="connsiteX370" fmla="*/ 2302358 w 2647519"/>
              <a:gd name="connsiteY370" fmla="*/ 2080260 h 2612594"/>
              <a:gd name="connsiteX371" fmla="*/ 2328075 w 2647519"/>
              <a:gd name="connsiteY371" fmla="*/ 2046922 h 2612594"/>
              <a:gd name="connsiteX372" fmla="*/ 2367128 w 2647519"/>
              <a:gd name="connsiteY372" fmla="*/ 1987867 h 2612594"/>
              <a:gd name="connsiteX373" fmla="*/ 2402370 w 2647519"/>
              <a:gd name="connsiteY373" fmla="*/ 1927860 h 2612594"/>
              <a:gd name="connsiteX374" fmla="*/ 2429993 w 2647519"/>
              <a:gd name="connsiteY374" fmla="*/ 1883092 h 2612594"/>
              <a:gd name="connsiteX375" fmla="*/ 2455710 w 2647519"/>
              <a:gd name="connsiteY375" fmla="*/ 1837372 h 2612594"/>
              <a:gd name="connsiteX376" fmla="*/ 2465235 w 2647519"/>
              <a:gd name="connsiteY376" fmla="*/ 1820227 h 2612594"/>
              <a:gd name="connsiteX377" fmla="*/ 2472855 w 2647519"/>
              <a:gd name="connsiteY377" fmla="*/ 1804035 h 2612594"/>
              <a:gd name="connsiteX378" fmla="*/ 2485238 w 2647519"/>
              <a:gd name="connsiteY378" fmla="*/ 1773555 h 2612594"/>
              <a:gd name="connsiteX379" fmla="*/ 2511908 w 2647519"/>
              <a:gd name="connsiteY379" fmla="*/ 1715452 h 2612594"/>
              <a:gd name="connsiteX380" fmla="*/ 2522385 w 2647519"/>
              <a:gd name="connsiteY380" fmla="*/ 1676400 h 2612594"/>
              <a:gd name="connsiteX381" fmla="*/ 2548103 w 2647519"/>
              <a:gd name="connsiteY381" fmla="*/ 1598295 h 2612594"/>
              <a:gd name="connsiteX382" fmla="*/ 2559533 w 2647519"/>
              <a:gd name="connsiteY382" fmla="*/ 1537335 h 2612594"/>
              <a:gd name="connsiteX383" fmla="*/ 2574773 w 2647519"/>
              <a:gd name="connsiteY383" fmla="*/ 1463992 h 2612594"/>
              <a:gd name="connsiteX384" fmla="*/ 2578209 w 2647519"/>
              <a:gd name="connsiteY384" fmla="*/ 1451109 h 2612594"/>
              <a:gd name="connsiteX385" fmla="*/ 2575725 w 2647519"/>
              <a:gd name="connsiteY385" fmla="*/ 1450657 h 2612594"/>
              <a:gd name="connsiteX386" fmla="*/ 2576677 w 2647519"/>
              <a:gd name="connsiteY386" fmla="*/ 1426845 h 2612594"/>
              <a:gd name="connsiteX387" fmla="*/ 2597632 w 2647519"/>
              <a:gd name="connsiteY387" fmla="*/ 1404937 h 2612594"/>
              <a:gd name="connsiteX388" fmla="*/ 2586541 w 2647519"/>
              <a:gd name="connsiteY388" fmla="*/ 1451152 h 2612594"/>
              <a:gd name="connsiteX389" fmla="*/ 2586542 w 2647519"/>
              <a:gd name="connsiteY389" fmla="*/ 1451152 h 2612594"/>
              <a:gd name="connsiteX390" fmla="*/ 2597633 w 2647519"/>
              <a:gd name="connsiteY390" fmla="*/ 1404938 h 2612594"/>
              <a:gd name="connsiteX391" fmla="*/ 2606205 w 2647519"/>
              <a:gd name="connsiteY391" fmla="*/ 1395412 h 2612594"/>
              <a:gd name="connsiteX392" fmla="*/ 2600490 w 2647519"/>
              <a:gd name="connsiteY392" fmla="*/ 1407795 h 2612594"/>
              <a:gd name="connsiteX393" fmla="*/ 2599181 w 2647519"/>
              <a:gd name="connsiteY393" fmla="*/ 1433750 h 2612594"/>
              <a:gd name="connsiteX394" fmla="*/ 2598585 w 2647519"/>
              <a:gd name="connsiteY394" fmla="*/ 1458277 h 2612594"/>
              <a:gd name="connsiteX395" fmla="*/ 2589060 w 2647519"/>
              <a:gd name="connsiteY395" fmla="*/ 1487586 h 2612594"/>
              <a:gd name="connsiteX396" fmla="*/ 2589060 w 2647519"/>
              <a:gd name="connsiteY396" fmla="*/ 1490934 h 2612594"/>
              <a:gd name="connsiteX397" fmla="*/ 2600490 w 2647519"/>
              <a:gd name="connsiteY397" fmla="*/ 1458277 h 2612594"/>
              <a:gd name="connsiteX398" fmla="*/ 2602395 w 2647519"/>
              <a:gd name="connsiteY398" fmla="*/ 1407794 h 2612594"/>
              <a:gd name="connsiteX399" fmla="*/ 2606836 w 2647519"/>
              <a:gd name="connsiteY399" fmla="*/ 1398173 h 2612594"/>
              <a:gd name="connsiteX400" fmla="*/ 2565247 w 2647519"/>
              <a:gd name="connsiteY400" fmla="*/ 1354454 h 2612594"/>
              <a:gd name="connsiteX401" fmla="*/ 2559006 w 2647519"/>
              <a:gd name="connsiteY401" fmla="*/ 1369207 h 2612594"/>
              <a:gd name="connsiteX402" fmla="*/ 2556675 w 2647519"/>
              <a:gd name="connsiteY402" fmla="*/ 1390650 h 2612594"/>
              <a:gd name="connsiteX403" fmla="*/ 2553670 w 2647519"/>
              <a:gd name="connsiteY403" fmla="*/ 1380633 h 2612594"/>
              <a:gd name="connsiteX404" fmla="*/ 2552571 w 2647519"/>
              <a:gd name="connsiteY404" fmla="*/ 1382047 h 2612594"/>
              <a:gd name="connsiteX405" fmla="*/ 2555723 w 2647519"/>
              <a:gd name="connsiteY405" fmla="*/ 1392555 h 2612594"/>
              <a:gd name="connsiteX406" fmla="*/ 2553818 w 2647519"/>
              <a:gd name="connsiteY406" fmla="*/ 1407795 h 2612594"/>
              <a:gd name="connsiteX407" fmla="*/ 2557628 w 2647519"/>
              <a:gd name="connsiteY407" fmla="*/ 1420177 h 2612594"/>
              <a:gd name="connsiteX408" fmla="*/ 2560581 w 2647519"/>
              <a:gd name="connsiteY408" fmla="*/ 1420013 h 2612594"/>
              <a:gd name="connsiteX409" fmla="*/ 2558580 w 2647519"/>
              <a:gd name="connsiteY409" fmla="*/ 1413509 h 2612594"/>
              <a:gd name="connsiteX410" fmla="*/ 2560485 w 2647519"/>
              <a:gd name="connsiteY410" fmla="*/ 1398269 h 2612594"/>
              <a:gd name="connsiteX411" fmla="*/ 2565247 w 2647519"/>
              <a:gd name="connsiteY411" fmla="*/ 1354454 h 2612594"/>
              <a:gd name="connsiteX412" fmla="*/ 2645258 w 2647519"/>
              <a:gd name="connsiteY412" fmla="*/ 1328737 h 2612594"/>
              <a:gd name="connsiteX413" fmla="*/ 2647163 w 2647519"/>
              <a:gd name="connsiteY413" fmla="*/ 1329689 h 2612594"/>
              <a:gd name="connsiteX414" fmla="*/ 2646210 w 2647519"/>
              <a:gd name="connsiteY414" fmla="*/ 1369694 h 2612594"/>
              <a:gd name="connsiteX415" fmla="*/ 2647163 w 2647519"/>
              <a:gd name="connsiteY415" fmla="*/ 1397317 h 2612594"/>
              <a:gd name="connsiteX416" fmla="*/ 2644305 w 2647519"/>
              <a:gd name="connsiteY416" fmla="*/ 1447799 h 2612594"/>
              <a:gd name="connsiteX417" fmla="*/ 2641448 w 2647519"/>
              <a:gd name="connsiteY417" fmla="*/ 1476374 h 2612594"/>
              <a:gd name="connsiteX418" fmla="*/ 2632875 w 2647519"/>
              <a:gd name="connsiteY418" fmla="*/ 1518284 h 2612594"/>
              <a:gd name="connsiteX419" fmla="*/ 2630018 w 2647519"/>
              <a:gd name="connsiteY419" fmla="*/ 1553527 h 2612594"/>
              <a:gd name="connsiteX420" fmla="*/ 2615730 w 2647519"/>
              <a:gd name="connsiteY420" fmla="*/ 1618297 h 2612594"/>
              <a:gd name="connsiteX421" fmla="*/ 2602395 w 2647519"/>
              <a:gd name="connsiteY421" fmla="*/ 1674494 h 2612594"/>
              <a:gd name="connsiteX422" fmla="*/ 2578583 w 2647519"/>
              <a:gd name="connsiteY422" fmla="*/ 1684972 h 2612594"/>
              <a:gd name="connsiteX423" fmla="*/ 2580488 w 2647519"/>
              <a:gd name="connsiteY423" fmla="*/ 1679257 h 2612594"/>
              <a:gd name="connsiteX424" fmla="*/ 2584298 w 2647519"/>
              <a:gd name="connsiteY424" fmla="*/ 1639252 h 2612594"/>
              <a:gd name="connsiteX425" fmla="*/ 2598585 w 2647519"/>
              <a:gd name="connsiteY425" fmla="*/ 1597342 h 2612594"/>
              <a:gd name="connsiteX426" fmla="*/ 2610015 w 2647519"/>
              <a:gd name="connsiteY426" fmla="*/ 1590675 h 2612594"/>
              <a:gd name="connsiteX427" fmla="*/ 2610015 w 2647519"/>
              <a:gd name="connsiteY427" fmla="*/ 1590674 h 2612594"/>
              <a:gd name="connsiteX428" fmla="*/ 2622398 w 2647519"/>
              <a:gd name="connsiteY428" fmla="*/ 1518284 h 2612594"/>
              <a:gd name="connsiteX429" fmla="*/ 2629065 w 2647519"/>
              <a:gd name="connsiteY429" fmla="*/ 1483994 h 2612594"/>
              <a:gd name="connsiteX430" fmla="*/ 2634780 w 2647519"/>
              <a:gd name="connsiteY430" fmla="*/ 1448752 h 2612594"/>
              <a:gd name="connsiteX431" fmla="*/ 2639543 w 2647519"/>
              <a:gd name="connsiteY431" fmla="*/ 1415414 h 2612594"/>
              <a:gd name="connsiteX432" fmla="*/ 2641448 w 2647519"/>
              <a:gd name="connsiteY432" fmla="*/ 1383982 h 2612594"/>
              <a:gd name="connsiteX433" fmla="*/ 2642400 w 2647519"/>
              <a:gd name="connsiteY433" fmla="*/ 1357312 h 2612594"/>
              <a:gd name="connsiteX434" fmla="*/ 2644305 w 2647519"/>
              <a:gd name="connsiteY434" fmla="*/ 1343024 h 2612594"/>
              <a:gd name="connsiteX435" fmla="*/ 2645258 w 2647519"/>
              <a:gd name="connsiteY435" fmla="*/ 1328737 h 2612594"/>
              <a:gd name="connsiteX436" fmla="*/ 134151 w 2647519"/>
              <a:gd name="connsiteY436" fmla="*/ 887095 h 2612594"/>
              <a:gd name="connsiteX437" fmla="*/ 134625 w 2647519"/>
              <a:gd name="connsiteY437" fmla="*/ 887332 h 2612594"/>
              <a:gd name="connsiteX438" fmla="*/ 134670 w 2647519"/>
              <a:gd name="connsiteY438" fmla="*/ 887199 h 2612594"/>
              <a:gd name="connsiteX439" fmla="*/ 191618 w 2647519"/>
              <a:gd name="connsiteY439" fmla="*/ 750570 h 2612594"/>
              <a:gd name="connsiteX440" fmla="*/ 170663 w 2647519"/>
              <a:gd name="connsiteY440" fmla="*/ 789622 h 2612594"/>
              <a:gd name="connsiteX441" fmla="*/ 153518 w 2647519"/>
              <a:gd name="connsiteY441" fmla="*/ 803910 h 2612594"/>
              <a:gd name="connsiteX442" fmla="*/ 153477 w 2647519"/>
              <a:gd name="connsiteY442" fmla="*/ 804822 h 2612594"/>
              <a:gd name="connsiteX443" fmla="*/ 151819 w 2647519"/>
              <a:gd name="connsiteY443" fmla="*/ 841286 h 2612594"/>
              <a:gd name="connsiteX444" fmla="*/ 151867 w 2647519"/>
              <a:gd name="connsiteY444" fmla="*/ 841199 h 2612594"/>
              <a:gd name="connsiteX445" fmla="*/ 153518 w 2647519"/>
              <a:gd name="connsiteY445" fmla="*/ 804862 h 2612594"/>
              <a:gd name="connsiteX446" fmla="*/ 170663 w 2647519"/>
              <a:gd name="connsiteY446" fmla="*/ 790574 h 2612594"/>
              <a:gd name="connsiteX447" fmla="*/ 191618 w 2647519"/>
              <a:gd name="connsiteY447" fmla="*/ 751522 h 2612594"/>
              <a:gd name="connsiteX448" fmla="*/ 192332 w 2647519"/>
              <a:gd name="connsiteY448" fmla="*/ 751998 h 2612594"/>
              <a:gd name="connsiteX449" fmla="*/ 192689 w 2647519"/>
              <a:gd name="connsiteY449" fmla="*/ 751284 h 2612594"/>
              <a:gd name="connsiteX450" fmla="*/ 203047 w 2647519"/>
              <a:gd name="connsiteY450" fmla="*/ 667702 h 2612594"/>
              <a:gd name="connsiteX451" fmla="*/ 189712 w 2647519"/>
              <a:gd name="connsiteY451" fmla="*/ 677227 h 2612594"/>
              <a:gd name="connsiteX452" fmla="*/ 169710 w 2647519"/>
              <a:gd name="connsiteY452" fmla="*/ 719137 h 2612594"/>
              <a:gd name="connsiteX453" fmla="*/ 174286 w 2647519"/>
              <a:gd name="connsiteY453" fmla="*/ 722798 h 2612594"/>
              <a:gd name="connsiteX454" fmla="*/ 174435 w 2647519"/>
              <a:gd name="connsiteY454" fmla="*/ 722155 h 2612594"/>
              <a:gd name="connsiteX455" fmla="*/ 170663 w 2647519"/>
              <a:gd name="connsiteY455" fmla="*/ 719137 h 2612594"/>
              <a:gd name="connsiteX456" fmla="*/ 190665 w 2647519"/>
              <a:gd name="connsiteY456" fmla="*/ 677227 h 2612594"/>
              <a:gd name="connsiteX457" fmla="*/ 202473 w 2647519"/>
              <a:gd name="connsiteY457" fmla="*/ 668793 h 2612594"/>
              <a:gd name="connsiteX458" fmla="*/ 276390 w 2647519"/>
              <a:gd name="connsiteY458" fmla="*/ 613410 h 2612594"/>
              <a:gd name="connsiteX459" fmla="*/ 275187 w 2647519"/>
              <a:gd name="connsiteY459" fmla="*/ 614373 h 2612594"/>
              <a:gd name="connsiteX460" fmla="*/ 270080 w 2647519"/>
              <a:gd name="connsiteY460" fmla="*/ 634008 h 2612594"/>
              <a:gd name="connsiteX461" fmla="*/ 266865 w 2647519"/>
              <a:gd name="connsiteY461" fmla="*/ 643890 h 2612594"/>
              <a:gd name="connsiteX462" fmla="*/ 179235 w 2647519"/>
              <a:gd name="connsiteY462" fmla="*/ 803910 h 2612594"/>
              <a:gd name="connsiteX463" fmla="*/ 166852 w 2647519"/>
              <a:gd name="connsiteY463" fmla="*/ 842962 h 2612594"/>
              <a:gd name="connsiteX464" fmla="*/ 155422 w 2647519"/>
              <a:gd name="connsiteY464" fmla="*/ 882967 h 2612594"/>
              <a:gd name="connsiteX465" fmla="*/ 130657 w 2647519"/>
              <a:gd name="connsiteY465" fmla="*/ 966787 h 2612594"/>
              <a:gd name="connsiteX466" fmla="*/ 114465 w 2647519"/>
              <a:gd name="connsiteY466" fmla="*/ 1023937 h 2612594"/>
              <a:gd name="connsiteX467" fmla="*/ 106845 w 2647519"/>
              <a:gd name="connsiteY467" fmla="*/ 1066800 h 2612594"/>
              <a:gd name="connsiteX468" fmla="*/ 103035 w 2647519"/>
              <a:gd name="connsiteY468" fmla="*/ 1088707 h 2612594"/>
              <a:gd name="connsiteX469" fmla="*/ 100177 w 2647519"/>
              <a:gd name="connsiteY469" fmla="*/ 1110615 h 2612594"/>
              <a:gd name="connsiteX470" fmla="*/ 91605 w 2647519"/>
              <a:gd name="connsiteY470" fmla="*/ 1169670 h 2612594"/>
              <a:gd name="connsiteX471" fmla="*/ 88747 w 2647519"/>
              <a:gd name="connsiteY471" fmla="*/ 1205865 h 2612594"/>
              <a:gd name="connsiteX472" fmla="*/ 93510 w 2647519"/>
              <a:gd name="connsiteY472" fmla="*/ 1243965 h 2612594"/>
              <a:gd name="connsiteX473" fmla="*/ 95742 w 2647519"/>
              <a:gd name="connsiteY473" fmla="*/ 1223205 h 2612594"/>
              <a:gd name="connsiteX474" fmla="*/ 95415 w 2647519"/>
              <a:gd name="connsiteY474" fmla="*/ 1216342 h 2612594"/>
              <a:gd name="connsiteX475" fmla="*/ 99225 w 2647519"/>
              <a:gd name="connsiteY475" fmla="*/ 1176337 h 2612594"/>
              <a:gd name="connsiteX476" fmla="*/ 107797 w 2647519"/>
              <a:gd name="connsiteY476" fmla="*/ 1117282 h 2612594"/>
              <a:gd name="connsiteX477" fmla="*/ 114596 w 2647519"/>
              <a:gd name="connsiteY477" fmla="*/ 1109123 h 2612594"/>
              <a:gd name="connsiteX478" fmla="*/ 124469 w 2647519"/>
              <a:gd name="connsiteY478" fmla="*/ 1043051 h 2612594"/>
              <a:gd name="connsiteX479" fmla="*/ 123990 w 2647519"/>
              <a:gd name="connsiteY479" fmla="*/ 1031557 h 2612594"/>
              <a:gd name="connsiteX480" fmla="*/ 133400 w 2647519"/>
              <a:gd name="connsiteY480" fmla="*/ 1004580 h 2612594"/>
              <a:gd name="connsiteX481" fmla="*/ 138999 w 2647519"/>
              <a:gd name="connsiteY481" fmla="*/ 981931 h 2612594"/>
              <a:gd name="connsiteX482" fmla="*/ 137325 w 2647519"/>
              <a:gd name="connsiteY482" fmla="*/ 985837 h 2612594"/>
              <a:gd name="connsiteX483" fmla="*/ 131610 w 2647519"/>
              <a:gd name="connsiteY483" fmla="*/ 983932 h 2612594"/>
              <a:gd name="connsiteX484" fmla="*/ 117322 w 2647519"/>
              <a:gd name="connsiteY484" fmla="*/ 1024890 h 2612594"/>
              <a:gd name="connsiteX485" fmla="*/ 118275 w 2647519"/>
              <a:gd name="connsiteY485" fmla="*/ 1047750 h 2612594"/>
              <a:gd name="connsiteX486" fmla="*/ 111607 w 2647519"/>
              <a:gd name="connsiteY486" fmla="*/ 1091565 h 2612594"/>
              <a:gd name="connsiteX487" fmla="*/ 110655 w 2647519"/>
              <a:gd name="connsiteY487" fmla="*/ 1099185 h 2612594"/>
              <a:gd name="connsiteX488" fmla="*/ 101130 w 2647519"/>
              <a:gd name="connsiteY488" fmla="*/ 1110615 h 2612594"/>
              <a:gd name="connsiteX489" fmla="*/ 103987 w 2647519"/>
              <a:gd name="connsiteY489" fmla="*/ 1088707 h 2612594"/>
              <a:gd name="connsiteX490" fmla="*/ 107797 w 2647519"/>
              <a:gd name="connsiteY490" fmla="*/ 1066800 h 2612594"/>
              <a:gd name="connsiteX491" fmla="*/ 115417 w 2647519"/>
              <a:gd name="connsiteY491" fmla="*/ 1023937 h 2612594"/>
              <a:gd name="connsiteX492" fmla="*/ 131610 w 2647519"/>
              <a:gd name="connsiteY492" fmla="*/ 966787 h 2612594"/>
              <a:gd name="connsiteX493" fmla="*/ 156375 w 2647519"/>
              <a:gd name="connsiteY493" fmla="*/ 882967 h 2612594"/>
              <a:gd name="connsiteX494" fmla="*/ 167805 w 2647519"/>
              <a:gd name="connsiteY494" fmla="*/ 842962 h 2612594"/>
              <a:gd name="connsiteX495" fmla="*/ 180187 w 2647519"/>
              <a:gd name="connsiteY495" fmla="*/ 803910 h 2612594"/>
              <a:gd name="connsiteX496" fmla="*/ 267817 w 2647519"/>
              <a:gd name="connsiteY496" fmla="*/ 643890 h 2612594"/>
              <a:gd name="connsiteX497" fmla="*/ 276390 w 2647519"/>
              <a:gd name="connsiteY497" fmla="*/ 613410 h 2612594"/>
              <a:gd name="connsiteX498" fmla="*/ 293536 w 2647519"/>
              <a:gd name="connsiteY498" fmla="*/ 518160 h 2612594"/>
              <a:gd name="connsiteX499" fmla="*/ 293535 w 2647519"/>
              <a:gd name="connsiteY499" fmla="*/ 518160 h 2612594"/>
              <a:gd name="connsiteX500" fmla="*/ 298297 w 2647519"/>
              <a:gd name="connsiteY500" fmla="*/ 521970 h 2612594"/>
              <a:gd name="connsiteX501" fmla="*/ 298297 w 2647519"/>
              <a:gd name="connsiteY501" fmla="*/ 521969 h 2612594"/>
              <a:gd name="connsiteX502" fmla="*/ 465169 w 2647519"/>
              <a:gd name="connsiteY502" fmla="*/ 382550 h 2612594"/>
              <a:gd name="connsiteX503" fmla="*/ 464986 w 2647519"/>
              <a:gd name="connsiteY503" fmla="*/ 382696 h 2612594"/>
              <a:gd name="connsiteX504" fmla="*/ 464430 w 2647519"/>
              <a:gd name="connsiteY504" fmla="*/ 383325 h 2612594"/>
              <a:gd name="connsiteX505" fmla="*/ 456651 w 2647519"/>
              <a:gd name="connsiteY505" fmla="*/ 391477 h 2612594"/>
              <a:gd name="connsiteX506" fmla="*/ 454684 w 2647519"/>
              <a:gd name="connsiteY506" fmla="*/ 394338 h 2612594"/>
              <a:gd name="connsiteX507" fmla="*/ 453399 w 2647519"/>
              <a:gd name="connsiteY507" fmla="*/ 395790 h 2612594"/>
              <a:gd name="connsiteX508" fmla="*/ 447840 w 2647519"/>
              <a:gd name="connsiteY508" fmla="*/ 403860 h 2612594"/>
              <a:gd name="connsiteX509" fmla="*/ 389738 w 2647519"/>
              <a:gd name="connsiteY509" fmla="*/ 472440 h 2612594"/>
              <a:gd name="connsiteX510" fmla="*/ 373545 w 2647519"/>
              <a:gd name="connsiteY510" fmla="*/ 491490 h 2612594"/>
              <a:gd name="connsiteX511" fmla="*/ 357353 w 2647519"/>
              <a:gd name="connsiteY511" fmla="*/ 511492 h 2612594"/>
              <a:gd name="connsiteX512" fmla="*/ 285752 w 2647519"/>
              <a:gd name="connsiteY512" fmla="*/ 590631 h 2612594"/>
              <a:gd name="connsiteX513" fmla="*/ 358305 w 2647519"/>
              <a:gd name="connsiteY513" fmla="*/ 510540 h 2612594"/>
              <a:gd name="connsiteX514" fmla="*/ 374497 w 2647519"/>
              <a:gd name="connsiteY514" fmla="*/ 490537 h 2612594"/>
              <a:gd name="connsiteX515" fmla="*/ 390690 w 2647519"/>
              <a:gd name="connsiteY515" fmla="*/ 471487 h 2612594"/>
              <a:gd name="connsiteX516" fmla="*/ 448792 w 2647519"/>
              <a:gd name="connsiteY516" fmla="*/ 402907 h 2612594"/>
              <a:gd name="connsiteX517" fmla="*/ 454684 w 2647519"/>
              <a:gd name="connsiteY517" fmla="*/ 394338 h 2612594"/>
              <a:gd name="connsiteX518" fmla="*/ 464430 w 2647519"/>
              <a:gd name="connsiteY518" fmla="*/ 383325 h 2612594"/>
              <a:gd name="connsiteX519" fmla="*/ 489348 w 2647519"/>
              <a:gd name="connsiteY519" fmla="*/ 316869 h 2612594"/>
              <a:gd name="connsiteX520" fmla="*/ 481127 w 2647519"/>
              <a:gd name="connsiteY520" fmla="*/ 319733 h 2612594"/>
              <a:gd name="connsiteX521" fmla="*/ 475013 w 2647519"/>
              <a:gd name="connsiteY521" fmla="*/ 322003 h 2612594"/>
              <a:gd name="connsiteX522" fmla="*/ 473558 w 2647519"/>
              <a:gd name="connsiteY522" fmla="*/ 323849 h 2612594"/>
              <a:gd name="connsiteX523" fmla="*/ 463080 w 2647519"/>
              <a:gd name="connsiteY523" fmla="*/ 333374 h 2612594"/>
              <a:gd name="connsiteX524" fmla="*/ 436410 w 2647519"/>
              <a:gd name="connsiteY524" fmla="*/ 350519 h 2612594"/>
              <a:gd name="connsiteX525" fmla="*/ 418313 w 2647519"/>
              <a:gd name="connsiteY525" fmla="*/ 370522 h 2612594"/>
              <a:gd name="connsiteX526" fmla="*/ 401168 w 2647519"/>
              <a:gd name="connsiteY526" fmla="*/ 390524 h 2612594"/>
              <a:gd name="connsiteX527" fmla="*/ 389738 w 2647519"/>
              <a:gd name="connsiteY527" fmla="*/ 401002 h 2612594"/>
              <a:gd name="connsiteX528" fmla="*/ 389350 w 2647519"/>
              <a:gd name="connsiteY528" fmla="*/ 400516 h 2612594"/>
              <a:gd name="connsiteX529" fmla="*/ 378546 w 2647519"/>
              <a:gd name="connsiteY529" fmla="*/ 413504 h 2612594"/>
              <a:gd name="connsiteX530" fmla="*/ 360210 w 2647519"/>
              <a:gd name="connsiteY530" fmla="*/ 436245 h 2612594"/>
              <a:gd name="connsiteX531" fmla="*/ 330683 w 2647519"/>
              <a:gd name="connsiteY531" fmla="*/ 468630 h 2612594"/>
              <a:gd name="connsiteX532" fmla="*/ 335445 w 2647519"/>
              <a:gd name="connsiteY532" fmla="*/ 474344 h 2612594"/>
              <a:gd name="connsiteX533" fmla="*/ 335536 w 2647519"/>
              <a:gd name="connsiteY533" fmla="*/ 474264 h 2612594"/>
              <a:gd name="connsiteX534" fmla="*/ 331635 w 2647519"/>
              <a:gd name="connsiteY534" fmla="*/ 469582 h 2612594"/>
              <a:gd name="connsiteX535" fmla="*/ 361162 w 2647519"/>
              <a:gd name="connsiteY535" fmla="*/ 437197 h 2612594"/>
              <a:gd name="connsiteX536" fmla="*/ 390690 w 2647519"/>
              <a:gd name="connsiteY536" fmla="*/ 401002 h 2612594"/>
              <a:gd name="connsiteX537" fmla="*/ 402120 w 2647519"/>
              <a:gd name="connsiteY537" fmla="*/ 390525 h 2612594"/>
              <a:gd name="connsiteX538" fmla="*/ 419265 w 2647519"/>
              <a:gd name="connsiteY538" fmla="*/ 370522 h 2612594"/>
              <a:gd name="connsiteX539" fmla="*/ 437362 w 2647519"/>
              <a:gd name="connsiteY539" fmla="*/ 350520 h 2612594"/>
              <a:gd name="connsiteX540" fmla="*/ 464032 w 2647519"/>
              <a:gd name="connsiteY540" fmla="*/ 333375 h 2612594"/>
              <a:gd name="connsiteX541" fmla="*/ 474510 w 2647519"/>
              <a:gd name="connsiteY541" fmla="*/ 323850 h 2612594"/>
              <a:gd name="connsiteX542" fmla="*/ 485940 w 2647519"/>
              <a:gd name="connsiteY542" fmla="*/ 319564 h 2612594"/>
              <a:gd name="connsiteX543" fmla="*/ 489548 w 2647519"/>
              <a:gd name="connsiteY543" fmla="*/ 318444 h 2612594"/>
              <a:gd name="connsiteX544" fmla="*/ 1868970 w 2647519"/>
              <a:gd name="connsiteY544" fmla="*/ 144780 h 2612594"/>
              <a:gd name="connsiteX545" fmla="*/ 1917547 w 2647519"/>
              <a:gd name="connsiteY545" fmla="*/ 166687 h 2612594"/>
              <a:gd name="connsiteX546" fmla="*/ 1938502 w 2647519"/>
              <a:gd name="connsiteY546" fmla="*/ 183832 h 2612594"/>
              <a:gd name="connsiteX547" fmla="*/ 1891830 w 2647519"/>
              <a:gd name="connsiteY547" fmla="*/ 160972 h 2612594"/>
              <a:gd name="connsiteX548" fmla="*/ 1868970 w 2647519"/>
              <a:gd name="connsiteY548" fmla="*/ 144780 h 2612594"/>
              <a:gd name="connsiteX549" fmla="*/ 1710855 w 2647519"/>
              <a:gd name="connsiteY549" fmla="*/ 75247 h 2612594"/>
              <a:gd name="connsiteX550" fmla="*/ 1748955 w 2647519"/>
              <a:gd name="connsiteY550" fmla="*/ 83819 h 2612594"/>
              <a:gd name="connsiteX551" fmla="*/ 1802295 w 2647519"/>
              <a:gd name="connsiteY551" fmla="*/ 110489 h 2612594"/>
              <a:gd name="connsiteX552" fmla="*/ 1710855 w 2647519"/>
              <a:gd name="connsiteY552" fmla="*/ 75247 h 2612594"/>
              <a:gd name="connsiteX553" fmla="*/ 1137451 w 2647519"/>
              <a:gd name="connsiteY553" fmla="*/ 68937 h 2612594"/>
              <a:gd name="connsiteX554" fmla="*/ 1117448 w 2647519"/>
              <a:gd name="connsiteY554" fmla="*/ 71437 h 2612594"/>
              <a:gd name="connsiteX555" fmla="*/ 1074585 w 2647519"/>
              <a:gd name="connsiteY555" fmla="*/ 77152 h 2612594"/>
              <a:gd name="connsiteX556" fmla="*/ 1032675 w 2647519"/>
              <a:gd name="connsiteY556" fmla="*/ 86677 h 2612594"/>
              <a:gd name="connsiteX557" fmla="*/ 1014578 w 2647519"/>
              <a:gd name="connsiteY557" fmla="*/ 92392 h 2612594"/>
              <a:gd name="connsiteX558" fmla="*/ 993623 w 2647519"/>
              <a:gd name="connsiteY558" fmla="*/ 98107 h 2612594"/>
              <a:gd name="connsiteX559" fmla="*/ 947769 w 2647519"/>
              <a:gd name="connsiteY559" fmla="*/ 107115 h 2612594"/>
              <a:gd name="connsiteX560" fmla="*/ 939330 w 2647519"/>
              <a:gd name="connsiteY560" fmla="*/ 110490 h 2612594"/>
              <a:gd name="connsiteX561" fmla="*/ 881228 w 2647519"/>
              <a:gd name="connsiteY561" fmla="*/ 130492 h 2612594"/>
              <a:gd name="connsiteX562" fmla="*/ 824078 w 2647519"/>
              <a:gd name="connsiteY562" fmla="*/ 153352 h 2612594"/>
              <a:gd name="connsiteX563" fmla="*/ 784073 w 2647519"/>
              <a:gd name="connsiteY563" fmla="*/ 171450 h 2612594"/>
              <a:gd name="connsiteX564" fmla="*/ 757403 w 2647519"/>
              <a:gd name="connsiteY564" fmla="*/ 181927 h 2612594"/>
              <a:gd name="connsiteX565" fmla="*/ 691680 w 2647519"/>
              <a:gd name="connsiteY565" fmla="*/ 212407 h 2612594"/>
              <a:gd name="connsiteX566" fmla="*/ 660248 w 2647519"/>
              <a:gd name="connsiteY566" fmla="*/ 232410 h 2612594"/>
              <a:gd name="connsiteX567" fmla="*/ 629768 w 2647519"/>
              <a:gd name="connsiteY567" fmla="*/ 252412 h 2612594"/>
              <a:gd name="connsiteX568" fmla="*/ 581190 w 2647519"/>
              <a:gd name="connsiteY568" fmla="*/ 288607 h 2612594"/>
              <a:gd name="connsiteX569" fmla="*/ 535470 w 2647519"/>
              <a:gd name="connsiteY569" fmla="*/ 324802 h 2612594"/>
              <a:gd name="connsiteX570" fmla="*/ 491713 w 2647519"/>
              <a:gd name="connsiteY570" fmla="*/ 362974 h 2612594"/>
              <a:gd name="connsiteX571" fmla="*/ 495465 w 2647519"/>
              <a:gd name="connsiteY571" fmla="*/ 367665 h 2612594"/>
              <a:gd name="connsiteX572" fmla="*/ 504752 w 2647519"/>
              <a:gd name="connsiteY572" fmla="*/ 361295 h 2612594"/>
              <a:gd name="connsiteX573" fmla="*/ 512657 w 2647519"/>
              <a:gd name="connsiteY573" fmla="*/ 355403 h 2612594"/>
              <a:gd name="connsiteX574" fmla="*/ 541185 w 2647519"/>
              <a:gd name="connsiteY574" fmla="*/ 330517 h 2612594"/>
              <a:gd name="connsiteX575" fmla="*/ 586905 w 2647519"/>
              <a:gd name="connsiteY575" fmla="*/ 294322 h 2612594"/>
              <a:gd name="connsiteX576" fmla="*/ 635482 w 2647519"/>
              <a:gd name="connsiteY576" fmla="*/ 258127 h 2612594"/>
              <a:gd name="connsiteX577" fmla="*/ 665962 w 2647519"/>
              <a:gd name="connsiteY577" fmla="*/ 238124 h 2612594"/>
              <a:gd name="connsiteX578" fmla="*/ 697395 w 2647519"/>
              <a:gd name="connsiteY578" fmla="*/ 218122 h 2612594"/>
              <a:gd name="connsiteX579" fmla="*/ 763117 w 2647519"/>
              <a:gd name="connsiteY579" fmla="*/ 187642 h 2612594"/>
              <a:gd name="connsiteX580" fmla="*/ 788835 w 2647519"/>
              <a:gd name="connsiteY580" fmla="*/ 174307 h 2612594"/>
              <a:gd name="connsiteX581" fmla="*/ 828840 w 2647519"/>
              <a:gd name="connsiteY581" fmla="*/ 156209 h 2612594"/>
              <a:gd name="connsiteX582" fmla="*/ 885990 w 2647519"/>
              <a:gd name="connsiteY582" fmla="*/ 133349 h 2612594"/>
              <a:gd name="connsiteX583" fmla="*/ 944092 w 2647519"/>
              <a:gd name="connsiteY583" fmla="*/ 113347 h 2612594"/>
              <a:gd name="connsiteX584" fmla="*/ 968499 w 2647519"/>
              <a:gd name="connsiteY584" fmla="*/ 108553 h 2612594"/>
              <a:gd name="connsiteX585" fmla="*/ 980289 w 2647519"/>
              <a:gd name="connsiteY585" fmla="*/ 104524 h 2612594"/>
              <a:gd name="connsiteX586" fmla="*/ 1140765 w 2647519"/>
              <a:gd name="connsiteY586" fmla="*/ 69904 h 2612594"/>
              <a:gd name="connsiteX587" fmla="*/ 1478088 w 2647519"/>
              <a:gd name="connsiteY587" fmla="*/ 48458 h 2612594"/>
              <a:gd name="connsiteX588" fmla="*/ 1498447 w 2647519"/>
              <a:gd name="connsiteY588" fmla="*/ 50482 h 2612594"/>
              <a:gd name="connsiteX589" fmla="*/ 1526070 w 2647519"/>
              <a:gd name="connsiteY589" fmla="*/ 60007 h 2612594"/>
              <a:gd name="connsiteX590" fmla="*/ 1505115 w 2647519"/>
              <a:gd name="connsiteY590" fmla="*/ 57150 h 2612594"/>
              <a:gd name="connsiteX591" fmla="*/ 1461300 w 2647519"/>
              <a:gd name="connsiteY591" fmla="*/ 48577 h 2612594"/>
              <a:gd name="connsiteX592" fmla="*/ 1478088 w 2647519"/>
              <a:gd name="connsiteY592" fmla="*/ 48458 h 2612594"/>
              <a:gd name="connsiteX593" fmla="*/ 1588935 w 2647519"/>
              <a:gd name="connsiteY593" fmla="*/ 40957 h 2612594"/>
              <a:gd name="connsiteX594" fmla="*/ 1627987 w 2647519"/>
              <a:gd name="connsiteY594" fmla="*/ 43814 h 2612594"/>
              <a:gd name="connsiteX595" fmla="*/ 1675612 w 2647519"/>
              <a:gd name="connsiteY595" fmla="*/ 62864 h 2612594"/>
              <a:gd name="connsiteX596" fmla="*/ 1616557 w 2647519"/>
              <a:gd name="connsiteY596" fmla="*/ 52387 h 2612594"/>
              <a:gd name="connsiteX597" fmla="*/ 1588935 w 2647519"/>
              <a:gd name="connsiteY597" fmla="*/ 40957 h 2612594"/>
              <a:gd name="connsiteX598" fmla="*/ 1270324 w 2647519"/>
              <a:gd name="connsiteY598" fmla="*/ 40719 h 2612594"/>
              <a:gd name="connsiteX599" fmla="*/ 1160310 w 2647519"/>
              <a:gd name="connsiteY599" fmla="*/ 46672 h 2612594"/>
              <a:gd name="connsiteX600" fmla="*/ 1084110 w 2647519"/>
              <a:gd name="connsiteY600" fmla="*/ 57149 h 2612594"/>
              <a:gd name="connsiteX601" fmla="*/ 1047915 w 2647519"/>
              <a:gd name="connsiteY601" fmla="*/ 66674 h 2612594"/>
              <a:gd name="connsiteX602" fmla="*/ 1016482 w 2647519"/>
              <a:gd name="connsiteY602" fmla="*/ 78104 h 2612594"/>
              <a:gd name="connsiteX603" fmla="*/ 972667 w 2647519"/>
              <a:gd name="connsiteY603" fmla="*/ 83819 h 2612594"/>
              <a:gd name="connsiteX604" fmla="*/ 806932 w 2647519"/>
              <a:gd name="connsiteY604" fmla="*/ 147637 h 2612594"/>
              <a:gd name="connsiteX605" fmla="*/ 746925 w 2647519"/>
              <a:gd name="connsiteY605" fmla="*/ 174307 h 2612594"/>
              <a:gd name="connsiteX606" fmla="*/ 728827 w 2647519"/>
              <a:gd name="connsiteY606" fmla="*/ 180974 h 2612594"/>
              <a:gd name="connsiteX607" fmla="*/ 712635 w 2647519"/>
              <a:gd name="connsiteY607" fmla="*/ 189547 h 2612594"/>
              <a:gd name="connsiteX608" fmla="*/ 682155 w 2647519"/>
              <a:gd name="connsiteY608" fmla="*/ 205739 h 2612594"/>
              <a:gd name="connsiteX609" fmla="*/ 634530 w 2647519"/>
              <a:gd name="connsiteY609" fmla="*/ 230504 h 2612594"/>
              <a:gd name="connsiteX610" fmla="*/ 598335 w 2647519"/>
              <a:gd name="connsiteY610" fmla="*/ 259079 h 2612594"/>
              <a:gd name="connsiteX611" fmla="*/ 493560 w 2647519"/>
              <a:gd name="connsiteY611" fmla="*/ 340994 h 2612594"/>
              <a:gd name="connsiteX612" fmla="*/ 471664 w 2647519"/>
              <a:gd name="connsiteY612" fmla="*/ 360034 h 2612594"/>
              <a:gd name="connsiteX613" fmla="*/ 450243 w 2647519"/>
              <a:gd name="connsiteY613" fmla="*/ 379593 h 2612594"/>
              <a:gd name="connsiteX614" fmla="*/ 450697 w 2647519"/>
              <a:gd name="connsiteY614" fmla="*/ 380047 h 2612594"/>
              <a:gd name="connsiteX615" fmla="*/ 285915 w 2647519"/>
              <a:gd name="connsiteY615" fmla="*/ 573404 h 2612594"/>
              <a:gd name="connsiteX616" fmla="*/ 252577 w 2647519"/>
              <a:gd name="connsiteY616" fmla="*/ 619124 h 2612594"/>
              <a:gd name="connsiteX617" fmla="*/ 237337 w 2647519"/>
              <a:gd name="connsiteY617" fmla="*/ 646747 h 2612594"/>
              <a:gd name="connsiteX618" fmla="*/ 222097 w 2647519"/>
              <a:gd name="connsiteY618" fmla="*/ 672464 h 2612594"/>
              <a:gd name="connsiteX619" fmla="*/ 193522 w 2647519"/>
              <a:gd name="connsiteY619" fmla="*/ 725804 h 2612594"/>
              <a:gd name="connsiteX620" fmla="*/ 162439 w 2647519"/>
              <a:gd name="connsiteY620" fmla="*/ 774785 h 2612594"/>
              <a:gd name="connsiteX621" fmla="*/ 162090 w 2647519"/>
              <a:gd name="connsiteY621" fmla="*/ 776287 h 2612594"/>
              <a:gd name="connsiteX622" fmla="*/ 151612 w 2647519"/>
              <a:gd name="connsiteY622" fmla="*/ 804862 h 2612594"/>
              <a:gd name="connsiteX623" fmla="*/ 143992 w 2647519"/>
              <a:gd name="connsiteY623" fmla="*/ 818197 h 2612594"/>
              <a:gd name="connsiteX624" fmla="*/ 142087 w 2647519"/>
              <a:gd name="connsiteY624" fmla="*/ 820102 h 2612594"/>
              <a:gd name="connsiteX625" fmla="*/ 133634 w 2647519"/>
              <a:gd name="connsiteY625" fmla="*/ 848201 h 2612594"/>
              <a:gd name="connsiteX626" fmla="*/ 131610 w 2647519"/>
              <a:gd name="connsiteY626" fmla="*/ 864870 h 2612594"/>
              <a:gd name="connsiteX627" fmla="*/ 129705 w 2647519"/>
              <a:gd name="connsiteY627" fmla="*/ 888682 h 2612594"/>
              <a:gd name="connsiteX628" fmla="*/ 116370 w 2647519"/>
              <a:gd name="connsiteY628" fmla="*/ 927735 h 2612594"/>
              <a:gd name="connsiteX629" fmla="*/ 103987 w 2647519"/>
              <a:gd name="connsiteY629" fmla="*/ 966787 h 2612594"/>
              <a:gd name="connsiteX630" fmla="*/ 90652 w 2647519"/>
              <a:gd name="connsiteY630" fmla="*/ 1023937 h 2612594"/>
              <a:gd name="connsiteX631" fmla="*/ 83032 w 2647519"/>
              <a:gd name="connsiteY631" fmla="*/ 1076325 h 2612594"/>
              <a:gd name="connsiteX632" fmla="*/ 78270 w 2647519"/>
              <a:gd name="connsiteY632" fmla="*/ 1128712 h 2612594"/>
              <a:gd name="connsiteX633" fmla="*/ 84937 w 2647519"/>
              <a:gd name="connsiteY633" fmla="*/ 1092517 h 2612594"/>
              <a:gd name="connsiteX634" fmla="*/ 85555 w 2647519"/>
              <a:gd name="connsiteY634" fmla="*/ 1089530 h 2612594"/>
              <a:gd name="connsiteX635" fmla="*/ 86842 w 2647519"/>
              <a:gd name="connsiteY635" fmla="*/ 1075372 h 2612594"/>
              <a:gd name="connsiteX636" fmla="*/ 94462 w 2647519"/>
              <a:gd name="connsiteY636" fmla="*/ 1022985 h 2612594"/>
              <a:gd name="connsiteX637" fmla="*/ 96848 w 2647519"/>
              <a:gd name="connsiteY637" fmla="*/ 1023781 h 2612594"/>
              <a:gd name="connsiteX638" fmla="*/ 97055 w 2647519"/>
              <a:gd name="connsiteY638" fmla="*/ 1022896 h 2612594"/>
              <a:gd name="connsiteX639" fmla="*/ 94463 w 2647519"/>
              <a:gd name="connsiteY639" fmla="*/ 1022032 h 2612594"/>
              <a:gd name="connsiteX640" fmla="*/ 107798 w 2647519"/>
              <a:gd name="connsiteY640" fmla="*/ 964882 h 2612594"/>
              <a:gd name="connsiteX641" fmla="*/ 120180 w 2647519"/>
              <a:gd name="connsiteY641" fmla="*/ 925829 h 2612594"/>
              <a:gd name="connsiteX642" fmla="*/ 133454 w 2647519"/>
              <a:gd name="connsiteY642" fmla="*/ 886956 h 2612594"/>
              <a:gd name="connsiteX643" fmla="*/ 132563 w 2647519"/>
              <a:gd name="connsiteY643" fmla="*/ 886777 h 2612594"/>
              <a:gd name="connsiteX644" fmla="*/ 134468 w 2647519"/>
              <a:gd name="connsiteY644" fmla="*/ 862965 h 2612594"/>
              <a:gd name="connsiteX645" fmla="*/ 144945 w 2647519"/>
              <a:gd name="connsiteY645" fmla="*/ 818197 h 2612594"/>
              <a:gd name="connsiteX646" fmla="*/ 152565 w 2647519"/>
              <a:gd name="connsiteY646" fmla="*/ 804862 h 2612594"/>
              <a:gd name="connsiteX647" fmla="*/ 152821 w 2647519"/>
              <a:gd name="connsiteY647" fmla="*/ 804166 h 2612594"/>
              <a:gd name="connsiteX648" fmla="*/ 163043 w 2647519"/>
              <a:gd name="connsiteY648" fmla="*/ 776287 h 2612594"/>
              <a:gd name="connsiteX649" fmla="*/ 194475 w 2647519"/>
              <a:gd name="connsiteY649" fmla="*/ 726757 h 2612594"/>
              <a:gd name="connsiteX650" fmla="*/ 223050 w 2647519"/>
              <a:gd name="connsiteY650" fmla="*/ 673417 h 2612594"/>
              <a:gd name="connsiteX651" fmla="*/ 238290 w 2647519"/>
              <a:gd name="connsiteY651" fmla="*/ 647700 h 2612594"/>
              <a:gd name="connsiteX652" fmla="*/ 253530 w 2647519"/>
              <a:gd name="connsiteY652" fmla="*/ 620077 h 2612594"/>
              <a:gd name="connsiteX653" fmla="*/ 286868 w 2647519"/>
              <a:gd name="connsiteY653" fmla="*/ 574357 h 2612594"/>
              <a:gd name="connsiteX654" fmla="*/ 451650 w 2647519"/>
              <a:gd name="connsiteY654" fmla="*/ 381000 h 2612594"/>
              <a:gd name="connsiteX655" fmla="*/ 495465 w 2647519"/>
              <a:gd name="connsiteY655" fmla="*/ 340995 h 2612594"/>
              <a:gd name="connsiteX656" fmla="*/ 600240 w 2647519"/>
              <a:gd name="connsiteY656" fmla="*/ 259080 h 2612594"/>
              <a:gd name="connsiteX657" fmla="*/ 636435 w 2647519"/>
              <a:gd name="connsiteY657" fmla="*/ 230505 h 2612594"/>
              <a:gd name="connsiteX658" fmla="*/ 684060 w 2647519"/>
              <a:gd name="connsiteY658" fmla="*/ 205740 h 2612594"/>
              <a:gd name="connsiteX659" fmla="*/ 714540 w 2647519"/>
              <a:gd name="connsiteY659" fmla="*/ 189547 h 2612594"/>
              <a:gd name="connsiteX660" fmla="*/ 730733 w 2647519"/>
              <a:gd name="connsiteY660" fmla="*/ 180975 h 2612594"/>
              <a:gd name="connsiteX661" fmla="*/ 748830 w 2647519"/>
              <a:gd name="connsiteY661" fmla="*/ 174307 h 2612594"/>
              <a:gd name="connsiteX662" fmla="*/ 808838 w 2647519"/>
              <a:gd name="connsiteY662" fmla="*/ 147637 h 2612594"/>
              <a:gd name="connsiteX663" fmla="*/ 974573 w 2647519"/>
              <a:gd name="connsiteY663" fmla="*/ 83820 h 2612594"/>
              <a:gd name="connsiteX664" fmla="*/ 1018388 w 2647519"/>
              <a:gd name="connsiteY664" fmla="*/ 78105 h 2612594"/>
              <a:gd name="connsiteX665" fmla="*/ 1049820 w 2647519"/>
              <a:gd name="connsiteY665" fmla="*/ 66675 h 2612594"/>
              <a:gd name="connsiteX666" fmla="*/ 1086015 w 2647519"/>
              <a:gd name="connsiteY666" fmla="*/ 57150 h 2612594"/>
              <a:gd name="connsiteX667" fmla="*/ 1162215 w 2647519"/>
              <a:gd name="connsiteY667" fmla="*/ 46672 h 2612594"/>
              <a:gd name="connsiteX668" fmla="*/ 1272229 w 2647519"/>
              <a:gd name="connsiteY668" fmla="*/ 41076 h 2612594"/>
              <a:gd name="connsiteX669" fmla="*/ 1360655 w 2647519"/>
              <a:gd name="connsiteY669" fmla="*/ 44043 h 2612594"/>
              <a:gd name="connsiteX670" fmla="*/ 1404150 w 2647519"/>
              <a:gd name="connsiteY670" fmla="*/ 0 h 2612594"/>
              <a:gd name="connsiteX671" fmla="*/ 1448917 w 2647519"/>
              <a:gd name="connsiteY671" fmla="*/ 2857 h 2612594"/>
              <a:gd name="connsiteX672" fmla="*/ 1494637 w 2647519"/>
              <a:gd name="connsiteY672" fmla="*/ 7620 h 2612594"/>
              <a:gd name="connsiteX673" fmla="*/ 1525117 w 2647519"/>
              <a:gd name="connsiteY673" fmla="*/ 15240 h 2612594"/>
              <a:gd name="connsiteX674" fmla="*/ 1545120 w 2647519"/>
              <a:gd name="connsiteY674" fmla="*/ 24765 h 2612594"/>
              <a:gd name="connsiteX675" fmla="*/ 1569885 w 2647519"/>
              <a:gd name="connsiteY675" fmla="*/ 20002 h 2612594"/>
              <a:gd name="connsiteX676" fmla="*/ 1607032 w 2647519"/>
              <a:gd name="connsiteY676" fmla="*/ 28575 h 2612594"/>
              <a:gd name="connsiteX677" fmla="*/ 1629892 w 2647519"/>
              <a:gd name="connsiteY677" fmla="*/ 35242 h 2612594"/>
              <a:gd name="connsiteX678" fmla="*/ 1628940 w 2647519"/>
              <a:gd name="connsiteY678" fmla="*/ 36195 h 2612594"/>
              <a:gd name="connsiteX679" fmla="*/ 1627987 w 2647519"/>
              <a:gd name="connsiteY679" fmla="*/ 42862 h 2612594"/>
              <a:gd name="connsiteX680" fmla="*/ 1588935 w 2647519"/>
              <a:gd name="connsiteY680" fmla="*/ 40005 h 2612594"/>
              <a:gd name="connsiteX681" fmla="*/ 1575600 w 2647519"/>
              <a:gd name="connsiteY681" fmla="*/ 36195 h 2612594"/>
              <a:gd name="connsiteX682" fmla="*/ 1562265 w 2647519"/>
              <a:gd name="connsiteY682" fmla="*/ 33337 h 2612594"/>
              <a:gd name="connsiteX683" fmla="*/ 1536547 w 2647519"/>
              <a:gd name="connsiteY683" fmla="*/ 27622 h 2612594"/>
              <a:gd name="connsiteX684" fmla="*/ 1510830 w 2647519"/>
              <a:gd name="connsiteY684" fmla="*/ 21907 h 2612594"/>
              <a:gd name="connsiteX685" fmla="*/ 1484160 w 2647519"/>
              <a:gd name="connsiteY685" fmla="*/ 18097 h 2612594"/>
              <a:gd name="connsiteX686" fmla="*/ 1454633 w 2647519"/>
              <a:gd name="connsiteY686" fmla="*/ 18097 h 2612594"/>
              <a:gd name="connsiteX687" fmla="*/ 1430820 w 2647519"/>
              <a:gd name="connsiteY687" fmla="*/ 18097 h 2612594"/>
              <a:gd name="connsiteX688" fmla="*/ 1393673 w 2647519"/>
              <a:gd name="connsiteY688" fmla="*/ 18097 h 2612594"/>
              <a:gd name="connsiteX689" fmla="*/ 1391928 w 2647519"/>
              <a:gd name="connsiteY689" fmla="*/ 17540 h 2612594"/>
              <a:gd name="connsiteX690" fmla="*/ 1375575 w 2647519"/>
              <a:gd name="connsiteY690" fmla="*/ 25717 h 2612594"/>
              <a:gd name="connsiteX691" fmla="*/ 1381290 w 2647519"/>
              <a:gd name="connsiteY691" fmla="*/ 35242 h 2612594"/>
              <a:gd name="connsiteX692" fmla="*/ 1438440 w 2647519"/>
              <a:gd name="connsiteY692" fmla="*/ 46672 h 2612594"/>
              <a:gd name="connsiteX693" fmla="*/ 1413008 w 2647519"/>
              <a:gd name="connsiteY693" fmla="*/ 47116 h 2612594"/>
              <a:gd name="connsiteX694" fmla="*/ 1413437 w 2647519"/>
              <a:gd name="connsiteY694" fmla="*/ 47149 h 2612594"/>
              <a:gd name="connsiteX695" fmla="*/ 1440345 w 2647519"/>
              <a:gd name="connsiteY695" fmla="*/ 46672 h 2612594"/>
              <a:gd name="connsiteX696" fmla="*/ 1463205 w 2647519"/>
              <a:gd name="connsiteY696" fmla="*/ 49530 h 2612594"/>
              <a:gd name="connsiteX697" fmla="*/ 1507020 w 2647519"/>
              <a:gd name="connsiteY697" fmla="*/ 58102 h 2612594"/>
              <a:gd name="connsiteX698" fmla="*/ 1527975 w 2647519"/>
              <a:gd name="connsiteY698" fmla="*/ 60960 h 2612594"/>
              <a:gd name="connsiteX699" fmla="*/ 1563218 w 2647519"/>
              <a:gd name="connsiteY699" fmla="*/ 68580 h 2612594"/>
              <a:gd name="connsiteX700" fmla="*/ 1599413 w 2647519"/>
              <a:gd name="connsiteY700" fmla="*/ 76200 h 2612594"/>
              <a:gd name="connsiteX701" fmla="*/ 1634655 w 2647519"/>
              <a:gd name="connsiteY701" fmla="*/ 84772 h 2612594"/>
              <a:gd name="connsiteX702" fmla="*/ 1669898 w 2647519"/>
              <a:gd name="connsiteY702" fmla="*/ 95250 h 2612594"/>
              <a:gd name="connsiteX703" fmla="*/ 1687043 w 2647519"/>
              <a:gd name="connsiteY703" fmla="*/ 100012 h 2612594"/>
              <a:gd name="connsiteX704" fmla="*/ 1704188 w 2647519"/>
              <a:gd name="connsiteY704" fmla="*/ 105727 h 2612594"/>
              <a:gd name="connsiteX705" fmla="*/ 1704409 w 2647519"/>
              <a:gd name="connsiteY705" fmla="*/ 105929 h 2612594"/>
              <a:gd name="connsiteX706" fmla="*/ 1716704 w 2647519"/>
              <a:gd name="connsiteY706" fmla="*/ 108049 h 2612594"/>
              <a:gd name="connsiteX707" fmla="*/ 1746499 w 2647519"/>
              <a:gd name="connsiteY707" fmla="*/ 119121 h 2612594"/>
              <a:gd name="connsiteX708" fmla="*/ 1750661 w 2647519"/>
              <a:gd name="connsiteY708" fmla="*/ 125427 h 2612594"/>
              <a:gd name="connsiteX709" fmla="*/ 1751813 w 2647519"/>
              <a:gd name="connsiteY709" fmla="*/ 125730 h 2612594"/>
              <a:gd name="connsiteX710" fmla="*/ 1778483 w 2647519"/>
              <a:gd name="connsiteY710" fmla="*/ 136207 h 2612594"/>
              <a:gd name="connsiteX711" fmla="*/ 1801343 w 2647519"/>
              <a:gd name="connsiteY711" fmla="*/ 145732 h 2612594"/>
              <a:gd name="connsiteX712" fmla="*/ 1824203 w 2647519"/>
              <a:gd name="connsiteY712" fmla="*/ 156210 h 2612594"/>
              <a:gd name="connsiteX713" fmla="*/ 1841348 w 2647519"/>
              <a:gd name="connsiteY713" fmla="*/ 165735 h 2612594"/>
              <a:gd name="connsiteX714" fmla="*/ 1852778 w 2647519"/>
              <a:gd name="connsiteY714" fmla="*/ 171450 h 2612594"/>
              <a:gd name="connsiteX715" fmla="*/ 1865160 w 2647519"/>
              <a:gd name="connsiteY715" fmla="*/ 178117 h 2612594"/>
              <a:gd name="connsiteX716" fmla="*/ 1907070 w 2647519"/>
              <a:gd name="connsiteY716" fmla="*/ 201930 h 2612594"/>
              <a:gd name="connsiteX717" fmla="*/ 1960410 w 2647519"/>
              <a:gd name="connsiteY717" fmla="*/ 236220 h 2612594"/>
              <a:gd name="connsiteX718" fmla="*/ 1988033 w 2647519"/>
              <a:gd name="connsiteY718" fmla="*/ 255270 h 2612594"/>
              <a:gd name="connsiteX719" fmla="*/ 1988833 w 2647519"/>
              <a:gd name="connsiteY719" fmla="*/ 255841 h 2612594"/>
              <a:gd name="connsiteX720" fmla="*/ 2002949 w 2647519"/>
              <a:gd name="connsiteY720" fmla="*/ 264417 h 2612594"/>
              <a:gd name="connsiteX721" fmla="*/ 2540483 w 2647519"/>
              <a:gd name="connsiteY721" fmla="*/ 1275397 h 2612594"/>
              <a:gd name="connsiteX722" fmla="*/ 2540081 w 2647519"/>
              <a:gd name="connsiteY722" fmla="*/ 1283368 h 2612594"/>
              <a:gd name="connsiteX723" fmla="*/ 2550960 w 2647519"/>
              <a:gd name="connsiteY723" fmla="*/ 1284922 h 2612594"/>
              <a:gd name="connsiteX724" fmla="*/ 2561437 w 2647519"/>
              <a:gd name="connsiteY724" fmla="*/ 1292542 h 2612594"/>
              <a:gd name="connsiteX725" fmla="*/ 2566200 w 2647519"/>
              <a:gd name="connsiteY725" fmla="*/ 1318259 h 2612594"/>
              <a:gd name="connsiteX726" fmla="*/ 2584297 w 2647519"/>
              <a:gd name="connsiteY726" fmla="*/ 1348739 h 2612594"/>
              <a:gd name="connsiteX727" fmla="*/ 2591918 w 2647519"/>
              <a:gd name="connsiteY727" fmla="*/ 1349432 h 2612594"/>
              <a:gd name="connsiteX728" fmla="*/ 2591918 w 2647519"/>
              <a:gd name="connsiteY728" fmla="*/ 1342072 h 2612594"/>
              <a:gd name="connsiteX729" fmla="*/ 2599661 w 2647519"/>
              <a:gd name="connsiteY729" fmla="*/ 1320563 h 2612594"/>
              <a:gd name="connsiteX730" fmla="*/ 2599537 w 2647519"/>
              <a:gd name="connsiteY730" fmla="*/ 1316355 h 2612594"/>
              <a:gd name="connsiteX731" fmla="*/ 2607157 w 2647519"/>
              <a:gd name="connsiteY731" fmla="*/ 1290637 h 2612594"/>
              <a:gd name="connsiteX732" fmla="*/ 2617635 w 2647519"/>
              <a:gd name="connsiteY732" fmla="*/ 1290637 h 2612594"/>
              <a:gd name="connsiteX733" fmla="*/ 2633827 w 2647519"/>
              <a:gd name="connsiteY733" fmla="*/ 1280160 h 2612594"/>
              <a:gd name="connsiteX734" fmla="*/ 2635732 w 2647519"/>
              <a:gd name="connsiteY734" fmla="*/ 1322070 h 2612594"/>
              <a:gd name="connsiteX735" fmla="*/ 2630970 w 2647519"/>
              <a:gd name="connsiteY735" fmla="*/ 1342072 h 2612594"/>
              <a:gd name="connsiteX736" fmla="*/ 2625255 w 2647519"/>
              <a:gd name="connsiteY736" fmla="*/ 1361122 h 2612594"/>
              <a:gd name="connsiteX737" fmla="*/ 2622397 w 2647519"/>
              <a:gd name="connsiteY737" fmla="*/ 1392555 h 2612594"/>
              <a:gd name="connsiteX738" fmla="*/ 2621445 w 2647519"/>
              <a:gd name="connsiteY738" fmla="*/ 1408747 h 2612594"/>
              <a:gd name="connsiteX739" fmla="*/ 2619540 w 2647519"/>
              <a:gd name="connsiteY739" fmla="*/ 1424940 h 2612594"/>
              <a:gd name="connsiteX740" fmla="*/ 2615479 w 2647519"/>
              <a:gd name="connsiteY740" fmla="*/ 1427648 h 2612594"/>
              <a:gd name="connsiteX741" fmla="*/ 2615730 w 2647519"/>
              <a:gd name="connsiteY741" fmla="*/ 1428749 h 2612594"/>
              <a:gd name="connsiteX742" fmla="*/ 2619621 w 2647519"/>
              <a:gd name="connsiteY742" fmla="*/ 1426155 h 2612594"/>
              <a:gd name="connsiteX743" fmla="*/ 2621445 w 2647519"/>
              <a:gd name="connsiteY743" fmla="*/ 1410652 h 2612594"/>
              <a:gd name="connsiteX744" fmla="*/ 2622397 w 2647519"/>
              <a:gd name="connsiteY744" fmla="*/ 1394460 h 2612594"/>
              <a:gd name="connsiteX745" fmla="*/ 2625255 w 2647519"/>
              <a:gd name="connsiteY745" fmla="*/ 1363027 h 2612594"/>
              <a:gd name="connsiteX746" fmla="*/ 2630970 w 2647519"/>
              <a:gd name="connsiteY746" fmla="*/ 1343977 h 2612594"/>
              <a:gd name="connsiteX747" fmla="*/ 2635732 w 2647519"/>
              <a:gd name="connsiteY747" fmla="*/ 1323975 h 2612594"/>
              <a:gd name="connsiteX748" fmla="*/ 2643352 w 2647519"/>
              <a:gd name="connsiteY748" fmla="*/ 1329690 h 2612594"/>
              <a:gd name="connsiteX749" fmla="*/ 2642400 w 2647519"/>
              <a:gd name="connsiteY749" fmla="*/ 1343977 h 2612594"/>
              <a:gd name="connsiteX750" fmla="*/ 2640495 w 2647519"/>
              <a:gd name="connsiteY750" fmla="*/ 1358265 h 2612594"/>
              <a:gd name="connsiteX751" fmla="*/ 2639542 w 2647519"/>
              <a:gd name="connsiteY751" fmla="*/ 1384935 h 2612594"/>
              <a:gd name="connsiteX752" fmla="*/ 2637637 w 2647519"/>
              <a:gd name="connsiteY752" fmla="*/ 1416367 h 2612594"/>
              <a:gd name="connsiteX753" fmla="*/ 2632875 w 2647519"/>
              <a:gd name="connsiteY753" fmla="*/ 1449705 h 2612594"/>
              <a:gd name="connsiteX754" fmla="*/ 2627160 w 2647519"/>
              <a:gd name="connsiteY754" fmla="*/ 1484947 h 2612594"/>
              <a:gd name="connsiteX755" fmla="*/ 2620492 w 2647519"/>
              <a:gd name="connsiteY755" fmla="*/ 1519237 h 2612594"/>
              <a:gd name="connsiteX756" fmla="*/ 2608110 w 2647519"/>
              <a:gd name="connsiteY756" fmla="*/ 1591627 h 2612594"/>
              <a:gd name="connsiteX757" fmla="*/ 2596680 w 2647519"/>
              <a:gd name="connsiteY757" fmla="*/ 1598295 h 2612594"/>
              <a:gd name="connsiteX758" fmla="*/ 2582392 w 2647519"/>
              <a:gd name="connsiteY758" fmla="*/ 1640205 h 2612594"/>
              <a:gd name="connsiteX759" fmla="*/ 2578582 w 2647519"/>
              <a:gd name="connsiteY759" fmla="*/ 1680210 h 2612594"/>
              <a:gd name="connsiteX760" fmla="*/ 2576677 w 2647519"/>
              <a:gd name="connsiteY760" fmla="*/ 1685925 h 2612594"/>
              <a:gd name="connsiteX761" fmla="*/ 2560485 w 2647519"/>
              <a:gd name="connsiteY761" fmla="*/ 1729740 h 2612594"/>
              <a:gd name="connsiteX762" fmla="*/ 2555722 w 2647519"/>
              <a:gd name="connsiteY762" fmla="*/ 1733550 h 2612594"/>
              <a:gd name="connsiteX763" fmla="*/ 2535720 w 2647519"/>
              <a:gd name="connsiteY763" fmla="*/ 1780222 h 2612594"/>
              <a:gd name="connsiteX764" fmla="*/ 2556675 w 2647519"/>
              <a:gd name="connsiteY764" fmla="*/ 1733550 h 2612594"/>
              <a:gd name="connsiteX765" fmla="*/ 2561437 w 2647519"/>
              <a:gd name="connsiteY765" fmla="*/ 1729740 h 2612594"/>
              <a:gd name="connsiteX766" fmla="*/ 2530957 w 2647519"/>
              <a:gd name="connsiteY766" fmla="*/ 1816417 h 2612594"/>
              <a:gd name="connsiteX767" fmla="*/ 2514765 w 2647519"/>
              <a:gd name="connsiteY767" fmla="*/ 1824990 h 2612594"/>
              <a:gd name="connsiteX768" fmla="*/ 2511407 w 2647519"/>
              <a:gd name="connsiteY768" fmla="*/ 1831707 h 2612594"/>
              <a:gd name="connsiteX769" fmla="*/ 2511908 w 2647519"/>
              <a:gd name="connsiteY769" fmla="*/ 1832609 h 2612594"/>
              <a:gd name="connsiteX770" fmla="*/ 2515718 w 2647519"/>
              <a:gd name="connsiteY770" fmla="*/ 1824989 h 2612594"/>
              <a:gd name="connsiteX771" fmla="*/ 2531910 w 2647519"/>
              <a:gd name="connsiteY771" fmla="*/ 1816417 h 2612594"/>
              <a:gd name="connsiteX772" fmla="*/ 2520480 w 2647519"/>
              <a:gd name="connsiteY772" fmla="*/ 1848802 h 2612594"/>
              <a:gd name="connsiteX773" fmla="*/ 2499525 w 2647519"/>
              <a:gd name="connsiteY773" fmla="*/ 1886902 h 2612594"/>
              <a:gd name="connsiteX774" fmla="*/ 2489048 w 2647519"/>
              <a:gd name="connsiteY774" fmla="*/ 1905952 h 2612594"/>
              <a:gd name="connsiteX775" fmla="*/ 2477618 w 2647519"/>
              <a:gd name="connsiteY775" fmla="*/ 1925002 h 2612594"/>
              <a:gd name="connsiteX776" fmla="*/ 2469045 w 2647519"/>
              <a:gd name="connsiteY776" fmla="*/ 1939289 h 2612594"/>
              <a:gd name="connsiteX777" fmla="*/ 2456663 w 2647519"/>
              <a:gd name="connsiteY777" fmla="*/ 1966912 h 2612594"/>
              <a:gd name="connsiteX778" fmla="*/ 2443328 w 2647519"/>
              <a:gd name="connsiteY778" fmla="*/ 1993582 h 2612594"/>
              <a:gd name="connsiteX779" fmla="*/ 2422373 w 2647519"/>
              <a:gd name="connsiteY779" fmla="*/ 2022157 h 2612594"/>
              <a:gd name="connsiteX780" fmla="*/ 2401418 w 2647519"/>
              <a:gd name="connsiteY780" fmla="*/ 2048827 h 2612594"/>
              <a:gd name="connsiteX781" fmla="*/ 2402291 w 2647519"/>
              <a:gd name="connsiteY781" fmla="*/ 2047029 h 2612594"/>
              <a:gd name="connsiteX782" fmla="*/ 2378557 w 2647519"/>
              <a:gd name="connsiteY782" fmla="*/ 2079307 h 2612594"/>
              <a:gd name="connsiteX783" fmla="*/ 2327122 w 2647519"/>
              <a:gd name="connsiteY783" fmla="*/ 2135505 h 2612594"/>
              <a:gd name="connsiteX784" fmla="*/ 2316996 w 2647519"/>
              <a:gd name="connsiteY784" fmla="*/ 2151085 h 2612594"/>
              <a:gd name="connsiteX785" fmla="*/ 2327122 w 2647519"/>
              <a:gd name="connsiteY785" fmla="*/ 2136457 h 2612594"/>
              <a:gd name="connsiteX786" fmla="*/ 2378557 w 2647519"/>
              <a:gd name="connsiteY786" fmla="*/ 2080259 h 2612594"/>
              <a:gd name="connsiteX787" fmla="*/ 2339505 w 2647519"/>
              <a:gd name="connsiteY787" fmla="*/ 2139314 h 2612594"/>
              <a:gd name="connsiteX788" fmla="*/ 2319383 w 2647519"/>
              <a:gd name="connsiteY788" fmla="*/ 2160389 h 2612594"/>
              <a:gd name="connsiteX789" fmla="*/ 2303230 w 2647519"/>
              <a:gd name="connsiteY789" fmla="*/ 2172263 h 2612594"/>
              <a:gd name="connsiteX790" fmla="*/ 2302357 w 2647519"/>
              <a:gd name="connsiteY790" fmla="*/ 2173605 h 2612594"/>
              <a:gd name="connsiteX791" fmla="*/ 2292258 w 2647519"/>
              <a:gd name="connsiteY791" fmla="*/ 2181374 h 2612594"/>
              <a:gd name="connsiteX792" fmla="*/ 2291880 w 2647519"/>
              <a:gd name="connsiteY792" fmla="*/ 2184082 h 2612594"/>
              <a:gd name="connsiteX793" fmla="*/ 2247112 w 2647519"/>
              <a:gd name="connsiteY793" fmla="*/ 2229802 h 2612594"/>
              <a:gd name="connsiteX794" fmla="*/ 2199487 w 2647519"/>
              <a:gd name="connsiteY794" fmla="*/ 2273617 h 2612594"/>
              <a:gd name="connsiteX795" fmla="*/ 2197285 w 2647519"/>
              <a:gd name="connsiteY795" fmla="*/ 2275215 h 2612594"/>
              <a:gd name="connsiteX796" fmla="*/ 2181390 w 2647519"/>
              <a:gd name="connsiteY796" fmla="*/ 2295524 h 2612594"/>
              <a:gd name="connsiteX797" fmla="*/ 2143290 w 2647519"/>
              <a:gd name="connsiteY797" fmla="*/ 2324099 h 2612594"/>
              <a:gd name="connsiteX798" fmla="*/ 2107681 w 2647519"/>
              <a:gd name="connsiteY798" fmla="*/ 2350806 h 2612594"/>
              <a:gd name="connsiteX799" fmla="*/ 2107553 w 2647519"/>
              <a:gd name="connsiteY799" fmla="*/ 2350961 h 2612594"/>
              <a:gd name="connsiteX800" fmla="*/ 2143290 w 2647519"/>
              <a:gd name="connsiteY800" fmla="*/ 2325052 h 2612594"/>
              <a:gd name="connsiteX801" fmla="*/ 2181390 w 2647519"/>
              <a:gd name="connsiteY801" fmla="*/ 2296477 h 2612594"/>
              <a:gd name="connsiteX802" fmla="*/ 2149957 w 2647519"/>
              <a:gd name="connsiteY802" fmla="*/ 2327909 h 2612594"/>
              <a:gd name="connsiteX803" fmla="*/ 2124359 w 2647519"/>
              <a:gd name="connsiteY803" fmla="*/ 2344578 h 2612594"/>
              <a:gd name="connsiteX804" fmla="*/ 2106651 w 2647519"/>
              <a:gd name="connsiteY804" fmla="*/ 2352057 h 2612594"/>
              <a:gd name="connsiteX805" fmla="*/ 2106142 w 2647519"/>
              <a:gd name="connsiteY805" fmla="*/ 2352675 h 2612594"/>
              <a:gd name="connsiteX806" fmla="*/ 2087092 w 2647519"/>
              <a:gd name="connsiteY806" fmla="*/ 2365057 h 2612594"/>
              <a:gd name="connsiteX807" fmla="*/ 2079914 w 2647519"/>
              <a:gd name="connsiteY807" fmla="*/ 2368384 h 2612594"/>
              <a:gd name="connsiteX808" fmla="*/ 2061852 w 2647519"/>
              <a:gd name="connsiteY808" fmla="*/ 2383036 h 2612594"/>
              <a:gd name="connsiteX809" fmla="*/ 2044230 w 2647519"/>
              <a:gd name="connsiteY809" fmla="*/ 2395537 h 2612594"/>
              <a:gd name="connsiteX810" fmla="*/ 2017560 w 2647519"/>
              <a:gd name="connsiteY810" fmla="*/ 2412682 h 2612594"/>
              <a:gd name="connsiteX811" fmla="*/ 2008988 w 2647519"/>
              <a:gd name="connsiteY811" fmla="*/ 2413635 h 2612594"/>
              <a:gd name="connsiteX812" fmla="*/ 1999460 w 2647519"/>
              <a:gd name="connsiteY812" fmla="*/ 2417870 h 2612594"/>
              <a:gd name="connsiteX813" fmla="*/ 1997979 w 2647519"/>
              <a:gd name="connsiteY813" fmla="*/ 2418995 h 2612594"/>
              <a:gd name="connsiteX814" fmla="*/ 2009940 w 2647519"/>
              <a:gd name="connsiteY814" fmla="*/ 2414587 h 2612594"/>
              <a:gd name="connsiteX815" fmla="*/ 2018513 w 2647519"/>
              <a:gd name="connsiteY815" fmla="*/ 2413635 h 2612594"/>
              <a:gd name="connsiteX816" fmla="*/ 1984223 w 2647519"/>
              <a:gd name="connsiteY816" fmla="*/ 2439352 h 2612594"/>
              <a:gd name="connsiteX817" fmla="*/ 1962315 w 2647519"/>
              <a:gd name="connsiteY817" fmla="*/ 2450783 h 2612594"/>
              <a:gd name="connsiteX818" fmla="*/ 1940408 w 2647519"/>
              <a:gd name="connsiteY818" fmla="*/ 2461260 h 2612594"/>
              <a:gd name="connsiteX819" fmla="*/ 1924934 w 2647519"/>
              <a:gd name="connsiteY819" fmla="*/ 2463581 h 2612594"/>
              <a:gd name="connsiteX820" fmla="*/ 1922310 w 2647519"/>
              <a:gd name="connsiteY820" fmla="*/ 2465070 h 2612594"/>
              <a:gd name="connsiteX821" fmla="*/ 1849920 w 2647519"/>
              <a:gd name="connsiteY821" fmla="*/ 2496502 h 2612594"/>
              <a:gd name="connsiteX822" fmla="*/ 1846229 w 2647519"/>
              <a:gd name="connsiteY822" fmla="*/ 2497341 h 2612594"/>
              <a:gd name="connsiteX823" fmla="*/ 1824203 w 2647519"/>
              <a:gd name="connsiteY823" fmla="*/ 2511742 h 2612594"/>
              <a:gd name="connsiteX824" fmla="*/ 1836585 w 2647519"/>
              <a:gd name="connsiteY824" fmla="*/ 2515552 h 2612594"/>
              <a:gd name="connsiteX825" fmla="*/ 1790865 w 2647519"/>
              <a:gd name="connsiteY825" fmla="*/ 2535555 h 2612594"/>
              <a:gd name="connsiteX826" fmla="*/ 1794675 w 2647519"/>
              <a:gd name="connsiteY826" fmla="*/ 2522220 h 2612594"/>
              <a:gd name="connsiteX827" fmla="*/ 1779435 w 2647519"/>
              <a:gd name="connsiteY827" fmla="*/ 2527935 h 2612594"/>
              <a:gd name="connsiteX828" fmla="*/ 1765148 w 2647519"/>
              <a:gd name="connsiteY828" fmla="*/ 2532697 h 2612594"/>
              <a:gd name="connsiteX829" fmla="*/ 1735620 w 2647519"/>
              <a:gd name="connsiteY829" fmla="*/ 2542222 h 2612594"/>
              <a:gd name="connsiteX830" fmla="*/ 1731675 w 2647519"/>
              <a:gd name="connsiteY830" fmla="*/ 2537487 h 2612594"/>
              <a:gd name="connsiteX831" fmla="*/ 1717522 w 2647519"/>
              <a:gd name="connsiteY831" fmla="*/ 2540317 h 2612594"/>
              <a:gd name="connsiteX832" fmla="*/ 1700377 w 2647519"/>
              <a:gd name="connsiteY832" fmla="*/ 2544127 h 2612594"/>
              <a:gd name="connsiteX833" fmla="*/ 1665135 w 2647519"/>
              <a:gd name="connsiteY833" fmla="*/ 2552700 h 2612594"/>
              <a:gd name="connsiteX834" fmla="*/ 1663973 w 2647519"/>
              <a:gd name="connsiteY834" fmla="*/ 2553240 h 2612594"/>
              <a:gd name="connsiteX835" fmla="*/ 1697520 w 2647519"/>
              <a:gd name="connsiteY835" fmla="*/ 2545079 h 2612594"/>
              <a:gd name="connsiteX836" fmla="*/ 1714665 w 2647519"/>
              <a:gd name="connsiteY836" fmla="*/ 2541269 h 2612594"/>
              <a:gd name="connsiteX837" fmla="*/ 1728952 w 2647519"/>
              <a:gd name="connsiteY837" fmla="*/ 2538412 h 2612594"/>
              <a:gd name="connsiteX838" fmla="*/ 1734667 w 2647519"/>
              <a:gd name="connsiteY838" fmla="*/ 2543174 h 2612594"/>
              <a:gd name="connsiteX839" fmla="*/ 1764195 w 2647519"/>
              <a:gd name="connsiteY839" fmla="*/ 2533649 h 2612594"/>
              <a:gd name="connsiteX840" fmla="*/ 1778482 w 2647519"/>
              <a:gd name="connsiteY840" fmla="*/ 2528887 h 2612594"/>
              <a:gd name="connsiteX841" fmla="*/ 1793722 w 2647519"/>
              <a:gd name="connsiteY841" fmla="*/ 2523172 h 2612594"/>
              <a:gd name="connsiteX842" fmla="*/ 1789912 w 2647519"/>
              <a:gd name="connsiteY842" fmla="*/ 2536507 h 2612594"/>
              <a:gd name="connsiteX843" fmla="*/ 1749907 w 2647519"/>
              <a:gd name="connsiteY843" fmla="*/ 2555557 h 2612594"/>
              <a:gd name="connsiteX844" fmla="*/ 1747946 w 2647519"/>
              <a:gd name="connsiteY844" fmla="*/ 2555008 h 2612594"/>
              <a:gd name="connsiteX845" fmla="*/ 1720380 w 2647519"/>
              <a:gd name="connsiteY845" fmla="*/ 2566034 h 2612594"/>
              <a:gd name="connsiteX846" fmla="*/ 1697520 w 2647519"/>
              <a:gd name="connsiteY846" fmla="*/ 2572702 h 2612594"/>
              <a:gd name="connsiteX847" fmla="*/ 1663230 w 2647519"/>
              <a:gd name="connsiteY847" fmla="*/ 2581274 h 2612594"/>
              <a:gd name="connsiteX848" fmla="*/ 1649062 w 2647519"/>
              <a:gd name="connsiteY848" fmla="*/ 2580084 h 2612594"/>
              <a:gd name="connsiteX849" fmla="*/ 1619428 w 2647519"/>
              <a:gd name="connsiteY849" fmla="*/ 2585850 h 2612594"/>
              <a:gd name="connsiteX850" fmla="*/ 1618462 w 2647519"/>
              <a:gd name="connsiteY850" fmla="*/ 2587942 h 2612594"/>
              <a:gd name="connsiteX851" fmla="*/ 1539405 w 2647519"/>
              <a:gd name="connsiteY851" fmla="*/ 2603182 h 2612594"/>
              <a:gd name="connsiteX852" fmla="*/ 1521307 w 2647519"/>
              <a:gd name="connsiteY852" fmla="*/ 2598419 h 2612594"/>
              <a:gd name="connsiteX853" fmla="*/ 1506067 w 2647519"/>
              <a:gd name="connsiteY853" fmla="*/ 2598419 h 2612594"/>
              <a:gd name="connsiteX854" fmla="*/ 1479397 w 2647519"/>
              <a:gd name="connsiteY854" fmla="*/ 2606992 h 2612594"/>
              <a:gd name="connsiteX855" fmla="*/ 1455585 w 2647519"/>
              <a:gd name="connsiteY855" fmla="*/ 2608897 h 2612594"/>
              <a:gd name="connsiteX856" fmla="*/ 1431772 w 2647519"/>
              <a:gd name="connsiteY856" fmla="*/ 2609849 h 2612594"/>
              <a:gd name="connsiteX857" fmla="*/ 1429185 w 2647519"/>
              <a:gd name="connsiteY857" fmla="*/ 2608741 h 2612594"/>
              <a:gd name="connsiteX858" fmla="*/ 1407484 w 2647519"/>
              <a:gd name="connsiteY858" fmla="*/ 2612588 h 2612594"/>
              <a:gd name="connsiteX859" fmla="*/ 1381290 w 2647519"/>
              <a:gd name="connsiteY859" fmla="*/ 2607944 h 2612594"/>
              <a:gd name="connsiteX860" fmla="*/ 1382243 w 2647519"/>
              <a:gd name="connsiteY860" fmla="*/ 2606992 h 2612594"/>
              <a:gd name="connsiteX861" fmla="*/ 1387005 w 2647519"/>
              <a:gd name="connsiteY861" fmla="*/ 2600324 h 2612594"/>
              <a:gd name="connsiteX862" fmla="*/ 1365098 w 2647519"/>
              <a:gd name="connsiteY862" fmla="*/ 2597467 h 2612594"/>
              <a:gd name="connsiteX863" fmla="*/ 1375575 w 2647519"/>
              <a:gd name="connsiteY863" fmla="*/ 2591752 h 2612594"/>
              <a:gd name="connsiteX864" fmla="*/ 1407008 w 2647519"/>
              <a:gd name="connsiteY864" fmla="*/ 2590799 h 2612594"/>
              <a:gd name="connsiteX865" fmla="*/ 1437488 w 2647519"/>
              <a:gd name="connsiteY865" fmla="*/ 2589847 h 2612594"/>
              <a:gd name="connsiteX866" fmla="*/ 1481302 w 2647519"/>
              <a:gd name="connsiteY866" fmla="*/ 2590799 h 2612594"/>
              <a:gd name="connsiteX867" fmla="*/ 1511782 w 2647519"/>
              <a:gd name="connsiteY867" fmla="*/ 2587942 h 2612594"/>
              <a:gd name="connsiteX868" fmla="*/ 1568932 w 2647519"/>
              <a:gd name="connsiteY868" fmla="*/ 2575559 h 2612594"/>
              <a:gd name="connsiteX869" fmla="*/ 1607032 w 2647519"/>
              <a:gd name="connsiteY869" fmla="*/ 2566987 h 2612594"/>
              <a:gd name="connsiteX870" fmla="*/ 1635607 w 2647519"/>
              <a:gd name="connsiteY870" fmla="*/ 2566034 h 2612594"/>
              <a:gd name="connsiteX871" fmla="*/ 1637595 w 2647519"/>
              <a:gd name="connsiteY871" fmla="*/ 2565111 h 2612594"/>
              <a:gd name="connsiteX872" fmla="*/ 1609890 w 2647519"/>
              <a:gd name="connsiteY872" fmla="*/ 2566035 h 2612594"/>
              <a:gd name="connsiteX873" fmla="*/ 1571790 w 2647519"/>
              <a:gd name="connsiteY873" fmla="*/ 2574607 h 2612594"/>
              <a:gd name="connsiteX874" fmla="*/ 1514640 w 2647519"/>
              <a:gd name="connsiteY874" fmla="*/ 2586990 h 2612594"/>
              <a:gd name="connsiteX875" fmla="*/ 1484160 w 2647519"/>
              <a:gd name="connsiteY875" fmla="*/ 2589847 h 2612594"/>
              <a:gd name="connsiteX876" fmla="*/ 1440345 w 2647519"/>
              <a:gd name="connsiteY876" fmla="*/ 2588895 h 2612594"/>
              <a:gd name="connsiteX877" fmla="*/ 1409865 w 2647519"/>
              <a:gd name="connsiteY877" fmla="*/ 2589847 h 2612594"/>
              <a:gd name="connsiteX878" fmla="*/ 1378432 w 2647519"/>
              <a:gd name="connsiteY878" fmla="*/ 2590800 h 2612594"/>
              <a:gd name="connsiteX879" fmla="*/ 1379385 w 2647519"/>
              <a:gd name="connsiteY879" fmla="*/ 2586990 h 2612594"/>
              <a:gd name="connsiteX880" fmla="*/ 1386052 w 2647519"/>
              <a:gd name="connsiteY880" fmla="*/ 2577465 h 2612594"/>
              <a:gd name="connsiteX881" fmla="*/ 1679422 w 2647519"/>
              <a:gd name="connsiteY881" fmla="*/ 2528887 h 2612594"/>
              <a:gd name="connsiteX882" fmla="*/ 1878495 w 2647519"/>
              <a:gd name="connsiteY882" fmla="*/ 2453640 h 2612594"/>
              <a:gd name="connsiteX883" fmla="*/ 1930882 w 2647519"/>
              <a:gd name="connsiteY883" fmla="*/ 2426017 h 2612594"/>
              <a:gd name="connsiteX884" fmla="*/ 1960410 w 2647519"/>
              <a:gd name="connsiteY884" fmla="*/ 2410777 h 2612594"/>
              <a:gd name="connsiteX885" fmla="*/ 1990890 w 2647519"/>
              <a:gd name="connsiteY885" fmla="*/ 2394585 h 2612594"/>
              <a:gd name="connsiteX886" fmla="*/ 2048040 w 2647519"/>
              <a:gd name="connsiteY886" fmla="*/ 2360295 h 2612594"/>
              <a:gd name="connsiteX887" fmla="*/ 2093760 w 2647519"/>
              <a:gd name="connsiteY887" fmla="*/ 2325052 h 2612594"/>
              <a:gd name="connsiteX888" fmla="*/ 2179485 w 2647519"/>
              <a:gd name="connsiteY888" fmla="*/ 2258377 h 2612594"/>
              <a:gd name="connsiteX889" fmla="*/ 2203297 w 2647519"/>
              <a:gd name="connsiteY889" fmla="*/ 2239327 h 2612594"/>
              <a:gd name="connsiteX890" fmla="*/ 2226157 w 2647519"/>
              <a:gd name="connsiteY890" fmla="*/ 2219325 h 2612594"/>
              <a:gd name="connsiteX891" fmla="*/ 2260447 w 2647519"/>
              <a:gd name="connsiteY891" fmla="*/ 2187892 h 2612594"/>
              <a:gd name="connsiteX892" fmla="*/ 2274735 w 2647519"/>
              <a:gd name="connsiteY892" fmla="*/ 2164080 h 2612594"/>
              <a:gd name="connsiteX893" fmla="*/ 2295258 w 2647519"/>
              <a:gd name="connsiteY893" fmla="*/ 2145267 h 2612594"/>
              <a:gd name="connsiteX894" fmla="*/ 2295423 w 2647519"/>
              <a:gd name="connsiteY894" fmla="*/ 2144085 h 2612594"/>
              <a:gd name="connsiteX895" fmla="*/ 2275688 w 2647519"/>
              <a:gd name="connsiteY895" fmla="*/ 2162175 h 2612594"/>
              <a:gd name="connsiteX896" fmla="*/ 2261400 w 2647519"/>
              <a:gd name="connsiteY896" fmla="*/ 2185987 h 2612594"/>
              <a:gd name="connsiteX897" fmla="*/ 2227110 w 2647519"/>
              <a:gd name="connsiteY897" fmla="*/ 2217420 h 2612594"/>
              <a:gd name="connsiteX898" fmla="*/ 2204250 w 2647519"/>
              <a:gd name="connsiteY898" fmla="*/ 2237422 h 2612594"/>
              <a:gd name="connsiteX899" fmla="*/ 2180438 w 2647519"/>
              <a:gd name="connsiteY899" fmla="*/ 2256472 h 2612594"/>
              <a:gd name="connsiteX900" fmla="*/ 2094713 w 2647519"/>
              <a:gd name="connsiteY900" fmla="*/ 2323147 h 2612594"/>
              <a:gd name="connsiteX901" fmla="*/ 2048993 w 2647519"/>
              <a:gd name="connsiteY901" fmla="*/ 2358390 h 2612594"/>
              <a:gd name="connsiteX902" fmla="*/ 1991843 w 2647519"/>
              <a:gd name="connsiteY902" fmla="*/ 2392680 h 2612594"/>
              <a:gd name="connsiteX903" fmla="*/ 1961363 w 2647519"/>
              <a:gd name="connsiteY903" fmla="*/ 2408872 h 2612594"/>
              <a:gd name="connsiteX904" fmla="*/ 1931835 w 2647519"/>
              <a:gd name="connsiteY904" fmla="*/ 2424112 h 2612594"/>
              <a:gd name="connsiteX905" fmla="*/ 1879448 w 2647519"/>
              <a:gd name="connsiteY905" fmla="*/ 2451735 h 2612594"/>
              <a:gd name="connsiteX906" fmla="*/ 1680375 w 2647519"/>
              <a:gd name="connsiteY906" fmla="*/ 2526982 h 2612594"/>
              <a:gd name="connsiteX907" fmla="*/ 1387005 w 2647519"/>
              <a:gd name="connsiteY907" fmla="*/ 2575560 h 2612594"/>
              <a:gd name="connsiteX908" fmla="*/ 1365098 w 2647519"/>
              <a:gd name="connsiteY908" fmla="*/ 2575560 h 2612594"/>
              <a:gd name="connsiteX909" fmla="*/ 1362240 w 2647519"/>
              <a:gd name="connsiteY909" fmla="*/ 2567940 h 2612594"/>
              <a:gd name="connsiteX910" fmla="*/ 1339380 w 2647519"/>
              <a:gd name="connsiteY910" fmla="*/ 2566987 h 2612594"/>
              <a:gd name="connsiteX911" fmla="*/ 1318425 w 2647519"/>
              <a:gd name="connsiteY911" fmla="*/ 2575560 h 2612594"/>
              <a:gd name="connsiteX912" fmla="*/ 1257465 w 2647519"/>
              <a:gd name="connsiteY912" fmla="*/ 2576512 h 2612594"/>
              <a:gd name="connsiteX913" fmla="*/ 1212698 w 2647519"/>
              <a:gd name="connsiteY913" fmla="*/ 2574607 h 2612594"/>
              <a:gd name="connsiteX914" fmla="*/ 1190790 w 2647519"/>
              <a:gd name="connsiteY914" fmla="*/ 2572702 h 2612594"/>
              <a:gd name="connsiteX915" fmla="*/ 1168883 w 2647519"/>
              <a:gd name="connsiteY915" fmla="*/ 2568892 h 2612594"/>
              <a:gd name="connsiteX916" fmla="*/ 1182080 w 2647519"/>
              <a:gd name="connsiteY916" fmla="*/ 2554816 h 2612594"/>
              <a:gd name="connsiteX917" fmla="*/ 1179360 w 2647519"/>
              <a:gd name="connsiteY917" fmla="*/ 2555557 h 2612594"/>
              <a:gd name="connsiteX918" fmla="*/ 1130192 w 2647519"/>
              <a:gd name="connsiteY918" fmla="*/ 2546452 h 2612594"/>
              <a:gd name="connsiteX919" fmla="*/ 1127925 w 2647519"/>
              <a:gd name="connsiteY919" fmla="*/ 2546985 h 2612594"/>
              <a:gd name="connsiteX920" fmla="*/ 1033628 w 2647519"/>
              <a:gd name="connsiteY920" fmla="*/ 2529840 h 2612594"/>
              <a:gd name="connsiteX921" fmla="*/ 996480 w 2647519"/>
              <a:gd name="connsiteY921" fmla="*/ 2522220 h 2612594"/>
              <a:gd name="connsiteX922" fmla="*/ 964095 w 2647519"/>
              <a:gd name="connsiteY922" fmla="*/ 2516505 h 2612594"/>
              <a:gd name="connsiteX923" fmla="*/ 925043 w 2647519"/>
              <a:gd name="connsiteY923" fmla="*/ 2498407 h 2612594"/>
              <a:gd name="connsiteX924" fmla="*/ 876465 w 2647519"/>
              <a:gd name="connsiteY924" fmla="*/ 2480310 h 2612594"/>
              <a:gd name="connsiteX925" fmla="*/ 825983 w 2647519"/>
              <a:gd name="connsiteY925" fmla="*/ 2460307 h 2612594"/>
              <a:gd name="connsiteX926" fmla="*/ 834555 w 2647519"/>
              <a:gd name="connsiteY926" fmla="*/ 2453640 h 2612594"/>
              <a:gd name="connsiteX927" fmla="*/ 869798 w 2647519"/>
              <a:gd name="connsiteY927" fmla="*/ 2460307 h 2612594"/>
              <a:gd name="connsiteX928" fmla="*/ 885038 w 2647519"/>
              <a:gd name="connsiteY928" fmla="*/ 2473642 h 2612594"/>
              <a:gd name="connsiteX929" fmla="*/ 937425 w 2647519"/>
              <a:gd name="connsiteY929" fmla="*/ 2488882 h 2612594"/>
              <a:gd name="connsiteX930" fmla="*/ 1041248 w 2647519"/>
              <a:gd name="connsiteY930" fmla="*/ 2515552 h 2612594"/>
              <a:gd name="connsiteX931" fmla="*/ 1066965 w 2647519"/>
              <a:gd name="connsiteY931" fmla="*/ 2520315 h 2612594"/>
              <a:gd name="connsiteX932" fmla="*/ 1094588 w 2647519"/>
              <a:gd name="connsiteY932" fmla="*/ 2525077 h 2612594"/>
              <a:gd name="connsiteX933" fmla="*/ 1125068 w 2647519"/>
              <a:gd name="connsiteY933" fmla="*/ 2531745 h 2612594"/>
              <a:gd name="connsiteX934" fmla="*/ 1158657 w 2647519"/>
              <a:gd name="connsiteY934" fmla="*/ 2539008 h 2612594"/>
              <a:gd name="connsiteX935" fmla="*/ 1161262 w 2647519"/>
              <a:gd name="connsiteY935" fmla="*/ 2538412 h 2612594"/>
              <a:gd name="connsiteX936" fmla="*/ 1192695 w 2647519"/>
              <a:gd name="connsiteY936" fmla="*/ 2543175 h 2612594"/>
              <a:gd name="connsiteX937" fmla="*/ 1193647 w 2647519"/>
              <a:gd name="connsiteY937" fmla="*/ 2541270 h 2612594"/>
              <a:gd name="connsiteX938" fmla="*/ 1239367 w 2647519"/>
              <a:gd name="connsiteY938" fmla="*/ 2543175 h 2612594"/>
              <a:gd name="connsiteX939" fmla="*/ 1246987 w 2647519"/>
              <a:gd name="connsiteY939" fmla="*/ 2544127 h 2612594"/>
              <a:gd name="connsiteX940" fmla="*/ 1317472 w 2647519"/>
              <a:gd name="connsiteY940" fmla="*/ 2544127 h 2612594"/>
              <a:gd name="connsiteX941" fmla="*/ 1368907 w 2647519"/>
              <a:gd name="connsiteY941" fmla="*/ 2546032 h 2612594"/>
              <a:gd name="connsiteX942" fmla="*/ 1429867 w 2647519"/>
              <a:gd name="connsiteY942" fmla="*/ 2541270 h 2612594"/>
              <a:gd name="connsiteX943" fmla="*/ 1437487 w 2647519"/>
              <a:gd name="connsiteY943" fmla="*/ 2541270 h 2612594"/>
              <a:gd name="connsiteX944" fmla="*/ 1440345 w 2647519"/>
              <a:gd name="connsiteY944" fmla="*/ 2548890 h 2612594"/>
              <a:gd name="connsiteX945" fmla="*/ 1500352 w 2647519"/>
              <a:gd name="connsiteY945" fmla="*/ 2541270 h 2612594"/>
              <a:gd name="connsiteX946" fmla="*/ 1540357 w 2647519"/>
              <a:gd name="connsiteY946" fmla="*/ 2531745 h 2612594"/>
              <a:gd name="connsiteX947" fmla="*/ 1563217 w 2647519"/>
              <a:gd name="connsiteY947" fmla="*/ 2527935 h 2612594"/>
              <a:gd name="connsiteX948" fmla="*/ 1577505 w 2647519"/>
              <a:gd name="connsiteY948" fmla="*/ 2526030 h 2612594"/>
              <a:gd name="connsiteX949" fmla="*/ 1608937 w 2647519"/>
              <a:gd name="connsiteY949" fmla="*/ 2518410 h 2612594"/>
              <a:gd name="connsiteX950" fmla="*/ 1634655 w 2647519"/>
              <a:gd name="connsiteY950" fmla="*/ 2512695 h 2612594"/>
              <a:gd name="connsiteX951" fmla="*/ 1660372 w 2647519"/>
              <a:gd name="connsiteY951" fmla="*/ 2506027 h 2612594"/>
              <a:gd name="connsiteX952" fmla="*/ 1707545 w 2647519"/>
              <a:gd name="connsiteY952" fmla="*/ 2497863 h 2612594"/>
              <a:gd name="connsiteX953" fmla="*/ 1713713 w 2647519"/>
              <a:gd name="connsiteY953" fmla="*/ 2495550 h 2612594"/>
              <a:gd name="connsiteX954" fmla="*/ 1664183 w 2647519"/>
              <a:gd name="connsiteY954" fmla="*/ 2504122 h 2612594"/>
              <a:gd name="connsiteX955" fmla="*/ 1638465 w 2647519"/>
              <a:gd name="connsiteY955" fmla="*/ 2510790 h 2612594"/>
              <a:gd name="connsiteX956" fmla="*/ 1612748 w 2647519"/>
              <a:gd name="connsiteY956" fmla="*/ 2516505 h 2612594"/>
              <a:gd name="connsiteX957" fmla="*/ 1581315 w 2647519"/>
              <a:gd name="connsiteY957" fmla="*/ 2524125 h 2612594"/>
              <a:gd name="connsiteX958" fmla="*/ 1567028 w 2647519"/>
              <a:gd name="connsiteY958" fmla="*/ 2526030 h 2612594"/>
              <a:gd name="connsiteX959" fmla="*/ 1544168 w 2647519"/>
              <a:gd name="connsiteY959" fmla="*/ 2529840 h 2612594"/>
              <a:gd name="connsiteX960" fmla="*/ 1482255 w 2647519"/>
              <a:gd name="connsiteY960" fmla="*/ 2535555 h 2612594"/>
              <a:gd name="connsiteX961" fmla="*/ 1440345 w 2647519"/>
              <a:gd name="connsiteY961" fmla="*/ 2539365 h 2612594"/>
              <a:gd name="connsiteX962" fmla="*/ 1432725 w 2647519"/>
              <a:gd name="connsiteY962" fmla="*/ 2539365 h 2612594"/>
              <a:gd name="connsiteX963" fmla="*/ 1371765 w 2647519"/>
              <a:gd name="connsiteY963" fmla="*/ 2544127 h 2612594"/>
              <a:gd name="connsiteX964" fmla="*/ 1320330 w 2647519"/>
              <a:gd name="connsiteY964" fmla="*/ 2542222 h 2612594"/>
              <a:gd name="connsiteX965" fmla="*/ 1249845 w 2647519"/>
              <a:gd name="connsiteY965" fmla="*/ 2542222 h 2612594"/>
              <a:gd name="connsiteX966" fmla="*/ 1242225 w 2647519"/>
              <a:gd name="connsiteY966" fmla="*/ 2541270 h 2612594"/>
              <a:gd name="connsiteX967" fmla="*/ 1212698 w 2647519"/>
              <a:gd name="connsiteY967" fmla="*/ 2528887 h 2612594"/>
              <a:gd name="connsiteX968" fmla="*/ 1196505 w 2647519"/>
              <a:gd name="connsiteY968" fmla="*/ 2539365 h 2612594"/>
              <a:gd name="connsiteX969" fmla="*/ 1196464 w 2647519"/>
              <a:gd name="connsiteY969" fmla="*/ 2539447 h 2612594"/>
              <a:gd name="connsiteX970" fmla="*/ 1209840 w 2647519"/>
              <a:gd name="connsiteY970" fmla="*/ 2530792 h 2612594"/>
              <a:gd name="connsiteX971" fmla="*/ 1239368 w 2647519"/>
              <a:gd name="connsiteY971" fmla="*/ 2543174 h 2612594"/>
              <a:gd name="connsiteX972" fmla="*/ 1193648 w 2647519"/>
              <a:gd name="connsiteY972" fmla="*/ 2541269 h 2612594"/>
              <a:gd name="connsiteX973" fmla="*/ 1194008 w 2647519"/>
              <a:gd name="connsiteY973" fmla="*/ 2541036 h 2612594"/>
              <a:gd name="connsiteX974" fmla="*/ 1164120 w 2647519"/>
              <a:gd name="connsiteY974" fmla="*/ 2536507 h 2612594"/>
              <a:gd name="connsiteX975" fmla="*/ 1128878 w 2647519"/>
              <a:gd name="connsiteY975" fmla="*/ 2528887 h 2612594"/>
              <a:gd name="connsiteX976" fmla="*/ 1098398 w 2647519"/>
              <a:gd name="connsiteY976" fmla="*/ 2522220 h 2612594"/>
              <a:gd name="connsiteX977" fmla="*/ 1070775 w 2647519"/>
              <a:gd name="connsiteY977" fmla="*/ 2517457 h 2612594"/>
              <a:gd name="connsiteX978" fmla="*/ 1045058 w 2647519"/>
              <a:gd name="connsiteY978" fmla="*/ 2512695 h 2612594"/>
              <a:gd name="connsiteX979" fmla="*/ 941235 w 2647519"/>
              <a:gd name="connsiteY979" fmla="*/ 2486025 h 2612594"/>
              <a:gd name="connsiteX980" fmla="*/ 888848 w 2647519"/>
              <a:gd name="connsiteY980" fmla="*/ 2470785 h 2612594"/>
              <a:gd name="connsiteX981" fmla="*/ 873608 w 2647519"/>
              <a:gd name="connsiteY981" fmla="*/ 2457450 h 2612594"/>
              <a:gd name="connsiteX982" fmla="*/ 838365 w 2647519"/>
              <a:gd name="connsiteY982" fmla="*/ 2450782 h 2612594"/>
              <a:gd name="connsiteX983" fmla="*/ 785978 w 2647519"/>
              <a:gd name="connsiteY983" fmla="*/ 2424112 h 2612594"/>
              <a:gd name="connsiteX984" fmla="*/ 770738 w 2647519"/>
              <a:gd name="connsiteY984" fmla="*/ 2425065 h 2612594"/>
              <a:gd name="connsiteX985" fmla="*/ 716445 w 2647519"/>
              <a:gd name="connsiteY985" fmla="*/ 2397442 h 2612594"/>
              <a:gd name="connsiteX986" fmla="*/ 706920 w 2647519"/>
              <a:gd name="connsiteY986" fmla="*/ 2380297 h 2612594"/>
              <a:gd name="connsiteX987" fmla="*/ 708825 w 2647519"/>
              <a:gd name="connsiteY987" fmla="*/ 2379345 h 2612594"/>
              <a:gd name="connsiteX988" fmla="*/ 742163 w 2647519"/>
              <a:gd name="connsiteY988" fmla="*/ 2397442 h 2612594"/>
              <a:gd name="connsiteX989" fmla="*/ 775500 w 2647519"/>
              <a:gd name="connsiteY989" fmla="*/ 2415540 h 2612594"/>
              <a:gd name="connsiteX990" fmla="*/ 785025 w 2647519"/>
              <a:gd name="connsiteY990" fmla="*/ 2409825 h 2612594"/>
              <a:gd name="connsiteX991" fmla="*/ 745973 w 2647519"/>
              <a:gd name="connsiteY991" fmla="*/ 2384107 h 2612594"/>
              <a:gd name="connsiteX992" fmla="*/ 713588 w 2647519"/>
              <a:gd name="connsiteY992" fmla="*/ 2369820 h 2612594"/>
              <a:gd name="connsiteX993" fmla="*/ 668820 w 2647519"/>
              <a:gd name="connsiteY993" fmla="*/ 2344102 h 2612594"/>
              <a:gd name="connsiteX994" fmla="*/ 630720 w 2647519"/>
              <a:gd name="connsiteY994" fmla="*/ 2319337 h 2612594"/>
              <a:gd name="connsiteX995" fmla="*/ 570713 w 2647519"/>
              <a:gd name="connsiteY995" fmla="*/ 2293620 h 2612594"/>
              <a:gd name="connsiteX996" fmla="*/ 547853 w 2647519"/>
              <a:gd name="connsiteY996" fmla="*/ 2274570 h 2612594"/>
              <a:gd name="connsiteX997" fmla="*/ 552615 w 2647519"/>
              <a:gd name="connsiteY997" fmla="*/ 2272665 h 2612594"/>
              <a:gd name="connsiteX998" fmla="*/ 575475 w 2647519"/>
              <a:gd name="connsiteY998" fmla="*/ 2279332 h 2612594"/>
              <a:gd name="connsiteX999" fmla="*/ 527850 w 2647519"/>
              <a:gd name="connsiteY999" fmla="*/ 2229802 h 2612594"/>
              <a:gd name="connsiteX1000" fmla="*/ 501180 w 2647519"/>
              <a:gd name="connsiteY1000" fmla="*/ 2207895 h 2612594"/>
              <a:gd name="connsiteX1001" fmla="*/ 476415 w 2647519"/>
              <a:gd name="connsiteY1001" fmla="*/ 2185987 h 2612594"/>
              <a:gd name="connsiteX1002" fmla="*/ 444983 w 2647519"/>
              <a:gd name="connsiteY1002" fmla="*/ 2160270 h 2612594"/>
              <a:gd name="connsiteX1003" fmla="*/ 399263 w 2647519"/>
              <a:gd name="connsiteY1003" fmla="*/ 2109787 h 2612594"/>
              <a:gd name="connsiteX1004" fmla="*/ 396126 w 2647519"/>
              <a:gd name="connsiteY1004" fmla="*/ 2099983 h 2612594"/>
              <a:gd name="connsiteX1005" fmla="*/ 386880 w 2647519"/>
              <a:gd name="connsiteY1005" fmla="*/ 2090737 h 2612594"/>
              <a:gd name="connsiteX1006" fmla="*/ 355448 w 2647519"/>
              <a:gd name="connsiteY1006" fmla="*/ 2056447 h 2612594"/>
              <a:gd name="connsiteX1007" fmla="*/ 351638 w 2647519"/>
              <a:gd name="connsiteY1007" fmla="*/ 2039302 h 2612594"/>
              <a:gd name="connsiteX1008" fmla="*/ 339255 w 2647519"/>
              <a:gd name="connsiteY1008" fmla="*/ 2022157 h 2612594"/>
              <a:gd name="connsiteX1009" fmla="*/ 337780 w 2647519"/>
              <a:gd name="connsiteY1009" fmla="*/ 2019844 h 2612594"/>
              <a:gd name="connsiteX1010" fmla="*/ 323062 w 2647519"/>
              <a:gd name="connsiteY1010" fmla="*/ 2009774 h 2612594"/>
              <a:gd name="connsiteX1011" fmla="*/ 294487 w 2647519"/>
              <a:gd name="connsiteY1011" fmla="*/ 1968817 h 2612594"/>
              <a:gd name="connsiteX1012" fmla="*/ 278295 w 2647519"/>
              <a:gd name="connsiteY1012" fmla="*/ 1930717 h 2612594"/>
              <a:gd name="connsiteX1013" fmla="*/ 276390 w 2647519"/>
              <a:gd name="connsiteY1013" fmla="*/ 1930717 h 2612594"/>
              <a:gd name="connsiteX1014" fmla="*/ 254483 w 2647519"/>
              <a:gd name="connsiteY1014" fmla="*/ 1888807 h 2612594"/>
              <a:gd name="connsiteX1015" fmla="*/ 233528 w 2647519"/>
              <a:gd name="connsiteY1015" fmla="*/ 1846897 h 2612594"/>
              <a:gd name="connsiteX1016" fmla="*/ 211620 w 2647519"/>
              <a:gd name="connsiteY1016" fmla="*/ 1798320 h 2612594"/>
              <a:gd name="connsiteX1017" fmla="*/ 191618 w 2647519"/>
              <a:gd name="connsiteY1017" fmla="*/ 1748790 h 2612594"/>
              <a:gd name="connsiteX1018" fmla="*/ 211620 w 2647519"/>
              <a:gd name="connsiteY1018" fmla="*/ 1782127 h 2612594"/>
              <a:gd name="connsiteX1019" fmla="*/ 231623 w 2647519"/>
              <a:gd name="connsiteY1019" fmla="*/ 1824037 h 2612594"/>
              <a:gd name="connsiteX1020" fmla="*/ 238290 w 2647519"/>
              <a:gd name="connsiteY1020" fmla="*/ 1846897 h 2612594"/>
              <a:gd name="connsiteX1021" fmla="*/ 241046 w 2647519"/>
              <a:gd name="connsiteY1021" fmla="*/ 1850938 h 2612594"/>
              <a:gd name="connsiteX1022" fmla="*/ 237654 w 2647519"/>
              <a:gd name="connsiteY1022" fmla="*/ 1833303 h 2612594"/>
              <a:gd name="connsiteX1023" fmla="*/ 228809 w 2647519"/>
              <a:gd name="connsiteY1023" fmla="*/ 1817250 h 2612594"/>
              <a:gd name="connsiteX1024" fmla="*/ 214411 w 2647519"/>
              <a:gd name="connsiteY1024" fmla="*/ 1784874 h 2612594"/>
              <a:gd name="connsiteX1025" fmla="*/ 197332 w 2647519"/>
              <a:gd name="connsiteY1025" fmla="*/ 1756409 h 2612594"/>
              <a:gd name="connsiteX1026" fmla="*/ 176377 w 2647519"/>
              <a:gd name="connsiteY1026" fmla="*/ 1699259 h 2612594"/>
              <a:gd name="connsiteX1027" fmla="*/ 158424 w 2647519"/>
              <a:gd name="connsiteY1027" fmla="*/ 1640674 h 2612594"/>
              <a:gd name="connsiteX1028" fmla="*/ 152529 w 2647519"/>
              <a:gd name="connsiteY1028" fmla="*/ 1623596 h 2612594"/>
              <a:gd name="connsiteX1029" fmla="*/ 126853 w 2647519"/>
              <a:gd name="connsiteY1029" fmla="*/ 1521108 h 2612594"/>
              <a:gd name="connsiteX1030" fmla="*/ 115498 w 2647519"/>
              <a:gd name="connsiteY1030" fmla="*/ 1446707 h 2612594"/>
              <a:gd name="connsiteX1031" fmla="*/ 115417 w 2647519"/>
              <a:gd name="connsiteY1031" fmla="*/ 1448752 h 2612594"/>
              <a:gd name="connsiteX1032" fmla="*/ 116370 w 2647519"/>
              <a:gd name="connsiteY1032" fmla="*/ 1463992 h 2612594"/>
              <a:gd name="connsiteX1033" fmla="*/ 121132 w 2647519"/>
              <a:gd name="connsiteY1033" fmla="*/ 1499235 h 2612594"/>
              <a:gd name="connsiteX1034" fmla="*/ 126847 w 2647519"/>
              <a:gd name="connsiteY1034" fmla="*/ 1535430 h 2612594"/>
              <a:gd name="connsiteX1035" fmla="*/ 117322 w 2647519"/>
              <a:gd name="connsiteY1035" fmla="*/ 1503997 h 2612594"/>
              <a:gd name="connsiteX1036" fmla="*/ 110655 w 2647519"/>
              <a:gd name="connsiteY1036" fmla="*/ 1463992 h 2612594"/>
              <a:gd name="connsiteX1037" fmla="*/ 103035 w 2647519"/>
              <a:gd name="connsiteY1037" fmla="*/ 1463992 h 2612594"/>
              <a:gd name="connsiteX1038" fmla="*/ 98272 w 2647519"/>
              <a:gd name="connsiteY1038" fmla="*/ 1427797 h 2612594"/>
              <a:gd name="connsiteX1039" fmla="*/ 91605 w 2647519"/>
              <a:gd name="connsiteY1039" fmla="*/ 1404937 h 2612594"/>
              <a:gd name="connsiteX1040" fmla="*/ 85890 w 2647519"/>
              <a:gd name="connsiteY1040" fmla="*/ 1383030 h 2612594"/>
              <a:gd name="connsiteX1041" fmla="*/ 69697 w 2647519"/>
              <a:gd name="connsiteY1041" fmla="*/ 1365885 h 2612594"/>
              <a:gd name="connsiteX1042" fmla="*/ 64935 w 2647519"/>
              <a:gd name="connsiteY1042" fmla="*/ 1365885 h 2612594"/>
              <a:gd name="connsiteX1043" fmla="*/ 60172 w 2647519"/>
              <a:gd name="connsiteY1043" fmla="*/ 1342072 h 2612594"/>
              <a:gd name="connsiteX1044" fmla="*/ 58267 w 2647519"/>
              <a:gd name="connsiteY1044" fmla="*/ 1311592 h 2612594"/>
              <a:gd name="connsiteX1045" fmla="*/ 62077 w 2647519"/>
              <a:gd name="connsiteY1045" fmla="*/ 1268730 h 2612594"/>
              <a:gd name="connsiteX1046" fmla="*/ 63982 w 2647519"/>
              <a:gd name="connsiteY1046" fmla="*/ 1253490 h 2612594"/>
              <a:gd name="connsiteX1047" fmla="*/ 67226 w 2647519"/>
              <a:gd name="connsiteY1047" fmla="*/ 1243037 h 2612594"/>
              <a:gd name="connsiteX1048" fmla="*/ 65649 w 2647519"/>
              <a:gd name="connsiteY1048" fmla="*/ 1219200 h 2612594"/>
              <a:gd name="connsiteX1049" fmla="*/ 67792 w 2647519"/>
              <a:gd name="connsiteY1049" fmla="*/ 1183957 h 2612594"/>
              <a:gd name="connsiteX1050" fmla="*/ 71602 w 2647519"/>
              <a:gd name="connsiteY1050" fmla="*/ 1176814 h 2612594"/>
              <a:gd name="connsiteX1051" fmla="*/ 71602 w 2647519"/>
              <a:gd name="connsiteY1051" fmla="*/ 1172527 h 2612594"/>
              <a:gd name="connsiteX1052" fmla="*/ 63982 w 2647519"/>
              <a:gd name="connsiteY1052" fmla="*/ 1186815 h 2612594"/>
              <a:gd name="connsiteX1053" fmla="*/ 57315 w 2647519"/>
              <a:gd name="connsiteY1053" fmla="*/ 1177290 h 2612594"/>
              <a:gd name="connsiteX1054" fmla="*/ 44932 w 2647519"/>
              <a:gd name="connsiteY1054" fmla="*/ 1160145 h 2612594"/>
              <a:gd name="connsiteX1055" fmla="*/ 42670 w 2647519"/>
              <a:gd name="connsiteY1055" fmla="*/ 1146572 h 2612594"/>
              <a:gd name="connsiteX1056" fmla="*/ 42075 w 2647519"/>
              <a:gd name="connsiteY1056" fmla="*/ 1147762 h 2612594"/>
              <a:gd name="connsiteX1057" fmla="*/ 38265 w 2647519"/>
              <a:gd name="connsiteY1057" fmla="*/ 1185862 h 2612594"/>
              <a:gd name="connsiteX1058" fmla="*/ 35407 w 2647519"/>
              <a:gd name="connsiteY1058" fmla="*/ 1223962 h 2612594"/>
              <a:gd name="connsiteX1059" fmla="*/ 32550 w 2647519"/>
              <a:gd name="connsiteY1059" fmla="*/ 1253490 h 2612594"/>
              <a:gd name="connsiteX1060" fmla="*/ 32550 w 2647519"/>
              <a:gd name="connsiteY1060" fmla="*/ 1314449 h 2612594"/>
              <a:gd name="connsiteX1061" fmla="*/ 33502 w 2647519"/>
              <a:gd name="connsiteY1061" fmla="*/ 1345882 h 2612594"/>
              <a:gd name="connsiteX1062" fmla="*/ 35407 w 2647519"/>
              <a:gd name="connsiteY1062" fmla="*/ 1377314 h 2612594"/>
              <a:gd name="connsiteX1063" fmla="*/ 26835 w 2647519"/>
              <a:gd name="connsiteY1063" fmla="*/ 1406842 h 2612594"/>
              <a:gd name="connsiteX1064" fmla="*/ 24930 w 2647519"/>
              <a:gd name="connsiteY1064" fmla="*/ 1406842 h 2612594"/>
              <a:gd name="connsiteX1065" fmla="*/ 19215 w 2647519"/>
              <a:gd name="connsiteY1065" fmla="*/ 1349692 h 2612594"/>
              <a:gd name="connsiteX1066" fmla="*/ 19215 w 2647519"/>
              <a:gd name="connsiteY1066" fmla="*/ 1290637 h 2612594"/>
              <a:gd name="connsiteX1067" fmla="*/ 23977 w 2647519"/>
              <a:gd name="connsiteY1067" fmla="*/ 1244917 h 2612594"/>
              <a:gd name="connsiteX1068" fmla="*/ 32546 w 2647519"/>
              <a:gd name="connsiteY1068" fmla="*/ 1253485 h 2612594"/>
              <a:gd name="connsiteX1069" fmla="*/ 24930 w 2647519"/>
              <a:gd name="connsiteY1069" fmla="*/ 1243965 h 2612594"/>
              <a:gd name="connsiteX1070" fmla="*/ 23025 w 2647519"/>
              <a:gd name="connsiteY1070" fmla="*/ 1209675 h 2612594"/>
              <a:gd name="connsiteX1071" fmla="*/ 24930 w 2647519"/>
              <a:gd name="connsiteY1071" fmla="*/ 1157287 h 2612594"/>
              <a:gd name="connsiteX1072" fmla="*/ 25882 w 2647519"/>
              <a:gd name="connsiteY1072" fmla="*/ 1143000 h 2612594"/>
              <a:gd name="connsiteX1073" fmla="*/ 28740 w 2647519"/>
              <a:gd name="connsiteY1073" fmla="*/ 1119187 h 2612594"/>
              <a:gd name="connsiteX1074" fmla="*/ 40170 w 2647519"/>
              <a:gd name="connsiteY1074" fmla="*/ 1076325 h 2612594"/>
              <a:gd name="connsiteX1075" fmla="*/ 45865 w 2647519"/>
              <a:gd name="connsiteY1075" fmla="*/ 1047851 h 2612594"/>
              <a:gd name="connsiteX1076" fmla="*/ 43980 w 2647519"/>
              <a:gd name="connsiteY1076" fmla="*/ 1041082 h 2612594"/>
              <a:gd name="connsiteX1077" fmla="*/ 37312 w 2647519"/>
              <a:gd name="connsiteY1077" fmla="*/ 1079182 h 2612594"/>
              <a:gd name="connsiteX1078" fmla="*/ 25882 w 2647519"/>
              <a:gd name="connsiteY1078" fmla="*/ 1122045 h 2612594"/>
              <a:gd name="connsiteX1079" fmla="*/ 23025 w 2647519"/>
              <a:gd name="connsiteY1079" fmla="*/ 1145857 h 2612594"/>
              <a:gd name="connsiteX1080" fmla="*/ 22072 w 2647519"/>
              <a:gd name="connsiteY1080" fmla="*/ 1160145 h 2612594"/>
              <a:gd name="connsiteX1081" fmla="*/ 20167 w 2647519"/>
              <a:gd name="connsiteY1081" fmla="*/ 1212532 h 2612594"/>
              <a:gd name="connsiteX1082" fmla="*/ 22072 w 2647519"/>
              <a:gd name="connsiteY1082" fmla="*/ 1246822 h 2612594"/>
              <a:gd name="connsiteX1083" fmla="*/ 17310 w 2647519"/>
              <a:gd name="connsiteY1083" fmla="*/ 1292542 h 2612594"/>
              <a:gd name="connsiteX1084" fmla="*/ 17310 w 2647519"/>
              <a:gd name="connsiteY1084" fmla="*/ 1351597 h 2612594"/>
              <a:gd name="connsiteX1085" fmla="*/ 23025 w 2647519"/>
              <a:gd name="connsiteY1085" fmla="*/ 1408747 h 2612594"/>
              <a:gd name="connsiteX1086" fmla="*/ 24930 w 2647519"/>
              <a:gd name="connsiteY1086" fmla="*/ 1408747 h 2612594"/>
              <a:gd name="connsiteX1087" fmla="*/ 37312 w 2647519"/>
              <a:gd name="connsiteY1087" fmla="*/ 1463040 h 2612594"/>
              <a:gd name="connsiteX1088" fmla="*/ 43980 w 2647519"/>
              <a:gd name="connsiteY1088" fmla="*/ 1507807 h 2612594"/>
              <a:gd name="connsiteX1089" fmla="*/ 58267 w 2647519"/>
              <a:gd name="connsiteY1089" fmla="*/ 1553527 h 2612594"/>
              <a:gd name="connsiteX1090" fmla="*/ 80770 w 2647519"/>
              <a:gd name="connsiteY1090" fmla="*/ 1651843 h 2612594"/>
              <a:gd name="connsiteX1091" fmla="*/ 82734 w 2647519"/>
              <a:gd name="connsiteY1091" fmla="*/ 1670685 h 2612594"/>
              <a:gd name="connsiteX1092" fmla="*/ 86843 w 2647519"/>
              <a:gd name="connsiteY1092" fmla="*/ 1670685 h 2612594"/>
              <a:gd name="connsiteX1093" fmla="*/ 107798 w 2647519"/>
              <a:gd name="connsiteY1093" fmla="*/ 1721167 h 2612594"/>
              <a:gd name="connsiteX1094" fmla="*/ 115418 w 2647519"/>
              <a:gd name="connsiteY1094" fmla="*/ 1746885 h 2612594"/>
              <a:gd name="connsiteX1095" fmla="*/ 101130 w 2647519"/>
              <a:gd name="connsiteY1095" fmla="*/ 1724977 h 2612594"/>
              <a:gd name="connsiteX1096" fmla="*/ 85890 w 2647519"/>
              <a:gd name="connsiteY1096" fmla="*/ 1690687 h 2612594"/>
              <a:gd name="connsiteX1097" fmla="*/ 84938 w 2647519"/>
              <a:gd name="connsiteY1097" fmla="*/ 1700212 h 2612594"/>
              <a:gd name="connsiteX1098" fmla="*/ 76651 w 2647519"/>
              <a:gd name="connsiteY1098" fmla="*/ 1674524 h 2612594"/>
              <a:gd name="connsiteX1099" fmla="*/ 70650 w 2647519"/>
              <a:gd name="connsiteY1099" fmla="*/ 1675447 h 2612594"/>
              <a:gd name="connsiteX1100" fmla="*/ 63982 w 2647519"/>
              <a:gd name="connsiteY1100" fmla="*/ 1653540 h 2612594"/>
              <a:gd name="connsiteX1101" fmla="*/ 41122 w 2647519"/>
              <a:gd name="connsiteY1101" fmla="*/ 1601152 h 2612594"/>
              <a:gd name="connsiteX1102" fmla="*/ 26835 w 2647519"/>
              <a:gd name="connsiteY1102" fmla="*/ 1554480 h 2612594"/>
              <a:gd name="connsiteX1103" fmla="*/ 25882 w 2647519"/>
              <a:gd name="connsiteY1103" fmla="*/ 1515427 h 2612594"/>
              <a:gd name="connsiteX1104" fmla="*/ 19215 w 2647519"/>
              <a:gd name="connsiteY1104" fmla="*/ 1469707 h 2612594"/>
              <a:gd name="connsiteX1105" fmla="*/ 14452 w 2647519"/>
              <a:gd name="connsiteY1105" fmla="*/ 1423987 h 2612594"/>
              <a:gd name="connsiteX1106" fmla="*/ 3975 w 2647519"/>
              <a:gd name="connsiteY1106" fmla="*/ 1390650 h 2612594"/>
              <a:gd name="connsiteX1107" fmla="*/ 10642 w 2647519"/>
              <a:gd name="connsiteY1107" fmla="*/ 1213485 h 2612594"/>
              <a:gd name="connsiteX1108" fmla="*/ 17310 w 2647519"/>
              <a:gd name="connsiteY1108" fmla="*/ 1167765 h 2612594"/>
              <a:gd name="connsiteX1109" fmla="*/ 11595 w 2647519"/>
              <a:gd name="connsiteY1109" fmla="*/ 1143000 h 2612594"/>
              <a:gd name="connsiteX1110" fmla="*/ 23025 w 2647519"/>
              <a:gd name="connsiteY1110" fmla="*/ 1074420 h 2612594"/>
              <a:gd name="connsiteX1111" fmla="*/ 25882 w 2647519"/>
              <a:gd name="connsiteY1111" fmla="*/ 1058227 h 2612594"/>
              <a:gd name="connsiteX1112" fmla="*/ 33502 w 2647519"/>
              <a:gd name="connsiteY1112" fmla="*/ 1002982 h 2612594"/>
              <a:gd name="connsiteX1113" fmla="*/ 53505 w 2647519"/>
              <a:gd name="connsiteY1113" fmla="*/ 962977 h 2612594"/>
              <a:gd name="connsiteX1114" fmla="*/ 48742 w 2647519"/>
              <a:gd name="connsiteY1114" fmla="*/ 1017270 h 2612594"/>
              <a:gd name="connsiteX1115" fmla="*/ 53503 w 2647519"/>
              <a:gd name="connsiteY1115" fmla="*/ 1007964 h 2612594"/>
              <a:gd name="connsiteX1116" fmla="*/ 56362 w 2647519"/>
              <a:gd name="connsiteY1116" fmla="*/ 985718 h 2612594"/>
              <a:gd name="connsiteX1117" fmla="*/ 57315 w 2647519"/>
              <a:gd name="connsiteY1117" fmla="*/ 961072 h 2612594"/>
              <a:gd name="connsiteX1118" fmla="*/ 65887 w 2647519"/>
              <a:gd name="connsiteY1118" fmla="*/ 929639 h 2612594"/>
              <a:gd name="connsiteX1119" fmla="*/ 79222 w 2647519"/>
              <a:gd name="connsiteY1119" fmla="*/ 882014 h 2612594"/>
              <a:gd name="connsiteX1120" fmla="*/ 95415 w 2647519"/>
              <a:gd name="connsiteY1120" fmla="*/ 833437 h 2612594"/>
              <a:gd name="connsiteX1121" fmla="*/ 96628 w 2647519"/>
              <a:gd name="connsiteY1121" fmla="*/ 832072 h 2612594"/>
              <a:gd name="connsiteX1122" fmla="*/ 103988 w 2647519"/>
              <a:gd name="connsiteY1122" fmla="*/ 793432 h 2612594"/>
              <a:gd name="connsiteX1123" fmla="*/ 114465 w 2647519"/>
              <a:gd name="connsiteY1123" fmla="*/ 765809 h 2612594"/>
              <a:gd name="connsiteX1124" fmla="*/ 126848 w 2647519"/>
              <a:gd name="connsiteY1124" fmla="*/ 742949 h 2612594"/>
              <a:gd name="connsiteX1125" fmla="*/ 151613 w 2647519"/>
              <a:gd name="connsiteY1125" fmla="*/ 695324 h 2612594"/>
              <a:gd name="connsiteX1126" fmla="*/ 171615 w 2647519"/>
              <a:gd name="connsiteY1126" fmla="*/ 652462 h 2612594"/>
              <a:gd name="connsiteX1127" fmla="*/ 200190 w 2647519"/>
              <a:gd name="connsiteY1127" fmla="*/ 597217 h 2612594"/>
              <a:gd name="connsiteX1128" fmla="*/ 221145 w 2647519"/>
              <a:gd name="connsiteY1128" fmla="*/ 573404 h 2612594"/>
              <a:gd name="connsiteX1129" fmla="*/ 238290 w 2647519"/>
              <a:gd name="connsiteY1129" fmla="*/ 540067 h 2612594"/>
              <a:gd name="connsiteX1130" fmla="*/ 252578 w 2647519"/>
              <a:gd name="connsiteY1130" fmla="*/ 519112 h 2612594"/>
              <a:gd name="connsiteX1131" fmla="*/ 267818 w 2647519"/>
              <a:gd name="connsiteY1131" fmla="*/ 511492 h 2612594"/>
              <a:gd name="connsiteX1132" fmla="*/ 271628 w 2647519"/>
              <a:gd name="connsiteY1132" fmla="*/ 505777 h 2612594"/>
              <a:gd name="connsiteX1133" fmla="*/ 286868 w 2647519"/>
              <a:gd name="connsiteY1133" fmla="*/ 475297 h 2612594"/>
              <a:gd name="connsiteX1134" fmla="*/ 316395 w 2647519"/>
              <a:gd name="connsiteY1134" fmla="*/ 441007 h 2612594"/>
              <a:gd name="connsiteX1135" fmla="*/ 317199 w 2647519"/>
              <a:gd name="connsiteY1135" fmla="*/ 455339 h 2612594"/>
              <a:gd name="connsiteX1136" fmla="*/ 315045 w 2647519"/>
              <a:gd name="connsiteY1136" fmla="*/ 461363 h 2612594"/>
              <a:gd name="connsiteX1137" fmla="*/ 345922 w 2647519"/>
              <a:gd name="connsiteY1137" fmla="*/ 429577 h 2612594"/>
              <a:gd name="connsiteX1138" fmla="*/ 361162 w 2647519"/>
              <a:gd name="connsiteY1138" fmla="*/ 409575 h 2612594"/>
              <a:gd name="connsiteX1139" fmla="*/ 381165 w 2647519"/>
              <a:gd name="connsiteY1139" fmla="*/ 390525 h 2612594"/>
              <a:gd name="connsiteX1140" fmla="*/ 382889 w 2647519"/>
              <a:gd name="connsiteY1140" fmla="*/ 392440 h 2612594"/>
              <a:gd name="connsiteX1141" fmla="*/ 382118 w 2647519"/>
              <a:gd name="connsiteY1141" fmla="*/ 391477 h 2612594"/>
              <a:gd name="connsiteX1142" fmla="*/ 406883 w 2647519"/>
              <a:gd name="connsiteY1142" fmla="*/ 366712 h 2612594"/>
              <a:gd name="connsiteX1143" fmla="*/ 431648 w 2647519"/>
              <a:gd name="connsiteY1143" fmla="*/ 343852 h 2612594"/>
              <a:gd name="connsiteX1144" fmla="*/ 458318 w 2647519"/>
              <a:gd name="connsiteY1144" fmla="*/ 315277 h 2612594"/>
              <a:gd name="connsiteX1145" fmla="*/ 495465 w 2647519"/>
              <a:gd name="connsiteY1145" fmla="*/ 287654 h 2612594"/>
              <a:gd name="connsiteX1146" fmla="*/ 535470 w 2647519"/>
              <a:gd name="connsiteY1146" fmla="*/ 258127 h 2612594"/>
              <a:gd name="connsiteX1147" fmla="*/ 559389 w 2647519"/>
              <a:gd name="connsiteY1147" fmla="*/ 241440 h 2612594"/>
              <a:gd name="connsiteX1148" fmla="*/ 575475 w 2647519"/>
              <a:gd name="connsiteY1148" fmla="*/ 226694 h 2612594"/>
              <a:gd name="connsiteX1149" fmla="*/ 604050 w 2647519"/>
              <a:gd name="connsiteY1149" fmla="*/ 209549 h 2612594"/>
              <a:gd name="connsiteX1150" fmla="*/ 634530 w 2647519"/>
              <a:gd name="connsiteY1150" fmla="*/ 193357 h 2612594"/>
              <a:gd name="connsiteX1151" fmla="*/ 638565 w 2647519"/>
              <a:gd name="connsiteY1151" fmla="*/ 191282 h 2612594"/>
              <a:gd name="connsiteX1152" fmla="*/ 648937 w 2647519"/>
              <a:gd name="connsiteY1152" fmla="*/ 181094 h 2612594"/>
              <a:gd name="connsiteX1153" fmla="*/ 665963 w 2647519"/>
              <a:gd name="connsiteY1153" fmla="*/ 168592 h 2612594"/>
              <a:gd name="connsiteX1154" fmla="*/ 684656 w 2647519"/>
              <a:gd name="connsiteY1154" fmla="*/ 159067 h 2612594"/>
              <a:gd name="connsiteX1155" fmla="*/ 697880 w 2647519"/>
              <a:gd name="connsiteY1155" fmla="*/ 156023 h 2612594"/>
              <a:gd name="connsiteX1156" fmla="*/ 700252 w 2647519"/>
              <a:gd name="connsiteY1156" fmla="*/ 154304 h 2612594"/>
              <a:gd name="connsiteX1157" fmla="*/ 959332 w 2647519"/>
              <a:gd name="connsiteY1157" fmla="*/ 49529 h 2612594"/>
              <a:gd name="connsiteX1158" fmla="*/ 968945 w 2647519"/>
              <a:gd name="connsiteY1158" fmla="*/ 47439 h 2612594"/>
              <a:gd name="connsiteX1159" fmla="*/ 995527 w 2647519"/>
              <a:gd name="connsiteY1159" fmla="*/ 38099 h 2612594"/>
              <a:gd name="connsiteX1160" fmla="*/ 1013863 w 2647519"/>
              <a:gd name="connsiteY1160" fmla="*/ 34408 h 2612594"/>
              <a:gd name="connsiteX1161" fmla="*/ 1023424 w 2647519"/>
              <a:gd name="connsiteY1161" fmla="*/ 34327 h 2612594"/>
              <a:gd name="connsiteX1162" fmla="*/ 1026960 w 2647519"/>
              <a:gd name="connsiteY1162" fmla="*/ 33337 h 2612594"/>
              <a:gd name="connsiteX1163" fmla="*/ 1244130 w 2647519"/>
              <a:gd name="connsiteY1163" fmla="*/ 4762 h 2612594"/>
              <a:gd name="connsiteX1164" fmla="*/ 1305804 w 2647519"/>
              <a:gd name="connsiteY1164" fmla="*/ 4524 h 2612594"/>
              <a:gd name="connsiteX1165" fmla="*/ 1371765 w 2647519"/>
              <a:gd name="connsiteY1165" fmla="*/ 5714 h 2612594"/>
              <a:gd name="connsiteX1166" fmla="*/ 1372993 w 2647519"/>
              <a:gd name="connsiteY1166" fmla="*/ 6635 h 2612594"/>
              <a:gd name="connsiteX1167" fmla="*/ 1405103 w 2647519"/>
              <a:gd name="connsiteY1167" fmla="*/ 2857 h 2612594"/>
              <a:gd name="connsiteX1168" fmla="*/ 1434630 w 2647519"/>
              <a:gd name="connsiteY1168" fmla="*/ 7619 h 2612594"/>
              <a:gd name="connsiteX1169" fmla="*/ 1464158 w 2647519"/>
              <a:gd name="connsiteY1169" fmla="*/ 13334 h 2612594"/>
              <a:gd name="connsiteX1170" fmla="*/ 1479392 w 2647519"/>
              <a:gd name="connsiteY1170" fmla="*/ 16797 h 2612594"/>
              <a:gd name="connsiteX1171" fmla="*/ 1463205 w 2647519"/>
              <a:gd name="connsiteY1171" fmla="*/ 12382 h 2612594"/>
              <a:gd name="connsiteX1172" fmla="*/ 1433677 w 2647519"/>
              <a:gd name="connsiteY1172" fmla="*/ 6667 h 2612594"/>
              <a:gd name="connsiteX1173" fmla="*/ 1404150 w 2647519"/>
              <a:gd name="connsiteY1173" fmla="*/ 1905 h 2612594"/>
              <a:gd name="connsiteX1174" fmla="*/ 1404150 w 2647519"/>
              <a:gd name="connsiteY1174" fmla="*/ 0 h 26125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  <a:cxn ang="0">
                <a:pos x="connsiteX1101" y="connsiteY1101"/>
              </a:cxn>
              <a:cxn ang="0">
                <a:pos x="connsiteX1102" y="connsiteY1102"/>
              </a:cxn>
              <a:cxn ang="0">
                <a:pos x="connsiteX1103" y="connsiteY1103"/>
              </a:cxn>
              <a:cxn ang="0">
                <a:pos x="connsiteX1104" y="connsiteY1104"/>
              </a:cxn>
              <a:cxn ang="0">
                <a:pos x="connsiteX1105" y="connsiteY1105"/>
              </a:cxn>
              <a:cxn ang="0">
                <a:pos x="connsiteX1106" y="connsiteY1106"/>
              </a:cxn>
              <a:cxn ang="0">
                <a:pos x="connsiteX1107" y="connsiteY1107"/>
              </a:cxn>
              <a:cxn ang="0">
                <a:pos x="connsiteX1108" y="connsiteY1108"/>
              </a:cxn>
              <a:cxn ang="0">
                <a:pos x="connsiteX1109" y="connsiteY1109"/>
              </a:cxn>
              <a:cxn ang="0">
                <a:pos x="connsiteX1110" y="connsiteY1110"/>
              </a:cxn>
              <a:cxn ang="0">
                <a:pos x="connsiteX1111" y="connsiteY1111"/>
              </a:cxn>
              <a:cxn ang="0">
                <a:pos x="connsiteX1112" y="connsiteY1112"/>
              </a:cxn>
              <a:cxn ang="0">
                <a:pos x="connsiteX1113" y="connsiteY1113"/>
              </a:cxn>
              <a:cxn ang="0">
                <a:pos x="connsiteX1114" y="connsiteY1114"/>
              </a:cxn>
              <a:cxn ang="0">
                <a:pos x="connsiteX1115" y="connsiteY1115"/>
              </a:cxn>
              <a:cxn ang="0">
                <a:pos x="connsiteX1116" y="connsiteY1116"/>
              </a:cxn>
              <a:cxn ang="0">
                <a:pos x="connsiteX1117" y="connsiteY1117"/>
              </a:cxn>
              <a:cxn ang="0">
                <a:pos x="connsiteX1118" y="connsiteY1118"/>
              </a:cxn>
              <a:cxn ang="0">
                <a:pos x="connsiteX1119" y="connsiteY1119"/>
              </a:cxn>
              <a:cxn ang="0">
                <a:pos x="connsiteX1120" y="connsiteY1120"/>
              </a:cxn>
              <a:cxn ang="0">
                <a:pos x="connsiteX1121" y="connsiteY1121"/>
              </a:cxn>
              <a:cxn ang="0">
                <a:pos x="connsiteX1122" y="connsiteY1122"/>
              </a:cxn>
              <a:cxn ang="0">
                <a:pos x="connsiteX1123" y="connsiteY1123"/>
              </a:cxn>
              <a:cxn ang="0">
                <a:pos x="connsiteX1124" y="connsiteY1124"/>
              </a:cxn>
              <a:cxn ang="0">
                <a:pos x="connsiteX1125" y="connsiteY1125"/>
              </a:cxn>
              <a:cxn ang="0">
                <a:pos x="connsiteX1126" y="connsiteY1126"/>
              </a:cxn>
              <a:cxn ang="0">
                <a:pos x="connsiteX1127" y="connsiteY1127"/>
              </a:cxn>
              <a:cxn ang="0">
                <a:pos x="connsiteX1128" y="connsiteY1128"/>
              </a:cxn>
              <a:cxn ang="0">
                <a:pos x="connsiteX1129" y="connsiteY1129"/>
              </a:cxn>
              <a:cxn ang="0">
                <a:pos x="connsiteX1130" y="connsiteY1130"/>
              </a:cxn>
              <a:cxn ang="0">
                <a:pos x="connsiteX1131" y="connsiteY1131"/>
              </a:cxn>
              <a:cxn ang="0">
                <a:pos x="connsiteX1132" y="connsiteY1132"/>
              </a:cxn>
              <a:cxn ang="0">
                <a:pos x="connsiteX1133" y="connsiteY1133"/>
              </a:cxn>
              <a:cxn ang="0">
                <a:pos x="connsiteX1134" y="connsiteY1134"/>
              </a:cxn>
              <a:cxn ang="0">
                <a:pos x="connsiteX1135" y="connsiteY1135"/>
              </a:cxn>
              <a:cxn ang="0">
                <a:pos x="connsiteX1136" y="connsiteY1136"/>
              </a:cxn>
              <a:cxn ang="0">
                <a:pos x="connsiteX1137" y="connsiteY1137"/>
              </a:cxn>
              <a:cxn ang="0">
                <a:pos x="connsiteX1138" y="connsiteY1138"/>
              </a:cxn>
              <a:cxn ang="0">
                <a:pos x="connsiteX1139" y="connsiteY1139"/>
              </a:cxn>
              <a:cxn ang="0">
                <a:pos x="connsiteX1140" y="connsiteY1140"/>
              </a:cxn>
              <a:cxn ang="0">
                <a:pos x="connsiteX1141" y="connsiteY1141"/>
              </a:cxn>
              <a:cxn ang="0">
                <a:pos x="connsiteX1142" y="connsiteY1142"/>
              </a:cxn>
              <a:cxn ang="0">
                <a:pos x="connsiteX1143" y="connsiteY1143"/>
              </a:cxn>
              <a:cxn ang="0">
                <a:pos x="connsiteX1144" y="connsiteY1144"/>
              </a:cxn>
              <a:cxn ang="0">
                <a:pos x="connsiteX1145" y="connsiteY1145"/>
              </a:cxn>
              <a:cxn ang="0">
                <a:pos x="connsiteX1146" y="connsiteY1146"/>
              </a:cxn>
              <a:cxn ang="0">
                <a:pos x="connsiteX1147" y="connsiteY1147"/>
              </a:cxn>
              <a:cxn ang="0">
                <a:pos x="connsiteX1148" y="connsiteY1148"/>
              </a:cxn>
              <a:cxn ang="0">
                <a:pos x="connsiteX1149" y="connsiteY1149"/>
              </a:cxn>
              <a:cxn ang="0">
                <a:pos x="connsiteX1150" y="connsiteY1150"/>
              </a:cxn>
              <a:cxn ang="0">
                <a:pos x="connsiteX1151" y="connsiteY1151"/>
              </a:cxn>
              <a:cxn ang="0">
                <a:pos x="connsiteX1152" y="connsiteY1152"/>
              </a:cxn>
              <a:cxn ang="0">
                <a:pos x="connsiteX1153" y="connsiteY1153"/>
              </a:cxn>
              <a:cxn ang="0">
                <a:pos x="connsiteX1154" y="connsiteY1154"/>
              </a:cxn>
              <a:cxn ang="0">
                <a:pos x="connsiteX1155" y="connsiteY1155"/>
              </a:cxn>
              <a:cxn ang="0">
                <a:pos x="connsiteX1156" y="connsiteY1156"/>
              </a:cxn>
              <a:cxn ang="0">
                <a:pos x="connsiteX1157" y="connsiteY1157"/>
              </a:cxn>
              <a:cxn ang="0">
                <a:pos x="connsiteX1158" y="connsiteY1158"/>
              </a:cxn>
              <a:cxn ang="0">
                <a:pos x="connsiteX1159" y="connsiteY1159"/>
              </a:cxn>
              <a:cxn ang="0">
                <a:pos x="connsiteX1160" y="connsiteY1160"/>
              </a:cxn>
              <a:cxn ang="0">
                <a:pos x="connsiteX1161" y="connsiteY1161"/>
              </a:cxn>
              <a:cxn ang="0">
                <a:pos x="connsiteX1162" y="connsiteY1162"/>
              </a:cxn>
              <a:cxn ang="0">
                <a:pos x="connsiteX1163" y="connsiteY1163"/>
              </a:cxn>
              <a:cxn ang="0">
                <a:pos x="connsiteX1164" y="connsiteY1164"/>
              </a:cxn>
              <a:cxn ang="0">
                <a:pos x="connsiteX1165" y="connsiteY1165"/>
              </a:cxn>
              <a:cxn ang="0">
                <a:pos x="connsiteX1166" y="connsiteY1166"/>
              </a:cxn>
              <a:cxn ang="0">
                <a:pos x="connsiteX1167" y="connsiteY1167"/>
              </a:cxn>
              <a:cxn ang="0">
                <a:pos x="connsiteX1168" y="connsiteY1168"/>
              </a:cxn>
              <a:cxn ang="0">
                <a:pos x="connsiteX1169" y="connsiteY1169"/>
              </a:cxn>
              <a:cxn ang="0">
                <a:pos x="connsiteX1170" y="connsiteY1170"/>
              </a:cxn>
              <a:cxn ang="0">
                <a:pos x="connsiteX1171" y="connsiteY1171"/>
              </a:cxn>
              <a:cxn ang="0">
                <a:pos x="connsiteX1172" y="connsiteY1172"/>
              </a:cxn>
              <a:cxn ang="0">
                <a:pos x="connsiteX1173" y="connsiteY1173"/>
              </a:cxn>
              <a:cxn ang="0">
                <a:pos x="connsiteX1174" y="connsiteY1174"/>
              </a:cxn>
            </a:cxnLst>
            <a:rect l="l" t="t" r="r" b="b"/>
            <a:pathLst>
              <a:path w="2647519" h="2612594">
                <a:moveTo>
                  <a:pt x="1439383" y="2598425"/>
                </a:moveTo>
                <a:lnTo>
                  <a:pt x="1427010" y="2605087"/>
                </a:lnTo>
                <a:lnTo>
                  <a:pt x="1427751" y="2605405"/>
                </a:lnTo>
                <a:close/>
                <a:moveTo>
                  <a:pt x="1542263" y="2530792"/>
                </a:moveTo>
                <a:cubicBezTo>
                  <a:pt x="1527023" y="2534602"/>
                  <a:pt x="1516545" y="2538412"/>
                  <a:pt x="1502258" y="2540317"/>
                </a:cubicBezTo>
                <a:cubicBezTo>
                  <a:pt x="1487970" y="2542222"/>
                  <a:pt x="1470825" y="2545079"/>
                  <a:pt x="1442250" y="2547937"/>
                </a:cubicBezTo>
                <a:cubicBezTo>
                  <a:pt x="1442250" y="2545079"/>
                  <a:pt x="1440345" y="2543174"/>
                  <a:pt x="1439393" y="2540317"/>
                </a:cubicBezTo>
                <a:cubicBezTo>
                  <a:pt x="1452728" y="2540317"/>
                  <a:pt x="1465110" y="2538412"/>
                  <a:pt x="1481303" y="2536507"/>
                </a:cubicBezTo>
                <a:cubicBezTo>
                  <a:pt x="1496543" y="2534602"/>
                  <a:pt x="1515593" y="2533649"/>
                  <a:pt x="1542263" y="2530792"/>
                </a:cubicBezTo>
                <a:close/>
                <a:moveTo>
                  <a:pt x="1646324" y="2520821"/>
                </a:moveTo>
                <a:lnTo>
                  <a:pt x="1643880" y="2521511"/>
                </a:lnTo>
                <a:lnTo>
                  <a:pt x="1645133" y="2521267"/>
                </a:lnTo>
                <a:close/>
                <a:moveTo>
                  <a:pt x="899801" y="2506503"/>
                </a:moveTo>
                <a:cubicBezTo>
                  <a:pt x="908612" y="2507932"/>
                  <a:pt x="922185" y="2511742"/>
                  <a:pt x="942187" y="2517457"/>
                </a:cubicBezTo>
                <a:cubicBezTo>
                  <a:pt x="947902" y="2518409"/>
                  <a:pt x="954570" y="2518409"/>
                  <a:pt x="960285" y="2518409"/>
                </a:cubicBezTo>
                <a:cubicBezTo>
                  <a:pt x="977430" y="2526982"/>
                  <a:pt x="993622" y="2535555"/>
                  <a:pt x="1010767" y="2543175"/>
                </a:cubicBezTo>
                <a:cubicBezTo>
                  <a:pt x="1017435" y="2544127"/>
                  <a:pt x="1026007" y="2546032"/>
                  <a:pt x="1033627" y="2547937"/>
                </a:cubicBezTo>
                <a:lnTo>
                  <a:pt x="1035057" y="2548414"/>
                </a:lnTo>
                <a:lnTo>
                  <a:pt x="1040295" y="2543175"/>
                </a:lnTo>
                <a:cubicBezTo>
                  <a:pt x="1046962" y="2545080"/>
                  <a:pt x="1053630" y="2546985"/>
                  <a:pt x="1060297" y="2548890"/>
                </a:cubicBezTo>
                <a:cubicBezTo>
                  <a:pt x="1066965" y="2550795"/>
                  <a:pt x="1073632" y="2551747"/>
                  <a:pt x="1080300" y="2553652"/>
                </a:cubicBezTo>
                <a:lnTo>
                  <a:pt x="1119713" y="2562818"/>
                </a:lnTo>
                <a:lnTo>
                  <a:pt x="1120305" y="2562225"/>
                </a:lnTo>
                <a:cubicBezTo>
                  <a:pt x="1134592" y="2564130"/>
                  <a:pt x="1150785" y="2566987"/>
                  <a:pt x="1166025" y="2569845"/>
                </a:cubicBezTo>
                <a:cubicBezTo>
                  <a:pt x="1172692" y="2570797"/>
                  <a:pt x="1180312" y="2571750"/>
                  <a:pt x="1187932" y="2573655"/>
                </a:cubicBezTo>
                <a:cubicBezTo>
                  <a:pt x="1195552" y="2574607"/>
                  <a:pt x="1203172" y="2575560"/>
                  <a:pt x="1209840" y="2575560"/>
                </a:cubicBezTo>
                <a:cubicBezTo>
                  <a:pt x="1223175" y="2575560"/>
                  <a:pt x="1237462" y="2576512"/>
                  <a:pt x="1254607" y="2577465"/>
                </a:cubicBezTo>
                <a:cubicBezTo>
                  <a:pt x="1271752" y="2577465"/>
                  <a:pt x="1291755" y="2578417"/>
                  <a:pt x="1315567" y="2576512"/>
                </a:cubicBezTo>
                <a:lnTo>
                  <a:pt x="1318213" y="2576512"/>
                </a:lnTo>
                <a:lnTo>
                  <a:pt x="1324140" y="2573178"/>
                </a:lnTo>
                <a:cubicBezTo>
                  <a:pt x="1328188" y="2571750"/>
                  <a:pt x="1333189" y="2570321"/>
                  <a:pt x="1337475" y="2568892"/>
                </a:cubicBezTo>
                <a:cubicBezTo>
                  <a:pt x="1342238" y="2568892"/>
                  <a:pt x="1347000" y="2568654"/>
                  <a:pt x="1351048" y="2568654"/>
                </a:cubicBezTo>
                <a:cubicBezTo>
                  <a:pt x="1355096" y="2568654"/>
                  <a:pt x="1358430" y="2568892"/>
                  <a:pt x="1360335" y="2569844"/>
                </a:cubicBezTo>
                <a:lnTo>
                  <a:pt x="1362835" y="2576512"/>
                </a:lnTo>
                <a:lnTo>
                  <a:pt x="1384147" y="2576512"/>
                </a:lnTo>
                <a:cubicBezTo>
                  <a:pt x="1382242" y="2579370"/>
                  <a:pt x="1379385" y="2583180"/>
                  <a:pt x="1377480" y="2586037"/>
                </a:cubicBezTo>
                <a:cubicBezTo>
                  <a:pt x="1376527" y="2586990"/>
                  <a:pt x="1375575" y="2587942"/>
                  <a:pt x="1373670" y="2590800"/>
                </a:cubicBezTo>
                <a:cubicBezTo>
                  <a:pt x="1370812" y="2592705"/>
                  <a:pt x="1366050" y="2594610"/>
                  <a:pt x="1361287" y="2596515"/>
                </a:cubicBezTo>
                <a:cubicBezTo>
                  <a:pt x="1352715" y="2596515"/>
                  <a:pt x="1347000" y="2596515"/>
                  <a:pt x="1338427" y="2596515"/>
                </a:cubicBezTo>
                <a:cubicBezTo>
                  <a:pt x="1328902" y="2595562"/>
                  <a:pt x="1318425" y="2595562"/>
                  <a:pt x="1308900" y="2594610"/>
                </a:cubicBezTo>
                <a:cubicBezTo>
                  <a:pt x="1286992" y="2593657"/>
                  <a:pt x="1266037" y="2593657"/>
                  <a:pt x="1245082" y="2592705"/>
                </a:cubicBezTo>
                <a:cubicBezTo>
                  <a:pt x="1229842" y="2591752"/>
                  <a:pt x="1213650" y="2590800"/>
                  <a:pt x="1197457" y="2588895"/>
                </a:cubicBezTo>
                <a:cubicBezTo>
                  <a:pt x="1184122" y="2587942"/>
                  <a:pt x="1169835" y="2585085"/>
                  <a:pt x="1155547" y="2583180"/>
                </a:cubicBezTo>
                <a:cubicBezTo>
                  <a:pt x="1141260" y="2581275"/>
                  <a:pt x="1127925" y="2579370"/>
                  <a:pt x="1113637" y="2576512"/>
                </a:cubicBezTo>
                <a:cubicBezTo>
                  <a:pt x="1092682" y="2572702"/>
                  <a:pt x="1069822" y="2570797"/>
                  <a:pt x="1049820" y="2566987"/>
                </a:cubicBezTo>
                <a:cubicBezTo>
                  <a:pt x="1029817" y="2562225"/>
                  <a:pt x="1011720" y="2557462"/>
                  <a:pt x="1000290" y="2550795"/>
                </a:cubicBezTo>
                <a:lnTo>
                  <a:pt x="1000863" y="2550379"/>
                </a:lnTo>
                <a:lnTo>
                  <a:pt x="971715" y="2541270"/>
                </a:lnTo>
                <a:cubicBezTo>
                  <a:pt x="964095" y="2537459"/>
                  <a:pt x="955522" y="2533650"/>
                  <a:pt x="945997" y="2529840"/>
                </a:cubicBezTo>
                <a:cubicBezTo>
                  <a:pt x="935520" y="2526982"/>
                  <a:pt x="925995" y="2524125"/>
                  <a:pt x="916470" y="2520315"/>
                </a:cubicBezTo>
                <a:cubicBezTo>
                  <a:pt x="905992" y="2516505"/>
                  <a:pt x="896467" y="2513647"/>
                  <a:pt x="885990" y="2509837"/>
                </a:cubicBezTo>
                <a:cubicBezTo>
                  <a:pt x="886943" y="2506027"/>
                  <a:pt x="890991" y="2505075"/>
                  <a:pt x="899801" y="2506503"/>
                </a:cubicBezTo>
                <a:close/>
                <a:moveTo>
                  <a:pt x="1460492" y="2486082"/>
                </a:moveTo>
                <a:lnTo>
                  <a:pt x="1445939" y="2488303"/>
                </a:lnTo>
                <a:lnTo>
                  <a:pt x="1345293" y="2493385"/>
                </a:lnTo>
                <a:lnTo>
                  <a:pt x="1378432" y="2497454"/>
                </a:lnTo>
                <a:cubicBezTo>
                  <a:pt x="1380337" y="2496502"/>
                  <a:pt x="1383195" y="2496502"/>
                  <a:pt x="1387005" y="2495549"/>
                </a:cubicBezTo>
                <a:cubicBezTo>
                  <a:pt x="1407007" y="2492692"/>
                  <a:pt x="1426057" y="2490787"/>
                  <a:pt x="1446060" y="2488882"/>
                </a:cubicBezTo>
                <a:cubicBezTo>
                  <a:pt x="1448203" y="2488406"/>
                  <a:pt x="1451716" y="2487751"/>
                  <a:pt x="1455778" y="2486992"/>
                </a:cubicBezTo>
                <a:close/>
                <a:moveTo>
                  <a:pt x="1550918" y="2472281"/>
                </a:moveTo>
                <a:lnTo>
                  <a:pt x="1501488" y="2479825"/>
                </a:lnTo>
                <a:lnTo>
                  <a:pt x="1518450" y="2480309"/>
                </a:lnTo>
                <a:cubicBezTo>
                  <a:pt x="1528928" y="2479833"/>
                  <a:pt x="1536786" y="2477928"/>
                  <a:pt x="1542858" y="2475785"/>
                </a:cubicBezTo>
                <a:close/>
                <a:moveTo>
                  <a:pt x="1731355" y="2470078"/>
                </a:moveTo>
                <a:lnTo>
                  <a:pt x="1576323" y="2511364"/>
                </a:lnTo>
                <a:lnTo>
                  <a:pt x="1654777" y="2493883"/>
                </a:lnTo>
                <a:close/>
                <a:moveTo>
                  <a:pt x="737400" y="2450782"/>
                </a:moveTo>
                <a:cubicBezTo>
                  <a:pt x="787882" y="2468879"/>
                  <a:pt x="820267" y="2485072"/>
                  <a:pt x="846937" y="2497454"/>
                </a:cubicBezTo>
                <a:cubicBezTo>
                  <a:pt x="859320" y="2502217"/>
                  <a:pt x="872655" y="2506027"/>
                  <a:pt x="885990" y="2509837"/>
                </a:cubicBezTo>
                <a:cubicBezTo>
                  <a:pt x="896467" y="2513647"/>
                  <a:pt x="905992" y="2516504"/>
                  <a:pt x="915517" y="2520314"/>
                </a:cubicBezTo>
                <a:cubicBezTo>
                  <a:pt x="925042" y="2524124"/>
                  <a:pt x="934567" y="2526982"/>
                  <a:pt x="945045" y="2529839"/>
                </a:cubicBezTo>
                <a:cubicBezTo>
                  <a:pt x="954570" y="2533649"/>
                  <a:pt x="963142" y="2537459"/>
                  <a:pt x="970762" y="2541269"/>
                </a:cubicBezTo>
                <a:cubicBezTo>
                  <a:pt x="968857" y="2542222"/>
                  <a:pt x="966952" y="2544127"/>
                  <a:pt x="965047" y="2546032"/>
                </a:cubicBezTo>
                <a:cubicBezTo>
                  <a:pt x="960285" y="2545079"/>
                  <a:pt x="954570" y="2544127"/>
                  <a:pt x="949807" y="2543174"/>
                </a:cubicBezTo>
                <a:cubicBezTo>
                  <a:pt x="931710" y="2537459"/>
                  <a:pt x="913612" y="2529839"/>
                  <a:pt x="895515" y="2523172"/>
                </a:cubicBezTo>
                <a:lnTo>
                  <a:pt x="868845" y="2512694"/>
                </a:lnTo>
                <a:cubicBezTo>
                  <a:pt x="860272" y="2508884"/>
                  <a:pt x="850747" y="2505074"/>
                  <a:pt x="842175" y="2501264"/>
                </a:cubicBezTo>
                <a:cubicBezTo>
                  <a:pt x="829792" y="2497454"/>
                  <a:pt x="818362" y="2492692"/>
                  <a:pt x="806932" y="2488882"/>
                </a:cubicBezTo>
                <a:cubicBezTo>
                  <a:pt x="796455" y="2484119"/>
                  <a:pt x="785977" y="2480309"/>
                  <a:pt x="776452" y="2475547"/>
                </a:cubicBezTo>
                <a:cubicBezTo>
                  <a:pt x="766927" y="2471737"/>
                  <a:pt x="759307" y="2466974"/>
                  <a:pt x="752640" y="2463164"/>
                </a:cubicBezTo>
                <a:cubicBezTo>
                  <a:pt x="745972" y="2458402"/>
                  <a:pt x="741210" y="2454592"/>
                  <a:pt x="737400" y="2450782"/>
                </a:cubicBezTo>
                <a:close/>
                <a:moveTo>
                  <a:pt x="782168" y="2426970"/>
                </a:moveTo>
                <a:cubicBezTo>
                  <a:pt x="800265" y="2436495"/>
                  <a:pt x="815505" y="2445067"/>
                  <a:pt x="834555" y="2453640"/>
                </a:cubicBezTo>
                <a:cubicBezTo>
                  <a:pt x="832650" y="2454592"/>
                  <a:pt x="830745" y="2455545"/>
                  <a:pt x="827888" y="2457450"/>
                </a:cubicBezTo>
                <a:cubicBezTo>
                  <a:pt x="807885" y="2447925"/>
                  <a:pt x="786930" y="2437447"/>
                  <a:pt x="766928" y="2427922"/>
                </a:cubicBezTo>
                <a:cubicBezTo>
                  <a:pt x="772643" y="2427922"/>
                  <a:pt x="776453" y="2427922"/>
                  <a:pt x="782168" y="2426970"/>
                </a:cubicBezTo>
                <a:close/>
                <a:moveTo>
                  <a:pt x="588810" y="2362200"/>
                </a:moveTo>
                <a:cubicBezTo>
                  <a:pt x="620242" y="2375535"/>
                  <a:pt x="636435" y="2387917"/>
                  <a:pt x="653580" y="2398395"/>
                </a:cubicBezTo>
                <a:cubicBezTo>
                  <a:pt x="657390" y="2403157"/>
                  <a:pt x="669772" y="2412682"/>
                  <a:pt x="666915" y="2413635"/>
                </a:cubicBezTo>
                <a:cubicBezTo>
                  <a:pt x="655485" y="2407920"/>
                  <a:pt x="645007" y="2403157"/>
                  <a:pt x="636435" y="2397442"/>
                </a:cubicBezTo>
                <a:cubicBezTo>
                  <a:pt x="627862" y="2392680"/>
                  <a:pt x="620242" y="2387917"/>
                  <a:pt x="613575" y="2383155"/>
                </a:cubicBezTo>
                <a:cubicBezTo>
                  <a:pt x="601192" y="2374582"/>
                  <a:pt x="593572" y="2367915"/>
                  <a:pt x="588810" y="2362200"/>
                </a:cubicBezTo>
                <a:close/>
                <a:moveTo>
                  <a:pt x="702387" y="2337759"/>
                </a:moveTo>
                <a:lnTo>
                  <a:pt x="702396" y="2338030"/>
                </a:lnTo>
                <a:lnTo>
                  <a:pt x="705613" y="2341924"/>
                </a:lnTo>
                <a:lnTo>
                  <a:pt x="705967" y="2340292"/>
                </a:lnTo>
                <a:close/>
                <a:moveTo>
                  <a:pt x="2093409" y="2275234"/>
                </a:moveTo>
                <a:lnTo>
                  <a:pt x="2089950" y="2275522"/>
                </a:lnTo>
                <a:cubicBezTo>
                  <a:pt x="2073757" y="2288857"/>
                  <a:pt x="2052802" y="2303145"/>
                  <a:pt x="2032800" y="2316480"/>
                </a:cubicBezTo>
                <a:cubicBezTo>
                  <a:pt x="2012797" y="2329815"/>
                  <a:pt x="1991842" y="2340292"/>
                  <a:pt x="1976602" y="2346960"/>
                </a:cubicBezTo>
                <a:cubicBezTo>
                  <a:pt x="1964220" y="2354580"/>
                  <a:pt x="1950885" y="2362200"/>
                  <a:pt x="1936597" y="2370772"/>
                </a:cubicBezTo>
                <a:cubicBezTo>
                  <a:pt x="1928977" y="2373630"/>
                  <a:pt x="1922310" y="2377440"/>
                  <a:pt x="1914690" y="2380297"/>
                </a:cubicBezTo>
                <a:cubicBezTo>
                  <a:pt x="1907070" y="2383155"/>
                  <a:pt x="1899450" y="2386012"/>
                  <a:pt x="1891830" y="2389822"/>
                </a:cubicBezTo>
                <a:cubicBezTo>
                  <a:pt x="1886115" y="2394585"/>
                  <a:pt x="1874685" y="2399347"/>
                  <a:pt x="1864207" y="2404110"/>
                </a:cubicBezTo>
                <a:cubicBezTo>
                  <a:pt x="1853730" y="2408872"/>
                  <a:pt x="1844205" y="2412682"/>
                  <a:pt x="1843252" y="2416492"/>
                </a:cubicBezTo>
                <a:cubicBezTo>
                  <a:pt x="1833727" y="2420302"/>
                  <a:pt x="1823250" y="2425065"/>
                  <a:pt x="1812772" y="2428875"/>
                </a:cubicBezTo>
                <a:cubicBezTo>
                  <a:pt x="1802295" y="2433637"/>
                  <a:pt x="1791817" y="2436495"/>
                  <a:pt x="1781340" y="2440305"/>
                </a:cubicBezTo>
                <a:cubicBezTo>
                  <a:pt x="1779435" y="2442210"/>
                  <a:pt x="1775625" y="2446020"/>
                  <a:pt x="1772767" y="2448877"/>
                </a:cubicBezTo>
                <a:cubicBezTo>
                  <a:pt x="1768005" y="2450782"/>
                  <a:pt x="1764195" y="2451735"/>
                  <a:pt x="1759432" y="2453640"/>
                </a:cubicBezTo>
                <a:cubicBezTo>
                  <a:pt x="1748002" y="2456497"/>
                  <a:pt x="1736572" y="2457450"/>
                  <a:pt x="1726095" y="2459355"/>
                </a:cubicBezTo>
                <a:cubicBezTo>
                  <a:pt x="1710855" y="2464117"/>
                  <a:pt x="1696567" y="2468880"/>
                  <a:pt x="1683232" y="2472690"/>
                </a:cubicBezTo>
                <a:cubicBezTo>
                  <a:pt x="1669897" y="2476500"/>
                  <a:pt x="1656562" y="2480310"/>
                  <a:pt x="1644180" y="2485072"/>
                </a:cubicBezTo>
                <a:cubicBezTo>
                  <a:pt x="1630845" y="2489835"/>
                  <a:pt x="1616557" y="2492692"/>
                  <a:pt x="1601317" y="2497455"/>
                </a:cubicBezTo>
                <a:cubicBezTo>
                  <a:pt x="1586077" y="2502217"/>
                  <a:pt x="1568932" y="2506980"/>
                  <a:pt x="1547977" y="2510790"/>
                </a:cubicBezTo>
                <a:cubicBezTo>
                  <a:pt x="1498447" y="2513647"/>
                  <a:pt x="1480350" y="2519362"/>
                  <a:pt x="1472730" y="2523172"/>
                </a:cubicBezTo>
                <a:cubicBezTo>
                  <a:pt x="1471777" y="2524125"/>
                  <a:pt x="1471777" y="2525077"/>
                  <a:pt x="1470825" y="2526030"/>
                </a:cubicBezTo>
                <a:lnTo>
                  <a:pt x="1434646" y="2535075"/>
                </a:lnTo>
                <a:lnTo>
                  <a:pt x="1435583" y="2535555"/>
                </a:lnTo>
                <a:lnTo>
                  <a:pt x="1475761" y="2525510"/>
                </a:lnTo>
                <a:lnTo>
                  <a:pt x="1476540" y="2523172"/>
                </a:lnTo>
                <a:cubicBezTo>
                  <a:pt x="1484160" y="2518410"/>
                  <a:pt x="1503210" y="2513647"/>
                  <a:pt x="1551788" y="2510790"/>
                </a:cubicBezTo>
                <a:cubicBezTo>
                  <a:pt x="1571790" y="2506980"/>
                  <a:pt x="1588935" y="2502217"/>
                  <a:pt x="1605128" y="2497455"/>
                </a:cubicBezTo>
                <a:cubicBezTo>
                  <a:pt x="1620368" y="2492692"/>
                  <a:pt x="1634655" y="2489835"/>
                  <a:pt x="1647990" y="2485072"/>
                </a:cubicBezTo>
                <a:cubicBezTo>
                  <a:pt x="1661325" y="2481262"/>
                  <a:pt x="1673708" y="2477452"/>
                  <a:pt x="1687043" y="2472690"/>
                </a:cubicBezTo>
                <a:cubicBezTo>
                  <a:pt x="1700378" y="2468880"/>
                  <a:pt x="1713713" y="2464117"/>
                  <a:pt x="1729905" y="2459355"/>
                </a:cubicBezTo>
                <a:cubicBezTo>
                  <a:pt x="1741335" y="2457450"/>
                  <a:pt x="1752765" y="2456497"/>
                  <a:pt x="1763243" y="2453640"/>
                </a:cubicBezTo>
                <a:lnTo>
                  <a:pt x="1740675" y="2467181"/>
                </a:lnTo>
                <a:lnTo>
                  <a:pt x="1741335" y="2466975"/>
                </a:lnTo>
                <a:cubicBezTo>
                  <a:pt x="1748955" y="2462212"/>
                  <a:pt x="1758480" y="2456497"/>
                  <a:pt x="1765148" y="2452687"/>
                </a:cubicBezTo>
                <a:cubicBezTo>
                  <a:pt x="1769910" y="2450782"/>
                  <a:pt x="1773720" y="2449830"/>
                  <a:pt x="1778483" y="2447925"/>
                </a:cubicBezTo>
                <a:lnTo>
                  <a:pt x="1779371" y="2447679"/>
                </a:lnTo>
                <a:lnTo>
                  <a:pt x="1785150" y="2441257"/>
                </a:lnTo>
                <a:cubicBezTo>
                  <a:pt x="1795628" y="2437447"/>
                  <a:pt x="1806105" y="2433637"/>
                  <a:pt x="1816583" y="2429827"/>
                </a:cubicBezTo>
                <a:cubicBezTo>
                  <a:pt x="1827060" y="2425065"/>
                  <a:pt x="1837538" y="2421255"/>
                  <a:pt x="1847063" y="2417445"/>
                </a:cubicBezTo>
                <a:cubicBezTo>
                  <a:pt x="1848015" y="2413635"/>
                  <a:pt x="1857540" y="2409825"/>
                  <a:pt x="1868018" y="2405062"/>
                </a:cubicBezTo>
                <a:cubicBezTo>
                  <a:pt x="1878495" y="2400300"/>
                  <a:pt x="1889925" y="2395537"/>
                  <a:pt x="1895640" y="2390775"/>
                </a:cubicBezTo>
                <a:cubicBezTo>
                  <a:pt x="1903260" y="2387917"/>
                  <a:pt x="1910880" y="2385060"/>
                  <a:pt x="1918500" y="2381250"/>
                </a:cubicBezTo>
                <a:lnTo>
                  <a:pt x="1934176" y="2374435"/>
                </a:lnTo>
                <a:lnTo>
                  <a:pt x="1942313" y="2368867"/>
                </a:lnTo>
                <a:cubicBezTo>
                  <a:pt x="1955648" y="2360295"/>
                  <a:pt x="1969935" y="2352675"/>
                  <a:pt x="1982318" y="2345055"/>
                </a:cubicBezTo>
                <a:cubicBezTo>
                  <a:pt x="1997558" y="2339340"/>
                  <a:pt x="2017560" y="2327910"/>
                  <a:pt x="2038515" y="2314575"/>
                </a:cubicBezTo>
                <a:close/>
                <a:moveTo>
                  <a:pt x="460060" y="2262062"/>
                </a:moveTo>
                <a:lnTo>
                  <a:pt x="463676" y="2265164"/>
                </a:lnTo>
                <a:lnTo>
                  <a:pt x="464911" y="2265793"/>
                </a:lnTo>
                <a:close/>
                <a:moveTo>
                  <a:pt x="2099802" y="2237197"/>
                </a:moveTo>
                <a:lnTo>
                  <a:pt x="2099475" y="2237422"/>
                </a:lnTo>
                <a:lnTo>
                  <a:pt x="2099475" y="2237694"/>
                </a:lnTo>
                <a:lnTo>
                  <a:pt x="2100989" y="2237910"/>
                </a:lnTo>
                <a:lnTo>
                  <a:pt x="2101380" y="2237422"/>
                </a:lnTo>
                <a:close/>
                <a:moveTo>
                  <a:pt x="2120380" y="2222979"/>
                </a:moveTo>
                <a:lnTo>
                  <a:pt x="2114756" y="2226864"/>
                </a:lnTo>
                <a:lnTo>
                  <a:pt x="2113762" y="2227897"/>
                </a:lnTo>
                <a:lnTo>
                  <a:pt x="2117618" y="2225429"/>
                </a:lnTo>
                <a:close/>
                <a:moveTo>
                  <a:pt x="382287" y="2175002"/>
                </a:moveTo>
                <a:lnTo>
                  <a:pt x="418261" y="2217358"/>
                </a:lnTo>
                <a:lnTo>
                  <a:pt x="389737" y="2183129"/>
                </a:lnTo>
                <a:close/>
                <a:moveTo>
                  <a:pt x="2187820" y="2174974"/>
                </a:moveTo>
                <a:lnTo>
                  <a:pt x="2187735" y="2175004"/>
                </a:lnTo>
                <a:lnTo>
                  <a:pt x="2187105" y="2179320"/>
                </a:lnTo>
                <a:cubicBezTo>
                  <a:pt x="2179485" y="2186940"/>
                  <a:pt x="2176627" y="2191702"/>
                  <a:pt x="2171865" y="2196465"/>
                </a:cubicBezTo>
                <a:cubicBezTo>
                  <a:pt x="2168055" y="2201227"/>
                  <a:pt x="2163292" y="2206942"/>
                  <a:pt x="2153767" y="2216467"/>
                </a:cubicBezTo>
                <a:lnTo>
                  <a:pt x="2154858" y="2216216"/>
                </a:lnTo>
                <a:lnTo>
                  <a:pt x="2171865" y="2197417"/>
                </a:lnTo>
                <a:cubicBezTo>
                  <a:pt x="2175675" y="2192655"/>
                  <a:pt x="2179485" y="2187892"/>
                  <a:pt x="2187105" y="2180272"/>
                </a:cubicBezTo>
                <a:cubicBezTo>
                  <a:pt x="2188296" y="2177177"/>
                  <a:pt x="2188475" y="2175510"/>
                  <a:pt x="2187820" y="2174974"/>
                </a:cubicBezTo>
                <a:close/>
                <a:moveTo>
                  <a:pt x="475386" y="2153525"/>
                </a:moveTo>
                <a:lnTo>
                  <a:pt x="477272" y="2155822"/>
                </a:lnTo>
                <a:lnTo>
                  <a:pt x="477367" y="2155507"/>
                </a:lnTo>
                <a:close/>
                <a:moveTo>
                  <a:pt x="334493" y="2131694"/>
                </a:moveTo>
                <a:cubicBezTo>
                  <a:pt x="337350" y="2128837"/>
                  <a:pt x="346875" y="2133599"/>
                  <a:pt x="359258" y="2147887"/>
                </a:cubicBezTo>
                <a:lnTo>
                  <a:pt x="360474" y="2149319"/>
                </a:lnTo>
                <a:lnTo>
                  <a:pt x="371759" y="2151816"/>
                </a:lnTo>
                <a:cubicBezTo>
                  <a:pt x="377593" y="2155745"/>
                  <a:pt x="385451" y="2163127"/>
                  <a:pt x="397357" y="2175509"/>
                </a:cubicBezTo>
                <a:cubicBezTo>
                  <a:pt x="409740" y="2185987"/>
                  <a:pt x="423075" y="2195512"/>
                  <a:pt x="432600" y="2204084"/>
                </a:cubicBezTo>
                <a:cubicBezTo>
                  <a:pt x="442125" y="2212657"/>
                  <a:pt x="447840" y="2220277"/>
                  <a:pt x="447840" y="2225039"/>
                </a:cubicBezTo>
                <a:cubicBezTo>
                  <a:pt x="450697" y="2228849"/>
                  <a:pt x="452602" y="2231707"/>
                  <a:pt x="456412" y="2235517"/>
                </a:cubicBezTo>
                <a:cubicBezTo>
                  <a:pt x="468795" y="2245994"/>
                  <a:pt x="479272" y="2255519"/>
                  <a:pt x="492607" y="2265997"/>
                </a:cubicBezTo>
                <a:cubicBezTo>
                  <a:pt x="489750" y="2269807"/>
                  <a:pt x="484987" y="2271712"/>
                  <a:pt x="482130" y="2274569"/>
                </a:cubicBezTo>
                <a:lnTo>
                  <a:pt x="448422" y="2237115"/>
                </a:lnTo>
                <a:lnTo>
                  <a:pt x="446888" y="2237422"/>
                </a:lnTo>
                <a:lnTo>
                  <a:pt x="478787" y="2272865"/>
                </a:lnTo>
                <a:lnTo>
                  <a:pt x="482130" y="2274569"/>
                </a:lnTo>
                <a:cubicBezTo>
                  <a:pt x="484988" y="2271712"/>
                  <a:pt x="488798" y="2268854"/>
                  <a:pt x="492608" y="2265997"/>
                </a:cubicBezTo>
                <a:cubicBezTo>
                  <a:pt x="521183" y="2290762"/>
                  <a:pt x="551663" y="2315527"/>
                  <a:pt x="583095" y="2337434"/>
                </a:cubicBezTo>
                <a:cubicBezTo>
                  <a:pt x="577380" y="2339339"/>
                  <a:pt x="572618" y="2341244"/>
                  <a:pt x="564998" y="2343149"/>
                </a:cubicBezTo>
                <a:cubicBezTo>
                  <a:pt x="567855" y="2345054"/>
                  <a:pt x="568808" y="2346007"/>
                  <a:pt x="571665" y="2347912"/>
                </a:cubicBezTo>
                <a:cubicBezTo>
                  <a:pt x="562140" y="2347912"/>
                  <a:pt x="554520" y="2348864"/>
                  <a:pt x="544995" y="2348864"/>
                </a:cubicBezTo>
                <a:cubicBezTo>
                  <a:pt x="539280" y="2345054"/>
                  <a:pt x="533565" y="2341244"/>
                  <a:pt x="527850" y="2337434"/>
                </a:cubicBezTo>
                <a:cubicBezTo>
                  <a:pt x="522135" y="2333624"/>
                  <a:pt x="517373" y="2328862"/>
                  <a:pt x="511658" y="2325052"/>
                </a:cubicBezTo>
                <a:cubicBezTo>
                  <a:pt x="498323" y="2313622"/>
                  <a:pt x="484035" y="2303144"/>
                  <a:pt x="471653" y="2291714"/>
                </a:cubicBezTo>
                <a:cubicBezTo>
                  <a:pt x="459270" y="2280284"/>
                  <a:pt x="446888" y="2268854"/>
                  <a:pt x="434505" y="2258377"/>
                </a:cubicBezTo>
                <a:cubicBezTo>
                  <a:pt x="422123" y="2246947"/>
                  <a:pt x="411645" y="2235517"/>
                  <a:pt x="400215" y="2225039"/>
                </a:cubicBezTo>
                <a:cubicBezTo>
                  <a:pt x="394500" y="2219324"/>
                  <a:pt x="388785" y="2213609"/>
                  <a:pt x="384023" y="2208847"/>
                </a:cubicBezTo>
                <a:cubicBezTo>
                  <a:pt x="379260" y="2203132"/>
                  <a:pt x="373545" y="2197417"/>
                  <a:pt x="368783" y="2191702"/>
                </a:cubicBezTo>
                <a:cubicBezTo>
                  <a:pt x="369735" y="2189797"/>
                  <a:pt x="379260" y="2195512"/>
                  <a:pt x="374498" y="2184082"/>
                </a:cubicBezTo>
                <a:cubicBezTo>
                  <a:pt x="381165" y="2189797"/>
                  <a:pt x="387833" y="2195512"/>
                  <a:pt x="393548" y="2201227"/>
                </a:cubicBezTo>
                <a:cubicBezTo>
                  <a:pt x="401168" y="2206942"/>
                  <a:pt x="407835" y="2212657"/>
                  <a:pt x="414503" y="2217419"/>
                </a:cubicBezTo>
                <a:cubicBezTo>
                  <a:pt x="423075" y="2226944"/>
                  <a:pt x="431648" y="2235517"/>
                  <a:pt x="440220" y="2245042"/>
                </a:cubicBezTo>
                <a:lnTo>
                  <a:pt x="442406" y="2246917"/>
                </a:lnTo>
                <a:lnTo>
                  <a:pt x="414503" y="2217419"/>
                </a:lnTo>
                <a:cubicBezTo>
                  <a:pt x="407835" y="2211704"/>
                  <a:pt x="401168" y="2206942"/>
                  <a:pt x="394500" y="2201227"/>
                </a:cubicBezTo>
                <a:cubicBezTo>
                  <a:pt x="387833" y="2195512"/>
                  <a:pt x="382118" y="2189797"/>
                  <a:pt x="375450" y="2184082"/>
                </a:cubicBezTo>
                <a:cubicBezTo>
                  <a:pt x="368783" y="2175509"/>
                  <a:pt x="361163" y="2166937"/>
                  <a:pt x="354495" y="2158364"/>
                </a:cubicBezTo>
                <a:cubicBezTo>
                  <a:pt x="347828" y="2149792"/>
                  <a:pt x="341160" y="2140267"/>
                  <a:pt x="334493" y="2131694"/>
                </a:cubicBezTo>
                <a:close/>
                <a:moveTo>
                  <a:pt x="2432850" y="1980247"/>
                </a:moveTo>
                <a:lnTo>
                  <a:pt x="2432367" y="1980454"/>
                </a:lnTo>
                <a:lnTo>
                  <a:pt x="2421964" y="2005422"/>
                </a:lnTo>
                <a:close/>
                <a:moveTo>
                  <a:pt x="2422850" y="1860918"/>
                </a:moveTo>
                <a:lnTo>
                  <a:pt x="2397608" y="1897379"/>
                </a:lnTo>
                <a:cubicBezTo>
                  <a:pt x="2392845" y="1904999"/>
                  <a:pt x="2389035" y="1912619"/>
                  <a:pt x="2385225" y="1920239"/>
                </a:cubicBezTo>
                <a:cubicBezTo>
                  <a:pt x="2380463" y="1927859"/>
                  <a:pt x="2376653" y="1934527"/>
                  <a:pt x="2372843" y="1941194"/>
                </a:cubicBezTo>
                <a:cubicBezTo>
                  <a:pt x="2363318" y="1954529"/>
                  <a:pt x="2353793" y="1967864"/>
                  <a:pt x="2343315" y="1980247"/>
                </a:cubicBezTo>
                <a:cubicBezTo>
                  <a:pt x="2334743" y="1993582"/>
                  <a:pt x="2327123" y="2005964"/>
                  <a:pt x="2317598" y="2019299"/>
                </a:cubicBezTo>
                <a:cubicBezTo>
                  <a:pt x="2309978" y="2029777"/>
                  <a:pt x="2302358" y="2040254"/>
                  <a:pt x="2294738" y="2050732"/>
                </a:cubicBezTo>
                <a:lnTo>
                  <a:pt x="2292832" y="2051897"/>
                </a:lnTo>
                <a:lnTo>
                  <a:pt x="2291272" y="2054208"/>
                </a:lnTo>
                <a:lnTo>
                  <a:pt x="2293785" y="2052637"/>
                </a:lnTo>
                <a:cubicBezTo>
                  <a:pt x="2301405" y="2042160"/>
                  <a:pt x="2309025" y="2031682"/>
                  <a:pt x="2316645" y="2021205"/>
                </a:cubicBezTo>
                <a:cubicBezTo>
                  <a:pt x="2325218" y="2007870"/>
                  <a:pt x="2333790" y="1995487"/>
                  <a:pt x="2342363" y="1982152"/>
                </a:cubicBezTo>
                <a:cubicBezTo>
                  <a:pt x="2352840" y="1969770"/>
                  <a:pt x="2362365" y="1956435"/>
                  <a:pt x="2371890" y="1943100"/>
                </a:cubicBezTo>
                <a:cubicBezTo>
                  <a:pt x="2375700" y="1936432"/>
                  <a:pt x="2380463" y="1929765"/>
                  <a:pt x="2384273" y="1922145"/>
                </a:cubicBezTo>
                <a:cubicBezTo>
                  <a:pt x="2388083" y="1914525"/>
                  <a:pt x="2392845" y="1906905"/>
                  <a:pt x="2396655" y="1899285"/>
                </a:cubicBezTo>
                <a:cubicBezTo>
                  <a:pt x="2405228" y="1884045"/>
                  <a:pt x="2414753" y="1870710"/>
                  <a:pt x="2422373" y="1862137"/>
                </a:cubicBezTo>
                <a:close/>
                <a:moveTo>
                  <a:pt x="2521433" y="1847850"/>
                </a:moveTo>
                <a:cubicBezTo>
                  <a:pt x="2518575" y="1860232"/>
                  <a:pt x="2514765" y="1871662"/>
                  <a:pt x="2509050" y="1884997"/>
                </a:cubicBezTo>
                <a:cubicBezTo>
                  <a:pt x="2503335" y="1897380"/>
                  <a:pt x="2496668" y="1910715"/>
                  <a:pt x="2487143" y="1925002"/>
                </a:cubicBezTo>
                <a:cubicBezTo>
                  <a:pt x="2479523" y="1940242"/>
                  <a:pt x="2471903" y="1954530"/>
                  <a:pt x="2465235" y="1965960"/>
                </a:cubicBezTo>
                <a:cubicBezTo>
                  <a:pt x="2457615" y="1977390"/>
                  <a:pt x="2450948" y="1985962"/>
                  <a:pt x="2445233" y="1991677"/>
                </a:cubicBezTo>
                <a:lnTo>
                  <a:pt x="2458568" y="1965007"/>
                </a:lnTo>
                <a:cubicBezTo>
                  <a:pt x="2461425" y="1956435"/>
                  <a:pt x="2466188" y="1947862"/>
                  <a:pt x="2469998" y="1938337"/>
                </a:cubicBezTo>
                <a:cubicBezTo>
                  <a:pt x="2473808" y="1932622"/>
                  <a:pt x="2475713" y="1928812"/>
                  <a:pt x="2478570" y="1924050"/>
                </a:cubicBezTo>
                <a:cubicBezTo>
                  <a:pt x="2482380" y="1917382"/>
                  <a:pt x="2486190" y="1911667"/>
                  <a:pt x="2490000" y="1905000"/>
                </a:cubicBezTo>
                <a:cubicBezTo>
                  <a:pt x="2493810" y="1898332"/>
                  <a:pt x="2496668" y="1892617"/>
                  <a:pt x="2500478" y="1885950"/>
                </a:cubicBezTo>
                <a:cubicBezTo>
                  <a:pt x="2507145" y="1873567"/>
                  <a:pt x="2514765" y="1861185"/>
                  <a:pt x="2521433" y="1847850"/>
                </a:cubicBezTo>
                <a:close/>
                <a:moveTo>
                  <a:pt x="2459780" y="1766202"/>
                </a:moveTo>
                <a:lnTo>
                  <a:pt x="2436660" y="1806892"/>
                </a:lnTo>
                <a:lnTo>
                  <a:pt x="2436235" y="1807870"/>
                </a:lnTo>
                <a:lnTo>
                  <a:pt x="2459520" y="1766887"/>
                </a:lnTo>
                <a:close/>
                <a:moveTo>
                  <a:pt x="2472460" y="1674043"/>
                </a:moveTo>
                <a:lnTo>
                  <a:pt x="2444672" y="1749965"/>
                </a:lnTo>
                <a:cubicBezTo>
                  <a:pt x="2427321" y="1790989"/>
                  <a:pt x="2407787" y="1830865"/>
                  <a:pt x="2386218" y="1869449"/>
                </a:cubicBezTo>
                <a:lnTo>
                  <a:pt x="2377660" y="1882980"/>
                </a:lnTo>
                <a:lnTo>
                  <a:pt x="2377605" y="1883092"/>
                </a:lnTo>
                <a:cubicBezTo>
                  <a:pt x="2373795" y="1892617"/>
                  <a:pt x="2366175" y="1905000"/>
                  <a:pt x="2357602" y="1917382"/>
                </a:cubicBezTo>
                <a:cubicBezTo>
                  <a:pt x="2349030" y="1929765"/>
                  <a:pt x="2341410" y="1943100"/>
                  <a:pt x="2337600" y="1954530"/>
                </a:cubicBezTo>
                <a:cubicBezTo>
                  <a:pt x="2330932" y="1963102"/>
                  <a:pt x="2322360" y="1972627"/>
                  <a:pt x="2314740" y="1983105"/>
                </a:cubicBezTo>
                <a:cubicBezTo>
                  <a:pt x="2307120" y="1993582"/>
                  <a:pt x="2300452" y="2005012"/>
                  <a:pt x="2295690" y="2015490"/>
                </a:cubicBezTo>
                <a:cubicBezTo>
                  <a:pt x="2268067" y="2053590"/>
                  <a:pt x="2223300" y="2102167"/>
                  <a:pt x="2183295" y="2142172"/>
                </a:cubicBezTo>
                <a:cubicBezTo>
                  <a:pt x="2170912" y="2152650"/>
                  <a:pt x="2158530" y="2163127"/>
                  <a:pt x="2146147" y="2173605"/>
                </a:cubicBezTo>
                <a:lnTo>
                  <a:pt x="2142583" y="2176315"/>
                </a:lnTo>
                <a:lnTo>
                  <a:pt x="2141046" y="2177871"/>
                </a:lnTo>
                <a:lnTo>
                  <a:pt x="2125512" y="2190534"/>
                </a:lnTo>
                <a:lnTo>
                  <a:pt x="2112810" y="2205037"/>
                </a:lnTo>
                <a:cubicBezTo>
                  <a:pt x="2097570" y="2217420"/>
                  <a:pt x="2082330" y="2228850"/>
                  <a:pt x="2066137" y="2240280"/>
                </a:cubicBezTo>
                <a:lnTo>
                  <a:pt x="2058824" y="2244900"/>
                </a:lnTo>
                <a:lnTo>
                  <a:pt x="2038960" y="2261093"/>
                </a:lnTo>
                <a:lnTo>
                  <a:pt x="2036092" y="2262956"/>
                </a:lnTo>
                <a:lnTo>
                  <a:pt x="2031847" y="2266950"/>
                </a:lnTo>
                <a:cubicBezTo>
                  <a:pt x="2019465" y="2275522"/>
                  <a:pt x="2007082" y="2284095"/>
                  <a:pt x="1994700" y="2291715"/>
                </a:cubicBezTo>
                <a:cubicBezTo>
                  <a:pt x="1982317" y="2299335"/>
                  <a:pt x="1969935" y="2306955"/>
                  <a:pt x="1957552" y="2314575"/>
                </a:cubicBezTo>
                <a:lnTo>
                  <a:pt x="1953300" y="2316730"/>
                </a:lnTo>
                <a:lnTo>
                  <a:pt x="1928148" y="2333067"/>
                </a:lnTo>
                <a:lnTo>
                  <a:pt x="1920351" y="2337000"/>
                </a:lnTo>
                <a:lnTo>
                  <a:pt x="1912785" y="2342197"/>
                </a:lnTo>
                <a:cubicBezTo>
                  <a:pt x="1905165" y="2346960"/>
                  <a:pt x="1896592" y="2351722"/>
                  <a:pt x="1887067" y="2356485"/>
                </a:cubicBezTo>
                <a:lnTo>
                  <a:pt x="1863038" y="2365909"/>
                </a:lnTo>
                <a:lnTo>
                  <a:pt x="1809483" y="2392922"/>
                </a:lnTo>
                <a:cubicBezTo>
                  <a:pt x="1768715" y="2410756"/>
                  <a:pt x="1726785" y="2426426"/>
                  <a:pt x="1683836" y="2439784"/>
                </a:cubicBezTo>
                <a:lnTo>
                  <a:pt x="1596280" y="2462297"/>
                </a:lnTo>
                <a:lnTo>
                  <a:pt x="1667040" y="2448877"/>
                </a:lnTo>
                <a:cubicBezTo>
                  <a:pt x="1671802" y="2447924"/>
                  <a:pt x="1675612" y="2446972"/>
                  <a:pt x="1680375" y="2446019"/>
                </a:cubicBezTo>
                <a:cubicBezTo>
                  <a:pt x="1690852" y="2437447"/>
                  <a:pt x="1711807" y="2432684"/>
                  <a:pt x="1723237" y="2430779"/>
                </a:cubicBezTo>
                <a:cubicBezTo>
                  <a:pt x="1732762" y="2427922"/>
                  <a:pt x="1742287" y="2425064"/>
                  <a:pt x="1749907" y="2422207"/>
                </a:cubicBezTo>
                <a:cubicBezTo>
                  <a:pt x="1761337" y="2411729"/>
                  <a:pt x="1783245" y="2406014"/>
                  <a:pt x="1792770" y="2400299"/>
                </a:cubicBezTo>
                <a:cubicBezTo>
                  <a:pt x="1808962" y="2394584"/>
                  <a:pt x="1825155" y="2388869"/>
                  <a:pt x="1841347" y="2383154"/>
                </a:cubicBezTo>
                <a:lnTo>
                  <a:pt x="1872470" y="2370949"/>
                </a:lnTo>
                <a:lnTo>
                  <a:pt x="1886115" y="2363152"/>
                </a:lnTo>
                <a:lnTo>
                  <a:pt x="1898496" y="2359343"/>
                </a:lnTo>
                <a:lnTo>
                  <a:pt x="1915642" y="2349817"/>
                </a:lnTo>
                <a:lnTo>
                  <a:pt x="1920147" y="2346686"/>
                </a:lnTo>
                <a:lnTo>
                  <a:pt x="1931835" y="2335530"/>
                </a:lnTo>
                <a:cubicBezTo>
                  <a:pt x="1939455" y="2330767"/>
                  <a:pt x="1948980" y="2325052"/>
                  <a:pt x="1957552" y="2320290"/>
                </a:cubicBezTo>
                <a:lnTo>
                  <a:pt x="1986810" y="2305948"/>
                </a:lnTo>
                <a:lnTo>
                  <a:pt x="1997557" y="2299334"/>
                </a:lnTo>
                <a:cubicBezTo>
                  <a:pt x="2009940" y="2291714"/>
                  <a:pt x="2022322" y="2283142"/>
                  <a:pt x="2034705" y="2274569"/>
                </a:cubicBezTo>
                <a:cubicBezTo>
                  <a:pt x="2037562" y="2268854"/>
                  <a:pt x="2044230" y="2264092"/>
                  <a:pt x="2050897" y="2259329"/>
                </a:cubicBezTo>
                <a:cubicBezTo>
                  <a:pt x="2057565" y="2254567"/>
                  <a:pt x="2064232" y="2249804"/>
                  <a:pt x="2068995" y="2247899"/>
                </a:cubicBezTo>
                <a:cubicBezTo>
                  <a:pt x="2084235" y="2236469"/>
                  <a:pt x="2100427" y="2225039"/>
                  <a:pt x="2115667" y="2212657"/>
                </a:cubicBezTo>
                <a:cubicBezTo>
                  <a:pt x="2121382" y="2199322"/>
                  <a:pt x="2139480" y="2187892"/>
                  <a:pt x="2149005" y="2181224"/>
                </a:cubicBezTo>
                <a:cubicBezTo>
                  <a:pt x="2161387" y="2170747"/>
                  <a:pt x="2173770" y="2160269"/>
                  <a:pt x="2186152" y="2149792"/>
                </a:cubicBezTo>
                <a:cubicBezTo>
                  <a:pt x="2226157" y="2109787"/>
                  <a:pt x="2270925" y="2061209"/>
                  <a:pt x="2298547" y="2023109"/>
                </a:cubicBezTo>
                <a:lnTo>
                  <a:pt x="2314015" y="1996814"/>
                </a:lnTo>
                <a:lnTo>
                  <a:pt x="2314740" y="1994534"/>
                </a:lnTo>
                <a:cubicBezTo>
                  <a:pt x="2322360" y="1983104"/>
                  <a:pt x="2331885" y="1969769"/>
                  <a:pt x="2339505" y="1956434"/>
                </a:cubicBezTo>
                <a:cubicBezTo>
                  <a:pt x="2342363" y="1952624"/>
                  <a:pt x="2344268" y="1948814"/>
                  <a:pt x="2347125" y="1945004"/>
                </a:cubicBezTo>
                <a:lnTo>
                  <a:pt x="2357257" y="1930951"/>
                </a:lnTo>
                <a:lnTo>
                  <a:pt x="2360460" y="1925002"/>
                </a:lnTo>
                <a:cubicBezTo>
                  <a:pt x="2369032" y="1912619"/>
                  <a:pt x="2375700" y="1900237"/>
                  <a:pt x="2380462" y="1890712"/>
                </a:cubicBezTo>
                <a:cubicBezTo>
                  <a:pt x="2395702" y="1864042"/>
                  <a:pt x="2407132" y="1837372"/>
                  <a:pt x="2419515" y="1809749"/>
                </a:cubicBezTo>
                <a:cubicBezTo>
                  <a:pt x="2430945" y="1782127"/>
                  <a:pt x="2443327" y="1754504"/>
                  <a:pt x="2457615" y="1723072"/>
                </a:cubicBezTo>
                <a:cubicBezTo>
                  <a:pt x="2459044" y="1714500"/>
                  <a:pt x="2464759" y="1699974"/>
                  <a:pt x="2468807" y="1687829"/>
                </a:cubicBezTo>
                <a:close/>
                <a:moveTo>
                  <a:pt x="2576677" y="1589722"/>
                </a:moveTo>
                <a:lnTo>
                  <a:pt x="2573820" y="1591627"/>
                </a:lnTo>
                <a:lnTo>
                  <a:pt x="2573820" y="1591627"/>
                </a:lnTo>
                <a:close/>
                <a:moveTo>
                  <a:pt x="2585674" y="1533271"/>
                </a:moveTo>
                <a:lnTo>
                  <a:pt x="2585332" y="1534956"/>
                </a:lnTo>
                <a:lnTo>
                  <a:pt x="2588107" y="1538287"/>
                </a:lnTo>
                <a:cubicBezTo>
                  <a:pt x="2590965" y="1541145"/>
                  <a:pt x="2593822" y="1544955"/>
                  <a:pt x="2596680" y="1547812"/>
                </a:cubicBezTo>
                <a:cubicBezTo>
                  <a:pt x="2598585" y="1545907"/>
                  <a:pt x="2600490" y="1544002"/>
                  <a:pt x="2602395" y="1544002"/>
                </a:cubicBezTo>
                <a:lnTo>
                  <a:pt x="2602539" y="1543271"/>
                </a:lnTo>
                <a:lnTo>
                  <a:pt x="2598585" y="1545907"/>
                </a:lnTo>
                <a:cubicBezTo>
                  <a:pt x="2594775" y="1544002"/>
                  <a:pt x="2591918" y="1540192"/>
                  <a:pt x="2589060" y="1537334"/>
                </a:cubicBezTo>
                <a:close/>
                <a:moveTo>
                  <a:pt x="2577184" y="1425070"/>
                </a:moveTo>
                <a:lnTo>
                  <a:pt x="2576519" y="1425107"/>
                </a:lnTo>
                <a:lnTo>
                  <a:pt x="2575314" y="1425174"/>
                </a:lnTo>
                <a:lnTo>
                  <a:pt x="2575725" y="1429702"/>
                </a:lnTo>
                <a:cubicBezTo>
                  <a:pt x="2575725" y="1438275"/>
                  <a:pt x="2575725" y="1444942"/>
                  <a:pt x="2574773" y="1453515"/>
                </a:cubicBezTo>
                <a:cubicBezTo>
                  <a:pt x="2573820" y="1458277"/>
                  <a:pt x="2572868" y="1462087"/>
                  <a:pt x="2570963" y="1467802"/>
                </a:cubicBezTo>
                <a:cubicBezTo>
                  <a:pt x="2563343" y="1480185"/>
                  <a:pt x="2555723" y="1492567"/>
                  <a:pt x="2548103" y="1503997"/>
                </a:cubicBezTo>
                <a:cubicBezTo>
                  <a:pt x="2546198" y="1515427"/>
                  <a:pt x="2545245" y="1524952"/>
                  <a:pt x="2542388" y="1535430"/>
                </a:cubicBezTo>
                <a:lnTo>
                  <a:pt x="2536673" y="1545907"/>
                </a:lnTo>
                <a:cubicBezTo>
                  <a:pt x="2533815" y="1561147"/>
                  <a:pt x="2530958" y="1575435"/>
                  <a:pt x="2527148" y="1591627"/>
                </a:cubicBezTo>
                <a:cubicBezTo>
                  <a:pt x="2523338" y="1604010"/>
                  <a:pt x="2520480" y="1615440"/>
                  <a:pt x="2516670" y="1627822"/>
                </a:cubicBezTo>
                <a:cubicBezTo>
                  <a:pt x="2512860" y="1640205"/>
                  <a:pt x="2510003" y="1651635"/>
                  <a:pt x="2505240" y="1663065"/>
                </a:cubicBezTo>
                <a:cubicBezTo>
                  <a:pt x="2503335" y="1672590"/>
                  <a:pt x="2501430" y="1681162"/>
                  <a:pt x="2498573" y="1690687"/>
                </a:cubicBezTo>
                <a:cubicBezTo>
                  <a:pt x="2496668" y="1700212"/>
                  <a:pt x="2494763" y="1709737"/>
                  <a:pt x="2490953" y="1719262"/>
                </a:cubicBezTo>
                <a:lnTo>
                  <a:pt x="2497030" y="1709810"/>
                </a:lnTo>
                <a:lnTo>
                  <a:pt x="2502383" y="1689734"/>
                </a:lnTo>
                <a:cubicBezTo>
                  <a:pt x="2503335" y="1679257"/>
                  <a:pt x="2505240" y="1670684"/>
                  <a:pt x="2507145" y="1661159"/>
                </a:cubicBezTo>
                <a:cubicBezTo>
                  <a:pt x="2510955" y="1649729"/>
                  <a:pt x="2514765" y="1637347"/>
                  <a:pt x="2518575" y="1625917"/>
                </a:cubicBezTo>
                <a:cubicBezTo>
                  <a:pt x="2522385" y="1613534"/>
                  <a:pt x="2525243" y="1602104"/>
                  <a:pt x="2529053" y="1589722"/>
                </a:cubicBezTo>
                <a:cubicBezTo>
                  <a:pt x="2532863" y="1574482"/>
                  <a:pt x="2534768" y="1560194"/>
                  <a:pt x="2538578" y="1544002"/>
                </a:cubicBezTo>
                <a:lnTo>
                  <a:pt x="2544293" y="1533524"/>
                </a:lnTo>
                <a:cubicBezTo>
                  <a:pt x="2547150" y="1523047"/>
                  <a:pt x="2548103" y="1513522"/>
                  <a:pt x="2550008" y="1502092"/>
                </a:cubicBezTo>
                <a:cubicBezTo>
                  <a:pt x="2557628" y="1489709"/>
                  <a:pt x="2565248" y="1478279"/>
                  <a:pt x="2572868" y="1465897"/>
                </a:cubicBezTo>
                <a:cubicBezTo>
                  <a:pt x="2568105" y="1490662"/>
                  <a:pt x="2563343" y="1514474"/>
                  <a:pt x="2557628" y="1539239"/>
                </a:cubicBezTo>
                <a:cubicBezTo>
                  <a:pt x="2555723" y="1562099"/>
                  <a:pt x="2542388" y="1593532"/>
                  <a:pt x="2546198" y="1600199"/>
                </a:cubicBezTo>
                <a:cubicBezTo>
                  <a:pt x="2537625" y="1626869"/>
                  <a:pt x="2530005" y="1652587"/>
                  <a:pt x="2520480" y="1678304"/>
                </a:cubicBezTo>
                <a:lnTo>
                  <a:pt x="2515393" y="1686218"/>
                </a:lnTo>
                <a:lnTo>
                  <a:pt x="2513218" y="1698069"/>
                </a:lnTo>
                <a:cubicBezTo>
                  <a:pt x="2512146" y="1704261"/>
                  <a:pt x="2510479" y="1710690"/>
                  <a:pt x="2506193" y="1718310"/>
                </a:cubicBezTo>
                <a:cubicBezTo>
                  <a:pt x="2492858" y="1737360"/>
                  <a:pt x="2486190" y="1756410"/>
                  <a:pt x="2479523" y="1776412"/>
                </a:cubicBezTo>
                <a:cubicBezTo>
                  <a:pt x="2475713" y="1785937"/>
                  <a:pt x="2471903" y="1796415"/>
                  <a:pt x="2467140" y="1806892"/>
                </a:cubicBezTo>
                <a:cubicBezTo>
                  <a:pt x="2465235" y="1812607"/>
                  <a:pt x="2462378" y="1817370"/>
                  <a:pt x="2459520" y="1823085"/>
                </a:cubicBezTo>
                <a:cubicBezTo>
                  <a:pt x="2456663" y="1828800"/>
                  <a:pt x="2453805" y="1834515"/>
                  <a:pt x="2449995" y="1840230"/>
                </a:cubicBezTo>
                <a:cubicBezTo>
                  <a:pt x="2441423" y="1855470"/>
                  <a:pt x="2432850" y="1871662"/>
                  <a:pt x="2424278" y="1885950"/>
                </a:cubicBezTo>
                <a:cubicBezTo>
                  <a:pt x="2417610" y="1903095"/>
                  <a:pt x="2406180" y="1914525"/>
                  <a:pt x="2396655" y="1930717"/>
                </a:cubicBezTo>
                <a:cubicBezTo>
                  <a:pt x="2389035" y="1948815"/>
                  <a:pt x="2375700" y="1970722"/>
                  <a:pt x="2361413" y="1990725"/>
                </a:cubicBezTo>
                <a:cubicBezTo>
                  <a:pt x="2347125" y="2010727"/>
                  <a:pt x="2332838" y="2031682"/>
                  <a:pt x="2322360" y="2049780"/>
                </a:cubicBezTo>
                <a:cubicBezTo>
                  <a:pt x="2313788" y="2061210"/>
                  <a:pt x="2305215" y="2072640"/>
                  <a:pt x="2296643" y="2083117"/>
                </a:cubicBezTo>
                <a:cubicBezTo>
                  <a:pt x="2287118" y="2093595"/>
                  <a:pt x="2278545" y="2104072"/>
                  <a:pt x="2269020" y="2115502"/>
                </a:cubicBezTo>
                <a:cubicBezTo>
                  <a:pt x="2266163" y="2120265"/>
                  <a:pt x="2262353" y="2124075"/>
                  <a:pt x="2259495" y="2128837"/>
                </a:cubicBezTo>
                <a:cubicBezTo>
                  <a:pt x="2255685" y="2133600"/>
                  <a:pt x="2252828" y="2137410"/>
                  <a:pt x="2249018" y="2142172"/>
                </a:cubicBezTo>
                <a:cubicBezTo>
                  <a:pt x="2243303" y="2146935"/>
                  <a:pt x="2237588" y="2151697"/>
                  <a:pt x="2232825" y="2155507"/>
                </a:cubicBezTo>
                <a:lnTo>
                  <a:pt x="2206342" y="2184829"/>
                </a:lnTo>
                <a:lnTo>
                  <a:pt x="2207107" y="2187892"/>
                </a:lnTo>
                <a:cubicBezTo>
                  <a:pt x="2195677" y="2200275"/>
                  <a:pt x="2188057" y="2208847"/>
                  <a:pt x="2179485" y="2216467"/>
                </a:cubicBezTo>
                <a:cubicBezTo>
                  <a:pt x="2169960" y="2223135"/>
                  <a:pt x="2159482" y="2229802"/>
                  <a:pt x="2149957" y="2237422"/>
                </a:cubicBezTo>
                <a:lnTo>
                  <a:pt x="2126145" y="2256472"/>
                </a:lnTo>
                <a:lnTo>
                  <a:pt x="2103587" y="2272957"/>
                </a:lnTo>
                <a:lnTo>
                  <a:pt x="2107095" y="2272665"/>
                </a:lnTo>
                <a:lnTo>
                  <a:pt x="2131860" y="2254567"/>
                </a:lnTo>
                <a:lnTo>
                  <a:pt x="2155673" y="2235517"/>
                </a:lnTo>
                <a:cubicBezTo>
                  <a:pt x="2165198" y="2228850"/>
                  <a:pt x="2175675" y="2222182"/>
                  <a:pt x="2185200" y="2214562"/>
                </a:cubicBezTo>
                <a:cubicBezTo>
                  <a:pt x="2192820" y="2206942"/>
                  <a:pt x="2201393" y="2198370"/>
                  <a:pt x="2212823" y="2185987"/>
                </a:cubicBezTo>
                <a:cubicBezTo>
                  <a:pt x="2212823" y="2185035"/>
                  <a:pt x="2212823" y="2184082"/>
                  <a:pt x="2211870" y="2182177"/>
                </a:cubicBezTo>
                <a:cubicBezTo>
                  <a:pt x="2221395" y="2172652"/>
                  <a:pt x="2229968" y="2163127"/>
                  <a:pt x="2238540" y="2152650"/>
                </a:cubicBezTo>
                <a:cubicBezTo>
                  <a:pt x="2243303" y="2148840"/>
                  <a:pt x="2249018" y="2144077"/>
                  <a:pt x="2254733" y="2139315"/>
                </a:cubicBezTo>
                <a:cubicBezTo>
                  <a:pt x="2257590" y="2135505"/>
                  <a:pt x="2261400" y="2130742"/>
                  <a:pt x="2265210" y="2125980"/>
                </a:cubicBezTo>
                <a:cubicBezTo>
                  <a:pt x="2268068" y="2121217"/>
                  <a:pt x="2271878" y="2116455"/>
                  <a:pt x="2274735" y="2112645"/>
                </a:cubicBezTo>
                <a:cubicBezTo>
                  <a:pt x="2284260" y="2102167"/>
                  <a:pt x="2292833" y="2090737"/>
                  <a:pt x="2302358" y="2080260"/>
                </a:cubicBezTo>
                <a:cubicBezTo>
                  <a:pt x="2310930" y="2069782"/>
                  <a:pt x="2319503" y="2058352"/>
                  <a:pt x="2328075" y="2046922"/>
                </a:cubicBezTo>
                <a:cubicBezTo>
                  <a:pt x="2338553" y="2028825"/>
                  <a:pt x="2352840" y="2007870"/>
                  <a:pt x="2367128" y="1987867"/>
                </a:cubicBezTo>
                <a:cubicBezTo>
                  <a:pt x="2381415" y="1966912"/>
                  <a:pt x="2394750" y="1945957"/>
                  <a:pt x="2402370" y="1927860"/>
                </a:cubicBezTo>
                <a:cubicBezTo>
                  <a:pt x="2411895" y="1911667"/>
                  <a:pt x="2423325" y="1900237"/>
                  <a:pt x="2429993" y="1883092"/>
                </a:cubicBezTo>
                <a:cubicBezTo>
                  <a:pt x="2438565" y="1868805"/>
                  <a:pt x="2447138" y="1851660"/>
                  <a:pt x="2455710" y="1837372"/>
                </a:cubicBezTo>
                <a:cubicBezTo>
                  <a:pt x="2459520" y="1831657"/>
                  <a:pt x="2462378" y="1825942"/>
                  <a:pt x="2465235" y="1820227"/>
                </a:cubicBezTo>
                <a:cubicBezTo>
                  <a:pt x="2468093" y="1814512"/>
                  <a:pt x="2469998" y="1808797"/>
                  <a:pt x="2472855" y="1804035"/>
                </a:cubicBezTo>
                <a:cubicBezTo>
                  <a:pt x="2477618" y="1793557"/>
                  <a:pt x="2481428" y="1783080"/>
                  <a:pt x="2485238" y="1773555"/>
                </a:cubicBezTo>
                <a:cubicBezTo>
                  <a:pt x="2492858" y="1753552"/>
                  <a:pt x="2499525" y="1734502"/>
                  <a:pt x="2511908" y="1715452"/>
                </a:cubicBezTo>
                <a:cubicBezTo>
                  <a:pt x="2520480" y="1700212"/>
                  <a:pt x="2518575" y="1688782"/>
                  <a:pt x="2522385" y="1676400"/>
                </a:cubicBezTo>
                <a:cubicBezTo>
                  <a:pt x="2532863" y="1650682"/>
                  <a:pt x="2539530" y="1624965"/>
                  <a:pt x="2548103" y="1598295"/>
                </a:cubicBezTo>
                <a:cubicBezTo>
                  <a:pt x="2544293" y="1590675"/>
                  <a:pt x="2557628" y="1560195"/>
                  <a:pt x="2559533" y="1537335"/>
                </a:cubicBezTo>
                <a:cubicBezTo>
                  <a:pt x="2565248" y="1513522"/>
                  <a:pt x="2570010" y="1488757"/>
                  <a:pt x="2574773" y="1463992"/>
                </a:cubicBezTo>
                <a:lnTo>
                  <a:pt x="2578209" y="1451109"/>
                </a:lnTo>
                <a:lnTo>
                  <a:pt x="2575725" y="1450657"/>
                </a:lnTo>
                <a:cubicBezTo>
                  <a:pt x="2576677" y="1443037"/>
                  <a:pt x="2576677" y="1436370"/>
                  <a:pt x="2576677" y="1426845"/>
                </a:cubicBezTo>
                <a:close/>
                <a:moveTo>
                  <a:pt x="2597632" y="1404937"/>
                </a:moveTo>
                <a:lnTo>
                  <a:pt x="2586541" y="1451152"/>
                </a:lnTo>
                <a:lnTo>
                  <a:pt x="2586542" y="1451152"/>
                </a:lnTo>
                <a:lnTo>
                  <a:pt x="2597633" y="1404938"/>
                </a:lnTo>
                <a:close/>
                <a:moveTo>
                  <a:pt x="2606205" y="1395412"/>
                </a:moveTo>
                <a:cubicBezTo>
                  <a:pt x="2604300" y="1399222"/>
                  <a:pt x="2602395" y="1402080"/>
                  <a:pt x="2600490" y="1407795"/>
                </a:cubicBezTo>
                <a:lnTo>
                  <a:pt x="2599181" y="1433750"/>
                </a:lnTo>
                <a:cubicBezTo>
                  <a:pt x="2599062" y="1441132"/>
                  <a:pt x="2599062" y="1448276"/>
                  <a:pt x="2598585" y="1458277"/>
                </a:cubicBezTo>
                <a:lnTo>
                  <a:pt x="2589060" y="1487586"/>
                </a:lnTo>
                <a:lnTo>
                  <a:pt x="2589060" y="1490934"/>
                </a:lnTo>
                <a:lnTo>
                  <a:pt x="2600490" y="1458277"/>
                </a:lnTo>
                <a:cubicBezTo>
                  <a:pt x="2601443" y="1438274"/>
                  <a:pt x="2600490" y="1429702"/>
                  <a:pt x="2602395" y="1407794"/>
                </a:cubicBezTo>
                <a:lnTo>
                  <a:pt x="2606836" y="1398173"/>
                </a:lnTo>
                <a:close/>
                <a:moveTo>
                  <a:pt x="2565247" y="1354454"/>
                </a:moveTo>
                <a:lnTo>
                  <a:pt x="2559006" y="1369207"/>
                </a:lnTo>
                <a:lnTo>
                  <a:pt x="2556675" y="1390650"/>
                </a:lnTo>
                <a:lnTo>
                  <a:pt x="2553670" y="1380633"/>
                </a:lnTo>
                <a:lnTo>
                  <a:pt x="2552571" y="1382047"/>
                </a:lnTo>
                <a:lnTo>
                  <a:pt x="2555723" y="1392555"/>
                </a:lnTo>
                <a:cubicBezTo>
                  <a:pt x="2554770" y="1397317"/>
                  <a:pt x="2554770" y="1402080"/>
                  <a:pt x="2553818" y="1407795"/>
                </a:cubicBezTo>
                <a:cubicBezTo>
                  <a:pt x="2555723" y="1410652"/>
                  <a:pt x="2556675" y="1415415"/>
                  <a:pt x="2557628" y="1420177"/>
                </a:cubicBezTo>
                <a:lnTo>
                  <a:pt x="2560581" y="1420013"/>
                </a:lnTo>
                <a:lnTo>
                  <a:pt x="2558580" y="1413509"/>
                </a:lnTo>
                <a:cubicBezTo>
                  <a:pt x="2559532" y="1407794"/>
                  <a:pt x="2559532" y="1403032"/>
                  <a:pt x="2560485" y="1398269"/>
                </a:cubicBezTo>
                <a:cubicBezTo>
                  <a:pt x="2562390" y="1384934"/>
                  <a:pt x="2563342" y="1369694"/>
                  <a:pt x="2565247" y="1354454"/>
                </a:cubicBezTo>
                <a:close/>
                <a:moveTo>
                  <a:pt x="2645258" y="1328737"/>
                </a:moveTo>
                <a:cubicBezTo>
                  <a:pt x="2646210" y="1329689"/>
                  <a:pt x="2646210" y="1329689"/>
                  <a:pt x="2647163" y="1329689"/>
                </a:cubicBezTo>
                <a:cubicBezTo>
                  <a:pt x="2647163" y="1345882"/>
                  <a:pt x="2646210" y="1359217"/>
                  <a:pt x="2646210" y="1369694"/>
                </a:cubicBezTo>
                <a:cubicBezTo>
                  <a:pt x="2646210" y="1380172"/>
                  <a:pt x="2647163" y="1388744"/>
                  <a:pt x="2647163" y="1397317"/>
                </a:cubicBezTo>
                <a:cubicBezTo>
                  <a:pt x="2648115" y="1413509"/>
                  <a:pt x="2647163" y="1425892"/>
                  <a:pt x="2644305" y="1447799"/>
                </a:cubicBezTo>
                <a:cubicBezTo>
                  <a:pt x="2645258" y="1453514"/>
                  <a:pt x="2643353" y="1463039"/>
                  <a:pt x="2641448" y="1476374"/>
                </a:cubicBezTo>
                <a:cubicBezTo>
                  <a:pt x="2638590" y="1488757"/>
                  <a:pt x="2635733" y="1503997"/>
                  <a:pt x="2632875" y="1518284"/>
                </a:cubicBezTo>
                <a:cubicBezTo>
                  <a:pt x="2631923" y="1529714"/>
                  <a:pt x="2631923" y="1542097"/>
                  <a:pt x="2630018" y="1553527"/>
                </a:cubicBezTo>
                <a:cubicBezTo>
                  <a:pt x="2623350" y="1574482"/>
                  <a:pt x="2622398" y="1591627"/>
                  <a:pt x="2615730" y="1618297"/>
                </a:cubicBezTo>
                <a:cubicBezTo>
                  <a:pt x="2610968" y="1637347"/>
                  <a:pt x="2607158" y="1656397"/>
                  <a:pt x="2602395" y="1674494"/>
                </a:cubicBezTo>
                <a:cubicBezTo>
                  <a:pt x="2590965" y="1685924"/>
                  <a:pt x="2591918" y="1668779"/>
                  <a:pt x="2578583" y="1684972"/>
                </a:cubicBezTo>
                <a:cubicBezTo>
                  <a:pt x="2578583" y="1684019"/>
                  <a:pt x="2579535" y="1680209"/>
                  <a:pt x="2580488" y="1679257"/>
                </a:cubicBezTo>
                <a:cubicBezTo>
                  <a:pt x="2581440" y="1664017"/>
                  <a:pt x="2577630" y="1661160"/>
                  <a:pt x="2584298" y="1639252"/>
                </a:cubicBezTo>
                <a:cubicBezTo>
                  <a:pt x="2589060" y="1625917"/>
                  <a:pt x="2594775" y="1611630"/>
                  <a:pt x="2598585" y="1597342"/>
                </a:cubicBezTo>
                <a:lnTo>
                  <a:pt x="2610015" y="1590675"/>
                </a:lnTo>
                <a:lnTo>
                  <a:pt x="2610015" y="1590674"/>
                </a:lnTo>
                <a:cubicBezTo>
                  <a:pt x="2618588" y="1552574"/>
                  <a:pt x="2615730" y="1544002"/>
                  <a:pt x="2622398" y="1518284"/>
                </a:cubicBezTo>
                <a:cubicBezTo>
                  <a:pt x="2624303" y="1506854"/>
                  <a:pt x="2627160" y="1495424"/>
                  <a:pt x="2629065" y="1483994"/>
                </a:cubicBezTo>
                <a:cubicBezTo>
                  <a:pt x="2630970" y="1472564"/>
                  <a:pt x="2632875" y="1460182"/>
                  <a:pt x="2634780" y="1448752"/>
                </a:cubicBezTo>
                <a:cubicBezTo>
                  <a:pt x="2636685" y="1437322"/>
                  <a:pt x="2637638" y="1425892"/>
                  <a:pt x="2639543" y="1415414"/>
                </a:cubicBezTo>
                <a:cubicBezTo>
                  <a:pt x="2640495" y="1404937"/>
                  <a:pt x="2641448" y="1394459"/>
                  <a:pt x="2641448" y="1383982"/>
                </a:cubicBezTo>
                <a:cubicBezTo>
                  <a:pt x="2640495" y="1376362"/>
                  <a:pt x="2641448" y="1366837"/>
                  <a:pt x="2642400" y="1357312"/>
                </a:cubicBezTo>
                <a:cubicBezTo>
                  <a:pt x="2643353" y="1352549"/>
                  <a:pt x="2643353" y="1347787"/>
                  <a:pt x="2644305" y="1343024"/>
                </a:cubicBezTo>
                <a:cubicBezTo>
                  <a:pt x="2644305" y="1338262"/>
                  <a:pt x="2645258" y="1333499"/>
                  <a:pt x="2645258" y="1328737"/>
                </a:cubicBezTo>
                <a:close/>
                <a:moveTo>
                  <a:pt x="134151" y="887095"/>
                </a:moveTo>
                <a:lnTo>
                  <a:pt x="134625" y="887332"/>
                </a:lnTo>
                <a:lnTo>
                  <a:pt x="134670" y="887199"/>
                </a:lnTo>
                <a:close/>
                <a:moveTo>
                  <a:pt x="191618" y="750570"/>
                </a:moveTo>
                <a:cubicBezTo>
                  <a:pt x="176378" y="775335"/>
                  <a:pt x="173520" y="782955"/>
                  <a:pt x="170663" y="789622"/>
                </a:cubicBezTo>
                <a:cubicBezTo>
                  <a:pt x="164948" y="795337"/>
                  <a:pt x="160185" y="801052"/>
                  <a:pt x="153518" y="803910"/>
                </a:cubicBezTo>
                <a:lnTo>
                  <a:pt x="153477" y="804822"/>
                </a:lnTo>
                <a:lnTo>
                  <a:pt x="151819" y="841286"/>
                </a:lnTo>
                <a:lnTo>
                  <a:pt x="151867" y="841199"/>
                </a:lnTo>
                <a:lnTo>
                  <a:pt x="153518" y="804862"/>
                </a:lnTo>
                <a:cubicBezTo>
                  <a:pt x="159233" y="801052"/>
                  <a:pt x="164948" y="795337"/>
                  <a:pt x="170663" y="790574"/>
                </a:cubicBezTo>
                <a:cubicBezTo>
                  <a:pt x="173520" y="783907"/>
                  <a:pt x="177330" y="776287"/>
                  <a:pt x="191618" y="751522"/>
                </a:cubicBezTo>
                <a:lnTo>
                  <a:pt x="192332" y="751998"/>
                </a:lnTo>
                <a:lnTo>
                  <a:pt x="192689" y="751284"/>
                </a:lnTo>
                <a:close/>
                <a:moveTo>
                  <a:pt x="203047" y="667702"/>
                </a:moveTo>
                <a:cubicBezTo>
                  <a:pt x="199237" y="670560"/>
                  <a:pt x="194475" y="673417"/>
                  <a:pt x="189712" y="677227"/>
                </a:cubicBezTo>
                <a:cubicBezTo>
                  <a:pt x="183045" y="689610"/>
                  <a:pt x="178282" y="700087"/>
                  <a:pt x="169710" y="719137"/>
                </a:cubicBezTo>
                <a:lnTo>
                  <a:pt x="174286" y="722798"/>
                </a:lnTo>
                <a:lnTo>
                  <a:pt x="174435" y="722155"/>
                </a:lnTo>
                <a:lnTo>
                  <a:pt x="170663" y="719137"/>
                </a:lnTo>
                <a:cubicBezTo>
                  <a:pt x="179235" y="700087"/>
                  <a:pt x="183998" y="689609"/>
                  <a:pt x="190665" y="677227"/>
                </a:cubicBezTo>
                <a:lnTo>
                  <a:pt x="202473" y="668793"/>
                </a:lnTo>
                <a:close/>
                <a:moveTo>
                  <a:pt x="276390" y="613410"/>
                </a:moveTo>
                <a:lnTo>
                  <a:pt x="275187" y="614373"/>
                </a:lnTo>
                <a:lnTo>
                  <a:pt x="270080" y="634008"/>
                </a:lnTo>
                <a:cubicBezTo>
                  <a:pt x="268770" y="638413"/>
                  <a:pt x="267818" y="641033"/>
                  <a:pt x="266865" y="643890"/>
                </a:cubicBezTo>
                <a:cubicBezTo>
                  <a:pt x="230670" y="692467"/>
                  <a:pt x="209715" y="757237"/>
                  <a:pt x="179235" y="803910"/>
                </a:cubicBezTo>
                <a:cubicBezTo>
                  <a:pt x="175425" y="816292"/>
                  <a:pt x="171615" y="829627"/>
                  <a:pt x="166852" y="842962"/>
                </a:cubicBezTo>
                <a:cubicBezTo>
                  <a:pt x="162090" y="856297"/>
                  <a:pt x="159232" y="869632"/>
                  <a:pt x="155422" y="882967"/>
                </a:cubicBezTo>
                <a:cubicBezTo>
                  <a:pt x="145897" y="911542"/>
                  <a:pt x="131610" y="942022"/>
                  <a:pt x="130657" y="966787"/>
                </a:cubicBezTo>
                <a:cubicBezTo>
                  <a:pt x="124942" y="985837"/>
                  <a:pt x="119227" y="1004887"/>
                  <a:pt x="114465" y="1023937"/>
                </a:cubicBezTo>
                <a:cubicBezTo>
                  <a:pt x="111607" y="1038225"/>
                  <a:pt x="109702" y="1052512"/>
                  <a:pt x="106845" y="1066800"/>
                </a:cubicBezTo>
                <a:lnTo>
                  <a:pt x="103035" y="1088707"/>
                </a:lnTo>
                <a:cubicBezTo>
                  <a:pt x="102082" y="1096327"/>
                  <a:pt x="101130" y="1102995"/>
                  <a:pt x="100177" y="1110615"/>
                </a:cubicBezTo>
                <a:cubicBezTo>
                  <a:pt x="97320" y="1130617"/>
                  <a:pt x="93510" y="1149667"/>
                  <a:pt x="91605" y="1169670"/>
                </a:cubicBezTo>
                <a:cubicBezTo>
                  <a:pt x="90652" y="1182052"/>
                  <a:pt x="89700" y="1192530"/>
                  <a:pt x="88747" y="1205865"/>
                </a:cubicBezTo>
                <a:cubicBezTo>
                  <a:pt x="89700" y="1215390"/>
                  <a:pt x="91605" y="1224915"/>
                  <a:pt x="93510" y="1243965"/>
                </a:cubicBezTo>
                <a:lnTo>
                  <a:pt x="95742" y="1223205"/>
                </a:lnTo>
                <a:lnTo>
                  <a:pt x="95415" y="1216342"/>
                </a:lnTo>
                <a:cubicBezTo>
                  <a:pt x="96367" y="1203007"/>
                  <a:pt x="98272" y="1188719"/>
                  <a:pt x="99225" y="1176337"/>
                </a:cubicBezTo>
                <a:cubicBezTo>
                  <a:pt x="101130" y="1156334"/>
                  <a:pt x="104940" y="1137284"/>
                  <a:pt x="107797" y="1117282"/>
                </a:cubicBezTo>
                <a:lnTo>
                  <a:pt x="114596" y="1109123"/>
                </a:lnTo>
                <a:lnTo>
                  <a:pt x="124469" y="1043051"/>
                </a:lnTo>
                <a:lnTo>
                  <a:pt x="123990" y="1031557"/>
                </a:lnTo>
                <a:lnTo>
                  <a:pt x="133400" y="1004580"/>
                </a:lnTo>
                <a:lnTo>
                  <a:pt x="138999" y="981931"/>
                </a:lnTo>
                <a:lnTo>
                  <a:pt x="137325" y="985837"/>
                </a:lnTo>
                <a:cubicBezTo>
                  <a:pt x="135420" y="984885"/>
                  <a:pt x="133515" y="983932"/>
                  <a:pt x="131610" y="983932"/>
                </a:cubicBezTo>
                <a:cubicBezTo>
                  <a:pt x="126847" y="996315"/>
                  <a:pt x="122085" y="1010602"/>
                  <a:pt x="117322" y="1024890"/>
                </a:cubicBezTo>
                <a:cubicBezTo>
                  <a:pt x="117322" y="1031557"/>
                  <a:pt x="117322" y="1039177"/>
                  <a:pt x="118275" y="1047750"/>
                </a:cubicBezTo>
                <a:cubicBezTo>
                  <a:pt x="115417" y="1062990"/>
                  <a:pt x="113512" y="1076325"/>
                  <a:pt x="111607" y="1091565"/>
                </a:cubicBezTo>
                <a:cubicBezTo>
                  <a:pt x="111607" y="1093470"/>
                  <a:pt x="110655" y="1096327"/>
                  <a:pt x="110655" y="1099185"/>
                </a:cubicBezTo>
                <a:cubicBezTo>
                  <a:pt x="106845" y="1102995"/>
                  <a:pt x="104940" y="1106805"/>
                  <a:pt x="101130" y="1110615"/>
                </a:cubicBezTo>
                <a:cubicBezTo>
                  <a:pt x="102082" y="1102995"/>
                  <a:pt x="103035" y="1096327"/>
                  <a:pt x="103987" y="1088707"/>
                </a:cubicBezTo>
                <a:lnTo>
                  <a:pt x="107797" y="1066800"/>
                </a:lnTo>
                <a:cubicBezTo>
                  <a:pt x="110655" y="1052512"/>
                  <a:pt x="112560" y="1038225"/>
                  <a:pt x="115417" y="1023937"/>
                </a:cubicBezTo>
                <a:cubicBezTo>
                  <a:pt x="121132" y="1004887"/>
                  <a:pt x="126847" y="985837"/>
                  <a:pt x="131610" y="966787"/>
                </a:cubicBezTo>
                <a:cubicBezTo>
                  <a:pt x="132562" y="942022"/>
                  <a:pt x="146850" y="912495"/>
                  <a:pt x="156375" y="882967"/>
                </a:cubicBezTo>
                <a:cubicBezTo>
                  <a:pt x="160185" y="869632"/>
                  <a:pt x="163042" y="856297"/>
                  <a:pt x="167805" y="842962"/>
                </a:cubicBezTo>
                <a:cubicBezTo>
                  <a:pt x="171615" y="829627"/>
                  <a:pt x="176377" y="817245"/>
                  <a:pt x="180187" y="803910"/>
                </a:cubicBezTo>
                <a:cubicBezTo>
                  <a:pt x="210667" y="757237"/>
                  <a:pt x="230670" y="692467"/>
                  <a:pt x="267817" y="643890"/>
                </a:cubicBezTo>
                <a:cubicBezTo>
                  <a:pt x="269722" y="637222"/>
                  <a:pt x="271627" y="633412"/>
                  <a:pt x="276390" y="613410"/>
                </a:cubicBezTo>
                <a:close/>
                <a:moveTo>
                  <a:pt x="293536" y="518160"/>
                </a:moveTo>
                <a:lnTo>
                  <a:pt x="293535" y="518160"/>
                </a:lnTo>
                <a:lnTo>
                  <a:pt x="298297" y="521970"/>
                </a:lnTo>
                <a:lnTo>
                  <a:pt x="298297" y="521969"/>
                </a:lnTo>
                <a:close/>
                <a:moveTo>
                  <a:pt x="465169" y="382550"/>
                </a:moveTo>
                <a:lnTo>
                  <a:pt x="464986" y="382696"/>
                </a:lnTo>
                <a:lnTo>
                  <a:pt x="464430" y="383325"/>
                </a:lnTo>
                <a:lnTo>
                  <a:pt x="456651" y="391477"/>
                </a:lnTo>
                <a:lnTo>
                  <a:pt x="454684" y="394338"/>
                </a:lnTo>
                <a:lnTo>
                  <a:pt x="453399" y="395790"/>
                </a:lnTo>
                <a:cubicBezTo>
                  <a:pt x="451546" y="398815"/>
                  <a:pt x="450698" y="401003"/>
                  <a:pt x="447840" y="403860"/>
                </a:cubicBezTo>
                <a:cubicBezTo>
                  <a:pt x="428790" y="425767"/>
                  <a:pt x="408788" y="447675"/>
                  <a:pt x="389738" y="472440"/>
                </a:cubicBezTo>
                <a:cubicBezTo>
                  <a:pt x="384023" y="479107"/>
                  <a:pt x="378308" y="484822"/>
                  <a:pt x="373545" y="491490"/>
                </a:cubicBezTo>
                <a:cubicBezTo>
                  <a:pt x="367830" y="498157"/>
                  <a:pt x="363068" y="504825"/>
                  <a:pt x="357353" y="511492"/>
                </a:cubicBezTo>
                <a:lnTo>
                  <a:pt x="285752" y="590631"/>
                </a:lnTo>
                <a:lnTo>
                  <a:pt x="358305" y="510540"/>
                </a:lnTo>
                <a:cubicBezTo>
                  <a:pt x="364020" y="503872"/>
                  <a:pt x="368782" y="497205"/>
                  <a:pt x="374497" y="490537"/>
                </a:cubicBezTo>
                <a:cubicBezTo>
                  <a:pt x="380212" y="483870"/>
                  <a:pt x="385927" y="478155"/>
                  <a:pt x="390690" y="471487"/>
                </a:cubicBezTo>
                <a:cubicBezTo>
                  <a:pt x="409740" y="446722"/>
                  <a:pt x="429742" y="425767"/>
                  <a:pt x="448792" y="402907"/>
                </a:cubicBezTo>
                <a:lnTo>
                  <a:pt x="454684" y="394338"/>
                </a:lnTo>
                <a:lnTo>
                  <a:pt x="464430" y="383325"/>
                </a:lnTo>
                <a:close/>
                <a:moveTo>
                  <a:pt x="489348" y="316869"/>
                </a:moveTo>
                <a:cubicBezTo>
                  <a:pt x="487763" y="316669"/>
                  <a:pt x="484470" y="318176"/>
                  <a:pt x="481127" y="319733"/>
                </a:cubicBezTo>
                <a:lnTo>
                  <a:pt x="475013" y="322003"/>
                </a:lnTo>
                <a:lnTo>
                  <a:pt x="473558" y="323849"/>
                </a:lnTo>
                <a:cubicBezTo>
                  <a:pt x="469748" y="326707"/>
                  <a:pt x="465938" y="329564"/>
                  <a:pt x="463080" y="333374"/>
                </a:cubicBezTo>
                <a:cubicBezTo>
                  <a:pt x="453555" y="339089"/>
                  <a:pt x="445935" y="343852"/>
                  <a:pt x="436410" y="350519"/>
                </a:cubicBezTo>
                <a:lnTo>
                  <a:pt x="418313" y="370522"/>
                </a:lnTo>
                <a:lnTo>
                  <a:pt x="401168" y="390524"/>
                </a:lnTo>
                <a:cubicBezTo>
                  <a:pt x="397358" y="393382"/>
                  <a:pt x="394500" y="396239"/>
                  <a:pt x="389738" y="401002"/>
                </a:cubicBezTo>
                <a:lnTo>
                  <a:pt x="389350" y="400516"/>
                </a:lnTo>
                <a:lnTo>
                  <a:pt x="378546" y="413504"/>
                </a:lnTo>
                <a:cubicBezTo>
                  <a:pt x="374736" y="418862"/>
                  <a:pt x="369735" y="425768"/>
                  <a:pt x="360210" y="436245"/>
                </a:cubicBezTo>
                <a:lnTo>
                  <a:pt x="330683" y="468630"/>
                </a:lnTo>
                <a:lnTo>
                  <a:pt x="335445" y="474344"/>
                </a:lnTo>
                <a:lnTo>
                  <a:pt x="335536" y="474264"/>
                </a:lnTo>
                <a:lnTo>
                  <a:pt x="331635" y="469582"/>
                </a:lnTo>
                <a:cubicBezTo>
                  <a:pt x="341160" y="459105"/>
                  <a:pt x="352590" y="447675"/>
                  <a:pt x="361162" y="437197"/>
                </a:cubicBezTo>
                <a:cubicBezTo>
                  <a:pt x="380212" y="416242"/>
                  <a:pt x="381165" y="409575"/>
                  <a:pt x="390690" y="401002"/>
                </a:cubicBezTo>
                <a:cubicBezTo>
                  <a:pt x="395452" y="396240"/>
                  <a:pt x="399262" y="393382"/>
                  <a:pt x="402120" y="390525"/>
                </a:cubicBezTo>
                <a:lnTo>
                  <a:pt x="419265" y="370522"/>
                </a:lnTo>
                <a:lnTo>
                  <a:pt x="437362" y="350520"/>
                </a:lnTo>
                <a:cubicBezTo>
                  <a:pt x="446887" y="344805"/>
                  <a:pt x="454507" y="340042"/>
                  <a:pt x="464032" y="333375"/>
                </a:cubicBezTo>
                <a:cubicBezTo>
                  <a:pt x="467842" y="330517"/>
                  <a:pt x="471652" y="326707"/>
                  <a:pt x="474510" y="323850"/>
                </a:cubicBezTo>
                <a:cubicBezTo>
                  <a:pt x="476415" y="324326"/>
                  <a:pt x="481654" y="321469"/>
                  <a:pt x="485940" y="319564"/>
                </a:cubicBezTo>
                <a:lnTo>
                  <a:pt x="489548" y="318444"/>
                </a:lnTo>
                <a:close/>
                <a:moveTo>
                  <a:pt x="1868970" y="144780"/>
                </a:moveTo>
                <a:cubicBezTo>
                  <a:pt x="1890877" y="153352"/>
                  <a:pt x="1906117" y="160020"/>
                  <a:pt x="1917547" y="166687"/>
                </a:cubicBezTo>
                <a:cubicBezTo>
                  <a:pt x="1928977" y="172402"/>
                  <a:pt x="1935645" y="178117"/>
                  <a:pt x="1938502" y="183832"/>
                </a:cubicBezTo>
                <a:cubicBezTo>
                  <a:pt x="1920405" y="174307"/>
                  <a:pt x="1904212" y="167640"/>
                  <a:pt x="1891830" y="160972"/>
                </a:cubicBezTo>
                <a:cubicBezTo>
                  <a:pt x="1879447" y="154305"/>
                  <a:pt x="1871827" y="148590"/>
                  <a:pt x="1868970" y="144780"/>
                </a:cubicBezTo>
                <a:close/>
                <a:moveTo>
                  <a:pt x="1710855" y="75247"/>
                </a:moveTo>
                <a:cubicBezTo>
                  <a:pt x="1719427" y="75247"/>
                  <a:pt x="1733715" y="78104"/>
                  <a:pt x="1748955" y="83819"/>
                </a:cubicBezTo>
                <a:cubicBezTo>
                  <a:pt x="1765147" y="90487"/>
                  <a:pt x="1783245" y="100012"/>
                  <a:pt x="1802295" y="110489"/>
                </a:cubicBezTo>
                <a:cubicBezTo>
                  <a:pt x="1750860" y="94297"/>
                  <a:pt x="1716570" y="83819"/>
                  <a:pt x="1710855" y="75247"/>
                </a:cubicBezTo>
                <a:close/>
                <a:moveTo>
                  <a:pt x="1137451" y="68937"/>
                </a:moveTo>
                <a:cubicBezTo>
                  <a:pt x="1133641" y="68580"/>
                  <a:pt x="1127926" y="69056"/>
                  <a:pt x="1117448" y="71437"/>
                </a:cubicBezTo>
                <a:cubicBezTo>
                  <a:pt x="1104113" y="73342"/>
                  <a:pt x="1088873" y="75247"/>
                  <a:pt x="1074585" y="77152"/>
                </a:cubicBezTo>
                <a:cubicBezTo>
                  <a:pt x="1061250" y="80010"/>
                  <a:pt x="1046010" y="83820"/>
                  <a:pt x="1032675" y="86677"/>
                </a:cubicBezTo>
                <a:cubicBezTo>
                  <a:pt x="1026960" y="88582"/>
                  <a:pt x="1021245" y="90487"/>
                  <a:pt x="1014578" y="92392"/>
                </a:cubicBezTo>
                <a:cubicBezTo>
                  <a:pt x="1007910" y="94297"/>
                  <a:pt x="1001243" y="96202"/>
                  <a:pt x="993623" y="98107"/>
                </a:cubicBezTo>
                <a:lnTo>
                  <a:pt x="947769" y="107115"/>
                </a:lnTo>
                <a:lnTo>
                  <a:pt x="939330" y="110490"/>
                </a:lnTo>
                <a:cubicBezTo>
                  <a:pt x="920280" y="117157"/>
                  <a:pt x="900278" y="122872"/>
                  <a:pt x="881228" y="130492"/>
                </a:cubicBezTo>
                <a:cubicBezTo>
                  <a:pt x="862178" y="138112"/>
                  <a:pt x="843128" y="144780"/>
                  <a:pt x="824078" y="153352"/>
                </a:cubicBezTo>
                <a:cubicBezTo>
                  <a:pt x="809790" y="160020"/>
                  <a:pt x="796455" y="165735"/>
                  <a:pt x="784073" y="171450"/>
                </a:cubicBezTo>
                <a:cubicBezTo>
                  <a:pt x="775500" y="173355"/>
                  <a:pt x="765975" y="178117"/>
                  <a:pt x="757403" y="181927"/>
                </a:cubicBezTo>
                <a:cubicBezTo>
                  <a:pt x="734543" y="190500"/>
                  <a:pt x="713588" y="201930"/>
                  <a:pt x="691680" y="212407"/>
                </a:cubicBezTo>
                <a:cubicBezTo>
                  <a:pt x="681203" y="218122"/>
                  <a:pt x="670725" y="225742"/>
                  <a:pt x="660248" y="232410"/>
                </a:cubicBezTo>
                <a:cubicBezTo>
                  <a:pt x="649770" y="239077"/>
                  <a:pt x="639293" y="245745"/>
                  <a:pt x="629768" y="252412"/>
                </a:cubicBezTo>
                <a:cubicBezTo>
                  <a:pt x="618338" y="263842"/>
                  <a:pt x="597383" y="280035"/>
                  <a:pt x="581190" y="288607"/>
                </a:cubicBezTo>
                <a:cubicBezTo>
                  <a:pt x="565950" y="300037"/>
                  <a:pt x="550710" y="312420"/>
                  <a:pt x="535470" y="324802"/>
                </a:cubicBezTo>
                <a:lnTo>
                  <a:pt x="491713" y="362974"/>
                </a:lnTo>
                <a:lnTo>
                  <a:pt x="495465" y="367665"/>
                </a:lnTo>
                <a:cubicBezTo>
                  <a:pt x="497370" y="366713"/>
                  <a:pt x="500764" y="364272"/>
                  <a:pt x="504752" y="361295"/>
                </a:cubicBezTo>
                <a:lnTo>
                  <a:pt x="512657" y="355403"/>
                </a:lnTo>
                <a:lnTo>
                  <a:pt x="541185" y="330517"/>
                </a:lnTo>
                <a:cubicBezTo>
                  <a:pt x="556425" y="318134"/>
                  <a:pt x="571665" y="306704"/>
                  <a:pt x="586905" y="294322"/>
                </a:cubicBezTo>
                <a:cubicBezTo>
                  <a:pt x="603097" y="285749"/>
                  <a:pt x="623100" y="269557"/>
                  <a:pt x="635482" y="258127"/>
                </a:cubicBezTo>
                <a:cubicBezTo>
                  <a:pt x="645960" y="251459"/>
                  <a:pt x="655485" y="244792"/>
                  <a:pt x="665962" y="238124"/>
                </a:cubicBezTo>
                <a:cubicBezTo>
                  <a:pt x="676440" y="231457"/>
                  <a:pt x="685965" y="224789"/>
                  <a:pt x="697395" y="218122"/>
                </a:cubicBezTo>
                <a:cubicBezTo>
                  <a:pt x="719302" y="207644"/>
                  <a:pt x="741210" y="196214"/>
                  <a:pt x="763117" y="187642"/>
                </a:cubicBezTo>
                <a:cubicBezTo>
                  <a:pt x="771690" y="183832"/>
                  <a:pt x="781215" y="179069"/>
                  <a:pt x="788835" y="174307"/>
                </a:cubicBezTo>
                <a:cubicBezTo>
                  <a:pt x="801217" y="168592"/>
                  <a:pt x="815505" y="162877"/>
                  <a:pt x="828840" y="156209"/>
                </a:cubicBezTo>
                <a:cubicBezTo>
                  <a:pt x="847890" y="147637"/>
                  <a:pt x="866940" y="140969"/>
                  <a:pt x="885990" y="133349"/>
                </a:cubicBezTo>
                <a:cubicBezTo>
                  <a:pt x="905040" y="125729"/>
                  <a:pt x="925042" y="120014"/>
                  <a:pt x="944092" y="113347"/>
                </a:cubicBezTo>
                <a:lnTo>
                  <a:pt x="968499" y="108553"/>
                </a:lnTo>
                <a:lnTo>
                  <a:pt x="980289" y="104524"/>
                </a:lnTo>
                <a:lnTo>
                  <a:pt x="1140765" y="69904"/>
                </a:lnTo>
                <a:close/>
                <a:moveTo>
                  <a:pt x="1478088" y="48458"/>
                </a:moveTo>
                <a:cubicBezTo>
                  <a:pt x="1484636" y="48815"/>
                  <a:pt x="1491780" y="49530"/>
                  <a:pt x="1498447" y="50482"/>
                </a:cubicBezTo>
                <a:cubicBezTo>
                  <a:pt x="1511782" y="52387"/>
                  <a:pt x="1523212" y="56197"/>
                  <a:pt x="1526070" y="60007"/>
                </a:cubicBezTo>
                <a:cubicBezTo>
                  <a:pt x="1520355" y="59055"/>
                  <a:pt x="1514640" y="58102"/>
                  <a:pt x="1505115" y="57150"/>
                </a:cubicBezTo>
                <a:cubicBezTo>
                  <a:pt x="1495590" y="56197"/>
                  <a:pt x="1482255" y="53340"/>
                  <a:pt x="1461300" y="48577"/>
                </a:cubicBezTo>
                <a:cubicBezTo>
                  <a:pt x="1465586" y="48101"/>
                  <a:pt x="1471539" y="48101"/>
                  <a:pt x="1478088" y="48458"/>
                </a:cubicBezTo>
                <a:close/>
                <a:moveTo>
                  <a:pt x="1588935" y="40957"/>
                </a:moveTo>
                <a:cubicBezTo>
                  <a:pt x="1602270" y="41909"/>
                  <a:pt x="1614652" y="42862"/>
                  <a:pt x="1627987" y="43814"/>
                </a:cubicBezTo>
                <a:cubicBezTo>
                  <a:pt x="1644180" y="48577"/>
                  <a:pt x="1659420" y="56197"/>
                  <a:pt x="1675612" y="62864"/>
                </a:cubicBezTo>
                <a:cubicBezTo>
                  <a:pt x="1652752" y="60007"/>
                  <a:pt x="1631797" y="55244"/>
                  <a:pt x="1616557" y="52387"/>
                </a:cubicBezTo>
                <a:cubicBezTo>
                  <a:pt x="1601317" y="48577"/>
                  <a:pt x="1590840" y="44767"/>
                  <a:pt x="1588935" y="40957"/>
                </a:cubicBezTo>
                <a:close/>
                <a:moveTo>
                  <a:pt x="1270324" y="40719"/>
                </a:moveTo>
                <a:cubicBezTo>
                  <a:pt x="1233653" y="40957"/>
                  <a:pt x="1196981" y="42862"/>
                  <a:pt x="1160310" y="46672"/>
                </a:cubicBezTo>
                <a:cubicBezTo>
                  <a:pt x="1135545" y="47624"/>
                  <a:pt x="1109827" y="52387"/>
                  <a:pt x="1084110" y="57149"/>
                </a:cubicBezTo>
                <a:cubicBezTo>
                  <a:pt x="1071727" y="59054"/>
                  <a:pt x="1059345" y="62864"/>
                  <a:pt x="1047915" y="66674"/>
                </a:cubicBezTo>
                <a:cubicBezTo>
                  <a:pt x="1036485" y="70484"/>
                  <a:pt x="1026007" y="74294"/>
                  <a:pt x="1016482" y="78104"/>
                </a:cubicBezTo>
                <a:cubicBezTo>
                  <a:pt x="1001242" y="80009"/>
                  <a:pt x="987907" y="81914"/>
                  <a:pt x="972667" y="83819"/>
                </a:cubicBezTo>
                <a:cubicBezTo>
                  <a:pt x="914565" y="101917"/>
                  <a:pt x="859320" y="123824"/>
                  <a:pt x="806932" y="147637"/>
                </a:cubicBezTo>
                <a:cubicBezTo>
                  <a:pt x="786930" y="155257"/>
                  <a:pt x="765975" y="165734"/>
                  <a:pt x="746925" y="174307"/>
                </a:cubicBezTo>
                <a:cubicBezTo>
                  <a:pt x="741210" y="176212"/>
                  <a:pt x="734542" y="179069"/>
                  <a:pt x="728827" y="180974"/>
                </a:cubicBezTo>
                <a:cubicBezTo>
                  <a:pt x="723112" y="183832"/>
                  <a:pt x="717397" y="186689"/>
                  <a:pt x="712635" y="189547"/>
                </a:cubicBezTo>
                <a:cubicBezTo>
                  <a:pt x="702157" y="195262"/>
                  <a:pt x="691680" y="200977"/>
                  <a:pt x="682155" y="205739"/>
                </a:cubicBezTo>
                <a:cubicBezTo>
                  <a:pt x="663105" y="216217"/>
                  <a:pt x="647865" y="225742"/>
                  <a:pt x="634530" y="230504"/>
                </a:cubicBezTo>
                <a:cubicBezTo>
                  <a:pt x="619290" y="239077"/>
                  <a:pt x="610717" y="248602"/>
                  <a:pt x="598335" y="259079"/>
                </a:cubicBezTo>
                <a:cubicBezTo>
                  <a:pt x="555472" y="283844"/>
                  <a:pt x="517372" y="318134"/>
                  <a:pt x="493560" y="340994"/>
                </a:cubicBezTo>
                <a:lnTo>
                  <a:pt x="471664" y="360034"/>
                </a:lnTo>
                <a:lnTo>
                  <a:pt x="450243" y="379593"/>
                </a:lnTo>
                <a:lnTo>
                  <a:pt x="450697" y="380047"/>
                </a:lnTo>
                <a:cubicBezTo>
                  <a:pt x="388785" y="439102"/>
                  <a:pt x="334492" y="503872"/>
                  <a:pt x="285915" y="573404"/>
                </a:cubicBezTo>
                <a:cubicBezTo>
                  <a:pt x="271627" y="593407"/>
                  <a:pt x="260197" y="607694"/>
                  <a:pt x="252577" y="619124"/>
                </a:cubicBezTo>
                <a:cubicBezTo>
                  <a:pt x="244957" y="630554"/>
                  <a:pt x="240195" y="639127"/>
                  <a:pt x="237337" y="646747"/>
                </a:cubicBezTo>
                <a:cubicBezTo>
                  <a:pt x="232575" y="655319"/>
                  <a:pt x="226860" y="663892"/>
                  <a:pt x="222097" y="672464"/>
                </a:cubicBezTo>
                <a:cubicBezTo>
                  <a:pt x="212572" y="690562"/>
                  <a:pt x="203047" y="708659"/>
                  <a:pt x="193522" y="725804"/>
                </a:cubicBezTo>
                <a:lnTo>
                  <a:pt x="162439" y="774785"/>
                </a:lnTo>
                <a:lnTo>
                  <a:pt x="162090" y="776287"/>
                </a:lnTo>
                <a:cubicBezTo>
                  <a:pt x="158280" y="784860"/>
                  <a:pt x="155422" y="795337"/>
                  <a:pt x="151612" y="804862"/>
                </a:cubicBezTo>
                <a:cubicBezTo>
                  <a:pt x="148755" y="810577"/>
                  <a:pt x="146850" y="814387"/>
                  <a:pt x="143992" y="818197"/>
                </a:cubicBezTo>
                <a:lnTo>
                  <a:pt x="142087" y="820102"/>
                </a:lnTo>
                <a:lnTo>
                  <a:pt x="133634" y="848201"/>
                </a:lnTo>
                <a:cubicBezTo>
                  <a:pt x="132087" y="855345"/>
                  <a:pt x="131610" y="860584"/>
                  <a:pt x="131610" y="864870"/>
                </a:cubicBezTo>
                <a:cubicBezTo>
                  <a:pt x="131610" y="873442"/>
                  <a:pt x="132562" y="879157"/>
                  <a:pt x="129705" y="888682"/>
                </a:cubicBezTo>
                <a:cubicBezTo>
                  <a:pt x="124942" y="902017"/>
                  <a:pt x="121132" y="914400"/>
                  <a:pt x="116370" y="927735"/>
                </a:cubicBezTo>
                <a:cubicBezTo>
                  <a:pt x="112560" y="941070"/>
                  <a:pt x="107797" y="953452"/>
                  <a:pt x="103987" y="966787"/>
                </a:cubicBezTo>
                <a:cubicBezTo>
                  <a:pt x="99225" y="986790"/>
                  <a:pt x="95415" y="1004887"/>
                  <a:pt x="90652" y="1023937"/>
                </a:cubicBezTo>
                <a:cubicBezTo>
                  <a:pt x="87795" y="1042035"/>
                  <a:pt x="85890" y="1059180"/>
                  <a:pt x="83032" y="1076325"/>
                </a:cubicBezTo>
                <a:cubicBezTo>
                  <a:pt x="80175" y="1093470"/>
                  <a:pt x="79222" y="1111567"/>
                  <a:pt x="78270" y="1128712"/>
                </a:cubicBezTo>
                <a:cubicBezTo>
                  <a:pt x="81127" y="1115377"/>
                  <a:pt x="83032" y="1102995"/>
                  <a:pt x="84937" y="1092517"/>
                </a:cubicBezTo>
                <a:lnTo>
                  <a:pt x="85555" y="1089530"/>
                </a:lnTo>
                <a:lnTo>
                  <a:pt x="86842" y="1075372"/>
                </a:lnTo>
                <a:cubicBezTo>
                  <a:pt x="89700" y="1058227"/>
                  <a:pt x="91605" y="1040130"/>
                  <a:pt x="94462" y="1022985"/>
                </a:cubicBezTo>
                <a:lnTo>
                  <a:pt x="96848" y="1023781"/>
                </a:lnTo>
                <a:lnTo>
                  <a:pt x="97055" y="1022896"/>
                </a:lnTo>
                <a:lnTo>
                  <a:pt x="94463" y="1022032"/>
                </a:lnTo>
                <a:cubicBezTo>
                  <a:pt x="99225" y="1002029"/>
                  <a:pt x="103035" y="983932"/>
                  <a:pt x="107798" y="964882"/>
                </a:cubicBezTo>
                <a:cubicBezTo>
                  <a:pt x="111608" y="951547"/>
                  <a:pt x="115418" y="938212"/>
                  <a:pt x="120180" y="925829"/>
                </a:cubicBezTo>
                <a:lnTo>
                  <a:pt x="133454" y="886956"/>
                </a:lnTo>
                <a:lnTo>
                  <a:pt x="132563" y="886777"/>
                </a:lnTo>
                <a:cubicBezTo>
                  <a:pt x="135420" y="877252"/>
                  <a:pt x="134468" y="871537"/>
                  <a:pt x="134468" y="862965"/>
                </a:cubicBezTo>
                <a:cubicBezTo>
                  <a:pt x="134468" y="854392"/>
                  <a:pt x="135420" y="842010"/>
                  <a:pt x="144945" y="818197"/>
                </a:cubicBezTo>
                <a:cubicBezTo>
                  <a:pt x="146850" y="814387"/>
                  <a:pt x="148755" y="809625"/>
                  <a:pt x="152565" y="804862"/>
                </a:cubicBezTo>
                <a:lnTo>
                  <a:pt x="152821" y="804166"/>
                </a:lnTo>
                <a:lnTo>
                  <a:pt x="163043" y="776287"/>
                </a:lnTo>
                <a:cubicBezTo>
                  <a:pt x="173520" y="759142"/>
                  <a:pt x="183045" y="742950"/>
                  <a:pt x="194475" y="726757"/>
                </a:cubicBezTo>
                <a:cubicBezTo>
                  <a:pt x="204000" y="708660"/>
                  <a:pt x="212573" y="690562"/>
                  <a:pt x="223050" y="673417"/>
                </a:cubicBezTo>
                <a:cubicBezTo>
                  <a:pt x="227813" y="665797"/>
                  <a:pt x="233528" y="656272"/>
                  <a:pt x="238290" y="647700"/>
                </a:cubicBezTo>
                <a:cubicBezTo>
                  <a:pt x="241148" y="640080"/>
                  <a:pt x="245910" y="631507"/>
                  <a:pt x="253530" y="620077"/>
                </a:cubicBezTo>
                <a:cubicBezTo>
                  <a:pt x="261150" y="608647"/>
                  <a:pt x="272580" y="594360"/>
                  <a:pt x="286868" y="574357"/>
                </a:cubicBezTo>
                <a:cubicBezTo>
                  <a:pt x="335445" y="503872"/>
                  <a:pt x="389738" y="440055"/>
                  <a:pt x="451650" y="381000"/>
                </a:cubicBezTo>
                <a:cubicBezTo>
                  <a:pt x="466890" y="367665"/>
                  <a:pt x="479273" y="354330"/>
                  <a:pt x="495465" y="340995"/>
                </a:cubicBezTo>
                <a:cubicBezTo>
                  <a:pt x="519278" y="318135"/>
                  <a:pt x="557378" y="283845"/>
                  <a:pt x="600240" y="259080"/>
                </a:cubicBezTo>
                <a:cubicBezTo>
                  <a:pt x="612623" y="249555"/>
                  <a:pt x="621195" y="239077"/>
                  <a:pt x="636435" y="230505"/>
                </a:cubicBezTo>
                <a:cubicBezTo>
                  <a:pt x="649770" y="225742"/>
                  <a:pt x="665010" y="216217"/>
                  <a:pt x="684060" y="205740"/>
                </a:cubicBezTo>
                <a:cubicBezTo>
                  <a:pt x="693585" y="200977"/>
                  <a:pt x="704063" y="195262"/>
                  <a:pt x="714540" y="189547"/>
                </a:cubicBezTo>
                <a:cubicBezTo>
                  <a:pt x="720255" y="186690"/>
                  <a:pt x="725018" y="183832"/>
                  <a:pt x="730733" y="180975"/>
                </a:cubicBezTo>
                <a:cubicBezTo>
                  <a:pt x="736448" y="178117"/>
                  <a:pt x="742163" y="176212"/>
                  <a:pt x="748830" y="174307"/>
                </a:cubicBezTo>
                <a:cubicBezTo>
                  <a:pt x="767880" y="164782"/>
                  <a:pt x="788835" y="155257"/>
                  <a:pt x="808838" y="147637"/>
                </a:cubicBezTo>
                <a:cubicBezTo>
                  <a:pt x="860273" y="123825"/>
                  <a:pt x="916470" y="101917"/>
                  <a:pt x="974573" y="83820"/>
                </a:cubicBezTo>
                <a:cubicBezTo>
                  <a:pt x="989813" y="81915"/>
                  <a:pt x="1003148" y="80010"/>
                  <a:pt x="1018388" y="78105"/>
                </a:cubicBezTo>
                <a:cubicBezTo>
                  <a:pt x="1027913" y="74295"/>
                  <a:pt x="1038390" y="70485"/>
                  <a:pt x="1049820" y="66675"/>
                </a:cubicBezTo>
                <a:cubicBezTo>
                  <a:pt x="1061250" y="62865"/>
                  <a:pt x="1073633" y="59055"/>
                  <a:pt x="1086015" y="57150"/>
                </a:cubicBezTo>
                <a:cubicBezTo>
                  <a:pt x="1111733" y="52387"/>
                  <a:pt x="1138403" y="47625"/>
                  <a:pt x="1162215" y="46672"/>
                </a:cubicBezTo>
                <a:cubicBezTo>
                  <a:pt x="1198887" y="43338"/>
                  <a:pt x="1235558" y="41433"/>
                  <a:pt x="1272229" y="41076"/>
                </a:cubicBezTo>
                <a:lnTo>
                  <a:pt x="1360655" y="44043"/>
                </a:lnTo>
                <a:close/>
                <a:moveTo>
                  <a:pt x="1404150" y="0"/>
                </a:moveTo>
                <a:cubicBezTo>
                  <a:pt x="1418437" y="952"/>
                  <a:pt x="1434630" y="1905"/>
                  <a:pt x="1448917" y="2857"/>
                </a:cubicBezTo>
                <a:cubicBezTo>
                  <a:pt x="1465110" y="3810"/>
                  <a:pt x="1480350" y="5715"/>
                  <a:pt x="1494637" y="7620"/>
                </a:cubicBezTo>
                <a:cubicBezTo>
                  <a:pt x="1509877" y="8572"/>
                  <a:pt x="1518450" y="11430"/>
                  <a:pt x="1525117" y="15240"/>
                </a:cubicBezTo>
                <a:cubicBezTo>
                  <a:pt x="1531785" y="19050"/>
                  <a:pt x="1536547" y="22860"/>
                  <a:pt x="1545120" y="24765"/>
                </a:cubicBezTo>
                <a:cubicBezTo>
                  <a:pt x="1558455" y="24765"/>
                  <a:pt x="1552740" y="17145"/>
                  <a:pt x="1569885" y="20002"/>
                </a:cubicBezTo>
                <a:cubicBezTo>
                  <a:pt x="1582267" y="21907"/>
                  <a:pt x="1594650" y="25717"/>
                  <a:pt x="1607032" y="28575"/>
                </a:cubicBezTo>
                <a:cubicBezTo>
                  <a:pt x="1614652" y="30480"/>
                  <a:pt x="1622272" y="33337"/>
                  <a:pt x="1629892" y="35242"/>
                </a:cubicBezTo>
                <a:cubicBezTo>
                  <a:pt x="1629892" y="35242"/>
                  <a:pt x="1629892" y="36195"/>
                  <a:pt x="1628940" y="36195"/>
                </a:cubicBezTo>
                <a:cubicBezTo>
                  <a:pt x="1629892" y="39052"/>
                  <a:pt x="1628940" y="40957"/>
                  <a:pt x="1627987" y="42862"/>
                </a:cubicBezTo>
                <a:cubicBezTo>
                  <a:pt x="1614652" y="41910"/>
                  <a:pt x="1602270" y="40957"/>
                  <a:pt x="1588935" y="40005"/>
                </a:cubicBezTo>
                <a:cubicBezTo>
                  <a:pt x="1584172" y="39052"/>
                  <a:pt x="1580362" y="38100"/>
                  <a:pt x="1575600" y="36195"/>
                </a:cubicBezTo>
                <a:cubicBezTo>
                  <a:pt x="1570837" y="35242"/>
                  <a:pt x="1567027" y="34290"/>
                  <a:pt x="1562265" y="33337"/>
                </a:cubicBezTo>
                <a:cubicBezTo>
                  <a:pt x="1553692" y="31432"/>
                  <a:pt x="1545120" y="29527"/>
                  <a:pt x="1536547" y="27622"/>
                </a:cubicBezTo>
                <a:cubicBezTo>
                  <a:pt x="1527975" y="25717"/>
                  <a:pt x="1519402" y="23812"/>
                  <a:pt x="1510830" y="21907"/>
                </a:cubicBezTo>
                <a:cubicBezTo>
                  <a:pt x="1502257" y="20955"/>
                  <a:pt x="1493685" y="19050"/>
                  <a:pt x="1484160" y="18097"/>
                </a:cubicBezTo>
                <a:lnTo>
                  <a:pt x="1454633" y="18097"/>
                </a:lnTo>
                <a:cubicBezTo>
                  <a:pt x="1446060" y="18097"/>
                  <a:pt x="1437488" y="18097"/>
                  <a:pt x="1430820" y="18097"/>
                </a:cubicBezTo>
                <a:cubicBezTo>
                  <a:pt x="1416533" y="18097"/>
                  <a:pt x="1405103" y="18097"/>
                  <a:pt x="1393673" y="18097"/>
                </a:cubicBezTo>
                <a:lnTo>
                  <a:pt x="1391928" y="17540"/>
                </a:lnTo>
                <a:lnTo>
                  <a:pt x="1375575" y="25717"/>
                </a:lnTo>
                <a:cubicBezTo>
                  <a:pt x="1367002" y="28574"/>
                  <a:pt x="1391767" y="30479"/>
                  <a:pt x="1381290" y="35242"/>
                </a:cubicBezTo>
                <a:cubicBezTo>
                  <a:pt x="1401292" y="39052"/>
                  <a:pt x="1421295" y="42862"/>
                  <a:pt x="1438440" y="46672"/>
                </a:cubicBezTo>
                <a:lnTo>
                  <a:pt x="1413008" y="47116"/>
                </a:lnTo>
                <a:lnTo>
                  <a:pt x="1413437" y="47149"/>
                </a:lnTo>
                <a:cubicBezTo>
                  <a:pt x="1423677" y="47863"/>
                  <a:pt x="1433202" y="48101"/>
                  <a:pt x="1440345" y="46672"/>
                </a:cubicBezTo>
                <a:cubicBezTo>
                  <a:pt x="1447965" y="47625"/>
                  <a:pt x="1455585" y="48577"/>
                  <a:pt x="1463205" y="49530"/>
                </a:cubicBezTo>
                <a:cubicBezTo>
                  <a:pt x="1484160" y="54292"/>
                  <a:pt x="1497495" y="56197"/>
                  <a:pt x="1507020" y="58102"/>
                </a:cubicBezTo>
                <a:cubicBezTo>
                  <a:pt x="1516545" y="60007"/>
                  <a:pt x="1522260" y="60007"/>
                  <a:pt x="1527975" y="60960"/>
                </a:cubicBezTo>
                <a:cubicBezTo>
                  <a:pt x="1539405" y="63817"/>
                  <a:pt x="1551788" y="66675"/>
                  <a:pt x="1563218" y="68580"/>
                </a:cubicBezTo>
                <a:cubicBezTo>
                  <a:pt x="1575600" y="70485"/>
                  <a:pt x="1587030" y="74295"/>
                  <a:pt x="1599413" y="76200"/>
                </a:cubicBezTo>
                <a:cubicBezTo>
                  <a:pt x="1610843" y="79057"/>
                  <a:pt x="1623225" y="81915"/>
                  <a:pt x="1634655" y="84772"/>
                </a:cubicBezTo>
                <a:lnTo>
                  <a:pt x="1669898" y="95250"/>
                </a:lnTo>
                <a:lnTo>
                  <a:pt x="1687043" y="100012"/>
                </a:lnTo>
                <a:lnTo>
                  <a:pt x="1704188" y="105727"/>
                </a:lnTo>
                <a:lnTo>
                  <a:pt x="1704409" y="105929"/>
                </a:lnTo>
                <a:lnTo>
                  <a:pt x="1716704" y="108049"/>
                </a:lnTo>
                <a:cubicBezTo>
                  <a:pt x="1727330" y="110549"/>
                  <a:pt x="1739921" y="114716"/>
                  <a:pt x="1746499" y="119121"/>
                </a:cubicBezTo>
                <a:lnTo>
                  <a:pt x="1750661" y="125427"/>
                </a:lnTo>
                <a:lnTo>
                  <a:pt x="1751813" y="125730"/>
                </a:lnTo>
                <a:cubicBezTo>
                  <a:pt x="1760385" y="129540"/>
                  <a:pt x="1769910" y="133350"/>
                  <a:pt x="1778483" y="136207"/>
                </a:cubicBezTo>
                <a:cubicBezTo>
                  <a:pt x="1786103" y="139065"/>
                  <a:pt x="1793723" y="141922"/>
                  <a:pt x="1801343" y="145732"/>
                </a:cubicBezTo>
                <a:cubicBezTo>
                  <a:pt x="1808963" y="149542"/>
                  <a:pt x="1816583" y="152400"/>
                  <a:pt x="1824203" y="156210"/>
                </a:cubicBezTo>
                <a:cubicBezTo>
                  <a:pt x="1828013" y="159067"/>
                  <a:pt x="1833728" y="161925"/>
                  <a:pt x="1841348" y="165735"/>
                </a:cubicBezTo>
                <a:cubicBezTo>
                  <a:pt x="1845158" y="167640"/>
                  <a:pt x="1848968" y="169545"/>
                  <a:pt x="1852778" y="171450"/>
                </a:cubicBezTo>
                <a:cubicBezTo>
                  <a:pt x="1856588" y="173355"/>
                  <a:pt x="1861350" y="175260"/>
                  <a:pt x="1865160" y="178117"/>
                </a:cubicBezTo>
                <a:cubicBezTo>
                  <a:pt x="1882305" y="186690"/>
                  <a:pt x="1899450" y="195262"/>
                  <a:pt x="1907070" y="201930"/>
                </a:cubicBezTo>
                <a:cubicBezTo>
                  <a:pt x="1924215" y="213360"/>
                  <a:pt x="1942313" y="223837"/>
                  <a:pt x="1960410" y="236220"/>
                </a:cubicBezTo>
                <a:cubicBezTo>
                  <a:pt x="1968983" y="241935"/>
                  <a:pt x="1978508" y="248602"/>
                  <a:pt x="1988033" y="255270"/>
                </a:cubicBezTo>
                <a:lnTo>
                  <a:pt x="1988833" y="255841"/>
                </a:lnTo>
                <a:lnTo>
                  <a:pt x="2002949" y="264417"/>
                </a:lnTo>
                <a:cubicBezTo>
                  <a:pt x="2327259" y="483516"/>
                  <a:pt x="2540483" y="854556"/>
                  <a:pt x="2540483" y="1275397"/>
                </a:cubicBezTo>
                <a:lnTo>
                  <a:pt x="2540081" y="1283368"/>
                </a:lnTo>
                <a:lnTo>
                  <a:pt x="2550960" y="1284922"/>
                </a:lnTo>
                <a:cubicBezTo>
                  <a:pt x="2554770" y="1287779"/>
                  <a:pt x="2557627" y="1289684"/>
                  <a:pt x="2561437" y="1292542"/>
                </a:cubicBezTo>
                <a:cubicBezTo>
                  <a:pt x="2562390" y="1303019"/>
                  <a:pt x="2564295" y="1305877"/>
                  <a:pt x="2566200" y="1318259"/>
                </a:cubicBezTo>
                <a:cubicBezTo>
                  <a:pt x="2571915" y="1329689"/>
                  <a:pt x="2578582" y="1339214"/>
                  <a:pt x="2584297" y="1348739"/>
                </a:cubicBezTo>
                <a:lnTo>
                  <a:pt x="2591918" y="1349432"/>
                </a:lnTo>
                <a:lnTo>
                  <a:pt x="2591918" y="1342072"/>
                </a:lnTo>
                <a:lnTo>
                  <a:pt x="2599661" y="1320563"/>
                </a:lnTo>
                <a:lnTo>
                  <a:pt x="2599537" y="1316355"/>
                </a:lnTo>
                <a:cubicBezTo>
                  <a:pt x="2602395" y="1287780"/>
                  <a:pt x="2604300" y="1288732"/>
                  <a:pt x="2607157" y="1290637"/>
                </a:cubicBezTo>
                <a:cubicBezTo>
                  <a:pt x="2610967" y="1289685"/>
                  <a:pt x="2614777" y="1289685"/>
                  <a:pt x="2617635" y="1290637"/>
                </a:cubicBezTo>
                <a:cubicBezTo>
                  <a:pt x="2623350" y="1286827"/>
                  <a:pt x="2628112" y="1282065"/>
                  <a:pt x="2633827" y="1280160"/>
                </a:cubicBezTo>
                <a:cubicBezTo>
                  <a:pt x="2634780" y="1294447"/>
                  <a:pt x="2634780" y="1306830"/>
                  <a:pt x="2635732" y="1322070"/>
                </a:cubicBezTo>
                <a:cubicBezTo>
                  <a:pt x="2633827" y="1328737"/>
                  <a:pt x="2632875" y="1335405"/>
                  <a:pt x="2630970" y="1342072"/>
                </a:cubicBezTo>
                <a:cubicBezTo>
                  <a:pt x="2629065" y="1348740"/>
                  <a:pt x="2627160" y="1355407"/>
                  <a:pt x="2625255" y="1361122"/>
                </a:cubicBezTo>
                <a:cubicBezTo>
                  <a:pt x="2624302" y="1371600"/>
                  <a:pt x="2623350" y="1382077"/>
                  <a:pt x="2622397" y="1392555"/>
                </a:cubicBezTo>
                <a:lnTo>
                  <a:pt x="2621445" y="1408747"/>
                </a:lnTo>
                <a:cubicBezTo>
                  <a:pt x="2620492" y="1414462"/>
                  <a:pt x="2620492" y="1419225"/>
                  <a:pt x="2619540" y="1424940"/>
                </a:cubicBezTo>
                <a:lnTo>
                  <a:pt x="2615479" y="1427648"/>
                </a:lnTo>
                <a:lnTo>
                  <a:pt x="2615730" y="1428749"/>
                </a:lnTo>
                <a:lnTo>
                  <a:pt x="2619621" y="1426155"/>
                </a:lnTo>
                <a:lnTo>
                  <a:pt x="2621445" y="1410652"/>
                </a:lnTo>
                <a:lnTo>
                  <a:pt x="2622397" y="1394460"/>
                </a:lnTo>
                <a:cubicBezTo>
                  <a:pt x="2623350" y="1383982"/>
                  <a:pt x="2624302" y="1373505"/>
                  <a:pt x="2625255" y="1363027"/>
                </a:cubicBezTo>
                <a:cubicBezTo>
                  <a:pt x="2627160" y="1357312"/>
                  <a:pt x="2629065" y="1350645"/>
                  <a:pt x="2630970" y="1343977"/>
                </a:cubicBezTo>
                <a:cubicBezTo>
                  <a:pt x="2632875" y="1337310"/>
                  <a:pt x="2634780" y="1330642"/>
                  <a:pt x="2635732" y="1323975"/>
                </a:cubicBezTo>
                <a:cubicBezTo>
                  <a:pt x="2638590" y="1325880"/>
                  <a:pt x="2640495" y="1327785"/>
                  <a:pt x="2643352" y="1329690"/>
                </a:cubicBezTo>
                <a:cubicBezTo>
                  <a:pt x="2643352" y="1334452"/>
                  <a:pt x="2643352" y="1339215"/>
                  <a:pt x="2642400" y="1343977"/>
                </a:cubicBezTo>
                <a:cubicBezTo>
                  <a:pt x="2641447" y="1348740"/>
                  <a:pt x="2641447" y="1353502"/>
                  <a:pt x="2640495" y="1358265"/>
                </a:cubicBezTo>
                <a:cubicBezTo>
                  <a:pt x="2639542" y="1367790"/>
                  <a:pt x="2638590" y="1376362"/>
                  <a:pt x="2639542" y="1384935"/>
                </a:cubicBezTo>
                <a:cubicBezTo>
                  <a:pt x="2638590" y="1394460"/>
                  <a:pt x="2638590" y="1404937"/>
                  <a:pt x="2637637" y="1416367"/>
                </a:cubicBezTo>
                <a:cubicBezTo>
                  <a:pt x="2635732" y="1426845"/>
                  <a:pt x="2634780" y="1438275"/>
                  <a:pt x="2632875" y="1449705"/>
                </a:cubicBezTo>
                <a:cubicBezTo>
                  <a:pt x="2630970" y="1461135"/>
                  <a:pt x="2630017" y="1472565"/>
                  <a:pt x="2627160" y="1484947"/>
                </a:cubicBezTo>
                <a:cubicBezTo>
                  <a:pt x="2625255" y="1496377"/>
                  <a:pt x="2622397" y="1507807"/>
                  <a:pt x="2620492" y="1519237"/>
                </a:cubicBezTo>
                <a:cubicBezTo>
                  <a:pt x="2613825" y="1544955"/>
                  <a:pt x="2615730" y="1553527"/>
                  <a:pt x="2608110" y="1591627"/>
                </a:cubicBezTo>
                <a:cubicBezTo>
                  <a:pt x="2604300" y="1593532"/>
                  <a:pt x="2600490" y="1595437"/>
                  <a:pt x="2596680" y="1598295"/>
                </a:cubicBezTo>
                <a:cubicBezTo>
                  <a:pt x="2592870" y="1611630"/>
                  <a:pt x="2587155" y="1626870"/>
                  <a:pt x="2582392" y="1640205"/>
                </a:cubicBezTo>
                <a:cubicBezTo>
                  <a:pt x="2575725" y="1662112"/>
                  <a:pt x="2580487" y="1664970"/>
                  <a:pt x="2578582" y="1680210"/>
                </a:cubicBezTo>
                <a:cubicBezTo>
                  <a:pt x="2577630" y="1682115"/>
                  <a:pt x="2576677" y="1684972"/>
                  <a:pt x="2576677" y="1685925"/>
                </a:cubicBezTo>
                <a:cubicBezTo>
                  <a:pt x="2570962" y="1701165"/>
                  <a:pt x="2565247" y="1716405"/>
                  <a:pt x="2560485" y="1729740"/>
                </a:cubicBezTo>
                <a:cubicBezTo>
                  <a:pt x="2558580" y="1731645"/>
                  <a:pt x="2557627" y="1732597"/>
                  <a:pt x="2555722" y="1733550"/>
                </a:cubicBezTo>
                <a:cubicBezTo>
                  <a:pt x="2549055" y="1748790"/>
                  <a:pt x="2542387" y="1764982"/>
                  <a:pt x="2535720" y="1780222"/>
                </a:cubicBezTo>
                <a:cubicBezTo>
                  <a:pt x="2543340" y="1764982"/>
                  <a:pt x="2550007" y="1748790"/>
                  <a:pt x="2556675" y="1733550"/>
                </a:cubicBezTo>
                <a:cubicBezTo>
                  <a:pt x="2558580" y="1731645"/>
                  <a:pt x="2559532" y="1731645"/>
                  <a:pt x="2561437" y="1729740"/>
                </a:cubicBezTo>
                <a:cubicBezTo>
                  <a:pt x="2553817" y="1770697"/>
                  <a:pt x="2541435" y="1796415"/>
                  <a:pt x="2530957" y="1816417"/>
                </a:cubicBezTo>
                <a:cubicBezTo>
                  <a:pt x="2525242" y="1820227"/>
                  <a:pt x="2519527" y="1823085"/>
                  <a:pt x="2514765" y="1824990"/>
                </a:cubicBezTo>
                <a:lnTo>
                  <a:pt x="2511407" y="1831707"/>
                </a:lnTo>
                <a:lnTo>
                  <a:pt x="2511908" y="1832609"/>
                </a:lnTo>
                <a:cubicBezTo>
                  <a:pt x="2512860" y="1830704"/>
                  <a:pt x="2513813" y="1827847"/>
                  <a:pt x="2515718" y="1824989"/>
                </a:cubicBezTo>
                <a:cubicBezTo>
                  <a:pt x="2520480" y="1823084"/>
                  <a:pt x="2526195" y="1820227"/>
                  <a:pt x="2531910" y="1816417"/>
                </a:cubicBezTo>
                <a:cubicBezTo>
                  <a:pt x="2532863" y="1826894"/>
                  <a:pt x="2525243" y="1840229"/>
                  <a:pt x="2520480" y="1848802"/>
                </a:cubicBezTo>
                <a:cubicBezTo>
                  <a:pt x="2513813" y="1862137"/>
                  <a:pt x="2506193" y="1874519"/>
                  <a:pt x="2499525" y="1886902"/>
                </a:cubicBezTo>
                <a:cubicBezTo>
                  <a:pt x="2495715" y="1893569"/>
                  <a:pt x="2492858" y="1899284"/>
                  <a:pt x="2489048" y="1905952"/>
                </a:cubicBezTo>
                <a:cubicBezTo>
                  <a:pt x="2485238" y="1912619"/>
                  <a:pt x="2481428" y="1918334"/>
                  <a:pt x="2477618" y="1925002"/>
                </a:cubicBezTo>
                <a:cubicBezTo>
                  <a:pt x="2474760" y="1928812"/>
                  <a:pt x="2472855" y="1933574"/>
                  <a:pt x="2469045" y="1939289"/>
                </a:cubicBezTo>
                <a:cubicBezTo>
                  <a:pt x="2465235" y="1948814"/>
                  <a:pt x="2461425" y="1957387"/>
                  <a:pt x="2456663" y="1966912"/>
                </a:cubicBezTo>
                <a:lnTo>
                  <a:pt x="2443328" y="1993582"/>
                </a:lnTo>
                <a:cubicBezTo>
                  <a:pt x="2436660" y="2003107"/>
                  <a:pt x="2429993" y="2013584"/>
                  <a:pt x="2422373" y="2022157"/>
                </a:cubicBezTo>
                <a:cubicBezTo>
                  <a:pt x="2415705" y="2030729"/>
                  <a:pt x="2408085" y="2040254"/>
                  <a:pt x="2401418" y="2048827"/>
                </a:cubicBezTo>
                <a:lnTo>
                  <a:pt x="2402291" y="2047029"/>
                </a:lnTo>
                <a:lnTo>
                  <a:pt x="2378557" y="2079307"/>
                </a:lnTo>
                <a:cubicBezTo>
                  <a:pt x="2372842" y="2073592"/>
                  <a:pt x="2341410" y="2118360"/>
                  <a:pt x="2327122" y="2135505"/>
                </a:cubicBezTo>
                <a:lnTo>
                  <a:pt x="2316996" y="2151085"/>
                </a:lnTo>
                <a:lnTo>
                  <a:pt x="2327122" y="2136457"/>
                </a:lnTo>
                <a:cubicBezTo>
                  <a:pt x="2341410" y="2120264"/>
                  <a:pt x="2372842" y="2075497"/>
                  <a:pt x="2378557" y="2080259"/>
                </a:cubicBezTo>
                <a:cubicBezTo>
                  <a:pt x="2375700" y="2100262"/>
                  <a:pt x="2348077" y="2125979"/>
                  <a:pt x="2339505" y="2139314"/>
                </a:cubicBezTo>
                <a:cubicBezTo>
                  <a:pt x="2331885" y="2148363"/>
                  <a:pt x="2325456" y="2155031"/>
                  <a:pt x="2319383" y="2160389"/>
                </a:cubicBezTo>
                <a:lnTo>
                  <a:pt x="2303230" y="2172263"/>
                </a:lnTo>
                <a:lnTo>
                  <a:pt x="2302357" y="2173605"/>
                </a:lnTo>
                <a:lnTo>
                  <a:pt x="2292258" y="2181374"/>
                </a:lnTo>
                <a:lnTo>
                  <a:pt x="2291880" y="2184082"/>
                </a:lnTo>
                <a:cubicBezTo>
                  <a:pt x="2277592" y="2199322"/>
                  <a:pt x="2263305" y="2215515"/>
                  <a:pt x="2247112" y="2229802"/>
                </a:cubicBezTo>
                <a:cubicBezTo>
                  <a:pt x="2231872" y="2245042"/>
                  <a:pt x="2216632" y="2260282"/>
                  <a:pt x="2199487" y="2273617"/>
                </a:cubicBezTo>
                <a:lnTo>
                  <a:pt x="2197285" y="2275215"/>
                </a:lnTo>
                <a:lnTo>
                  <a:pt x="2181390" y="2295524"/>
                </a:lnTo>
                <a:cubicBezTo>
                  <a:pt x="2169960" y="2306002"/>
                  <a:pt x="2156625" y="2314574"/>
                  <a:pt x="2143290" y="2324099"/>
                </a:cubicBezTo>
                <a:lnTo>
                  <a:pt x="2107681" y="2350806"/>
                </a:lnTo>
                <a:lnTo>
                  <a:pt x="2107553" y="2350961"/>
                </a:lnTo>
                <a:lnTo>
                  <a:pt x="2143290" y="2325052"/>
                </a:lnTo>
                <a:cubicBezTo>
                  <a:pt x="2155672" y="2315527"/>
                  <a:pt x="2169007" y="2306002"/>
                  <a:pt x="2181390" y="2296477"/>
                </a:cubicBezTo>
                <a:cubicBezTo>
                  <a:pt x="2173770" y="2309812"/>
                  <a:pt x="2163292" y="2318384"/>
                  <a:pt x="2149957" y="2327909"/>
                </a:cubicBezTo>
                <a:cubicBezTo>
                  <a:pt x="2139004" y="2337911"/>
                  <a:pt x="2131146" y="2341959"/>
                  <a:pt x="2124359" y="2344578"/>
                </a:cubicBezTo>
                <a:lnTo>
                  <a:pt x="2106651" y="2352057"/>
                </a:lnTo>
                <a:lnTo>
                  <a:pt x="2106142" y="2352675"/>
                </a:lnTo>
                <a:cubicBezTo>
                  <a:pt x="2099475" y="2357437"/>
                  <a:pt x="2093760" y="2361247"/>
                  <a:pt x="2087092" y="2365057"/>
                </a:cubicBezTo>
                <a:lnTo>
                  <a:pt x="2079914" y="2368384"/>
                </a:lnTo>
                <a:lnTo>
                  <a:pt x="2061852" y="2383036"/>
                </a:lnTo>
                <a:cubicBezTo>
                  <a:pt x="2055184" y="2388156"/>
                  <a:pt x="2049469" y="2392204"/>
                  <a:pt x="2044230" y="2395537"/>
                </a:cubicBezTo>
                <a:cubicBezTo>
                  <a:pt x="2034705" y="2403157"/>
                  <a:pt x="2027085" y="2407920"/>
                  <a:pt x="2017560" y="2412682"/>
                </a:cubicBezTo>
                <a:cubicBezTo>
                  <a:pt x="2019465" y="2409825"/>
                  <a:pt x="2014703" y="2411730"/>
                  <a:pt x="2008988" y="2413635"/>
                </a:cubicBezTo>
                <a:lnTo>
                  <a:pt x="1999460" y="2417870"/>
                </a:lnTo>
                <a:lnTo>
                  <a:pt x="1997979" y="2418995"/>
                </a:lnTo>
                <a:lnTo>
                  <a:pt x="2009940" y="2414587"/>
                </a:lnTo>
                <a:cubicBezTo>
                  <a:pt x="2015655" y="2412682"/>
                  <a:pt x="2019465" y="2410777"/>
                  <a:pt x="2018513" y="2413635"/>
                </a:cubicBezTo>
                <a:cubicBezTo>
                  <a:pt x="2011845" y="2423160"/>
                  <a:pt x="1998510" y="2431732"/>
                  <a:pt x="1984223" y="2439352"/>
                </a:cubicBezTo>
                <a:cubicBezTo>
                  <a:pt x="1976603" y="2443162"/>
                  <a:pt x="1969935" y="2446972"/>
                  <a:pt x="1962315" y="2450783"/>
                </a:cubicBezTo>
                <a:cubicBezTo>
                  <a:pt x="1954695" y="2454592"/>
                  <a:pt x="1947075" y="2457450"/>
                  <a:pt x="1940408" y="2461260"/>
                </a:cubicBezTo>
                <a:lnTo>
                  <a:pt x="1924934" y="2463581"/>
                </a:lnTo>
                <a:lnTo>
                  <a:pt x="1922310" y="2465070"/>
                </a:lnTo>
                <a:cubicBezTo>
                  <a:pt x="1898497" y="2476500"/>
                  <a:pt x="1874685" y="2486025"/>
                  <a:pt x="1849920" y="2496502"/>
                </a:cubicBezTo>
                <a:lnTo>
                  <a:pt x="1846229" y="2497341"/>
                </a:lnTo>
                <a:lnTo>
                  <a:pt x="1824203" y="2511742"/>
                </a:lnTo>
                <a:cubicBezTo>
                  <a:pt x="1829918" y="2512695"/>
                  <a:pt x="1832775" y="2513647"/>
                  <a:pt x="1836585" y="2515552"/>
                </a:cubicBezTo>
                <a:cubicBezTo>
                  <a:pt x="1819440" y="2530792"/>
                  <a:pt x="1796580" y="2533650"/>
                  <a:pt x="1790865" y="2535555"/>
                </a:cubicBezTo>
                <a:cubicBezTo>
                  <a:pt x="1791818" y="2531745"/>
                  <a:pt x="1793723" y="2526982"/>
                  <a:pt x="1794675" y="2522220"/>
                </a:cubicBezTo>
                <a:cubicBezTo>
                  <a:pt x="1789913" y="2524125"/>
                  <a:pt x="1785150" y="2526030"/>
                  <a:pt x="1779435" y="2527935"/>
                </a:cubicBezTo>
                <a:cubicBezTo>
                  <a:pt x="1774673" y="2529840"/>
                  <a:pt x="1769910" y="2530792"/>
                  <a:pt x="1765148" y="2532697"/>
                </a:cubicBezTo>
                <a:cubicBezTo>
                  <a:pt x="1755623" y="2535555"/>
                  <a:pt x="1745145" y="2538412"/>
                  <a:pt x="1735620" y="2542222"/>
                </a:cubicBezTo>
                <a:lnTo>
                  <a:pt x="1731675" y="2537487"/>
                </a:lnTo>
                <a:lnTo>
                  <a:pt x="1717522" y="2540317"/>
                </a:lnTo>
                <a:cubicBezTo>
                  <a:pt x="1711807" y="2541270"/>
                  <a:pt x="1706092" y="2543175"/>
                  <a:pt x="1700377" y="2544127"/>
                </a:cubicBezTo>
                <a:cubicBezTo>
                  <a:pt x="1688947" y="2546985"/>
                  <a:pt x="1676565" y="2550795"/>
                  <a:pt x="1665135" y="2552700"/>
                </a:cubicBezTo>
                <a:lnTo>
                  <a:pt x="1663973" y="2553240"/>
                </a:lnTo>
                <a:lnTo>
                  <a:pt x="1697520" y="2545079"/>
                </a:lnTo>
                <a:cubicBezTo>
                  <a:pt x="1703235" y="2543174"/>
                  <a:pt x="1708950" y="2542222"/>
                  <a:pt x="1714665" y="2541269"/>
                </a:cubicBezTo>
                <a:cubicBezTo>
                  <a:pt x="1720380" y="2540317"/>
                  <a:pt x="1725142" y="2538412"/>
                  <a:pt x="1728952" y="2538412"/>
                </a:cubicBezTo>
                <a:cubicBezTo>
                  <a:pt x="1729905" y="2540317"/>
                  <a:pt x="1731810" y="2542222"/>
                  <a:pt x="1734667" y="2543174"/>
                </a:cubicBezTo>
                <a:cubicBezTo>
                  <a:pt x="1745145" y="2540317"/>
                  <a:pt x="1754670" y="2537459"/>
                  <a:pt x="1764195" y="2533649"/>
                </a:cubicBezTo>
                <a:cubicBezTo>
                  <a:pt x="1768957" y="2531744"/>
                  <a:pt x="1773720" y="2530792"/>
                  <a:pt x="1778482" y="2528887"/>
                </a:cubicBezTo>
                <a:cubicBezTo>
                  <a:pt x="1783245" y="2526982"/>
                  <a:pt x="1788007" y="2525077"/>
                  <a:pt x="1793722" y="2523172"/>
                </a:cubicBezTo>
                <a:cubicBezTo>
                  <a:pt x="1792770" y="2526982"/>
                  <a:pt x="1790865" y="2531744"/>
                  <a:pt x="1789912" y="2536507"/>
                </a:cubicBezTo>
                <a:cubicBezTo>
                  <a:pt x="1776577" y="2543174"/>
                  <a:pt x="1763242" y="2548889"/>
                  <a:pt x="1749907" y="2555557"/>
                </a:cubicBezTo>
                <a:lnTo>
                  <a:pt x="1747946" y="2555008"/>
                </a:lnTo>
                <a:lnTo>
                  <a:pt x="1720380" y="2566034"/>
                </a:lnTo>
                <a:cubicBezTo>
                  <a:pt x="1711808" y="2568892"/>
                  <a:pt x="1704188" y="2570797"/>
                  <a:pt x="1697520" y="2572702"/>
                </a:cubicBezTo>
                <a:cubicBezTo>
                  <a:pt x="1683233" y="2576512"/>
                  <a:pt x="1672755" y="2578417"/>
                  <a:pt x="1663230" y="2581274"/>
                </a:cubicBezTo>
                <a:cubicBezTo>
                  <a:pt x="1663707" y="2578893"/>
                  <a:pt x="1657754" y="2578893"/>
                  <a:pt x="1649062" y="2580084"/>
                </a:cubicBezTo>
                <a:lnTo>
                  <a:pt x="1619428" y="2585850"/>
                </a:lnTo>
                <a:lnTo>
                  <a:pt x="1618462" y="2587942"/>
                </a:lnTo>
                <a:cubicBezTo>
                  <a:pt x="1593697" y="2593657"/>
                  <a:pt x="1566075" y="2598419"/>
                  <a:pt x="1539405" y="2603182"/>
                </a:cubicBezTo>
                <a:cubicBezTo>
                  <a:pt x="1530832" y="2602229"/>
                  <a:pt x="1531785" y="2600324"/>
                  <a:pt x="1521307" y="2598419"/>
                </a:cubicBezTo>
                <a:cubicBezTo>
                  <a:pt x="1516545" y="2598419"/>
                  <a:pt x="1511782" y="2598419"/>
                  <a:pt x="1506067" y="2598419"/>
                </a:cubicBezTo>
                <a:cubicBezTo>
                  <a:pt x="1498447" y="2601277"/>
                  <a:pt x="1488922" y="2604134"/>
                  <a:pt x="1479397" y="2606992"/>
                </a:cubicBezTo>
                <a:cubicBezTo>
                  <a:pt x="1470825" y="2607944"/>
                  <a:pt x="1463205" y="2608897"/>
                  <a:pt x="1455585" y="2608897"/>
                </a:cubicBezTo>
                <a:cubicBezTo>
                  <a:pt x="1447965" y="2608897"/>
                  <a:pt x="1440345" y="2609849"/>
                  <a:pt x="1431772" y="2609849"/>
                </a:cubicBezTo>
                <a:lnTo>
                  <a:pt x="1429185" y="2608741"/>
                </a:lnTo>
                <a:lnTo>
                  <a:pt x="1407484" y="2612588"/>
                </a:lnTo>
                <a:cubicBezTo>
                  <a:pt x="1399626" y="2612707"/>
                  <a:pt x="1391768" y="2611278"/>
                  <a:pt x="1381290" y="2607944"/>
                </a:cubicBezTo>
                <a:cubicBezTo>
                  <a:pt x="1381290" y="2607944"/>
                  <a:pt x="1382243" y="2606992"/>
                  <a:pt x="1382243" y="2606992"/>
                </a:cubicBezTo>
                <a:cubicBezTo>
                  <a:pt x="1384148" y="2605087"/>
                  <a:pt x="1385100" y="2603182"/>
                  <a:pt x="1387005" y="2600324"/>
                </a:cubicBezTo>
                <a:cubicBezTo>
                  <a:pt x="1379385" y="2599372"/>
                  <a:pt x="1371765" y="2598419"/>
                  <a:pt x="1365098" y="2597467"/>
                </a:cubicBezTo>
                <a:cubicBezTo>
                  <a:pt x="1367955" y="2595562"/>
                  <a:pt x="1372718" y="2593657"/>
                  <a:pt x="1375575" y="2591752"/>
                </a:cubicBezTo>
                <a:cubicBezTo>
                  <a:pt x="1386053" y="2591752"/>
                  <a:pt x="1396530" y="2591752"/>
                  <a:pt x="1407008" y="2590799"/>
                </a:cubicBezTo>
                <a:cubicBezTo>
                  <a:pt x="1417485" y="2589847"/>
                  <a:pt x="1427010" y="2589847"/>
                  <a:pt x="1437488" y="2589847"/>
                </a:cubicBezTo>
                <a:lnTo>
                  <a:pt x="1481302" y="2590799"/>
                </a:lnTo>
                <a:lnTo>
                  <a:pt x="1511782" y="2587942"/>
                </a:lnTo>
                <a:cubicBezTo>
                  <a:pt x="1531785" y="2584132"/>
                  <a:pt x="1550835" y="2579369"/>
                  <a:pt x="1568932" y="2575559"/>
                </a:cubicBezTo>
                <a:cubicBezTo>
                  <a:pt x="1585125" y="2570797"/>
                  <a:pt x="1596555" y="2568892"/>
                  <a:pt x="1607032" y="2566987"/>
                </a:cubicBezTo>
                <a:cubicBezTo>
                  <a:pt x="1617510" y="2566034"/>
                  <a:pt x="1627035" y="2566034"/>
                  <a:pt x="1635607" y="2566034"/>
                </a:cubicBezTo>
                <a:lnTo>
                  <a:pt x="1637595" y="2565111"/>
                </a:lnTo>
                <a:lnTo>
                  <a:pt x="1609890" y="2566035"/>
                </a:lnTo>
                <a:cubicBezTo>
                  <a:pt x="1599412" y="2566987"/>
                  <a:pt x="1587030" y="2569845"/>
                  <a:pt x="1571790" y="2574607"/>
                </a:cubicBezTo>
                <a:cubicBezTo>
                  <a:pt x="1553692" y="2578417"/>
                  <a:pt x="1534642" y="2583180"/>
                  <a:pt x="1514640" y="2586990"/>
                </a:cubicBezTo>
                <a:cubicBezTo>
                  <a:pt x="1505115" y="2587942"/>
                  <a:pt x="1495590" y="2588895"/>
                  <a:pt x="1484160" y="2589847"/>
                </a:cubicBezTo>
                <a:cubicBezTo>
                  <a:pt x="1470825" y="2589847"/>
                  <a:pt x="1455585" y="2589847"/>
                  <a:pt x="1440345" y="2588895"/>
                </a:cubicBezTo>
                <a:cubicBezTo>
                  <a:pt x="1430820" y="2588895"/>
                  <a:pt x="1420342" y="2589847"/>
                  <a:pt x="1409865" y="2589847"/>
                </a:cubicBezTo>
                <a:cubicBezTo>
                  <a:pt x="1399387" y="2590800"/>
                  <a:pt x="1388910" y="2590800"/>
                  <a:pt x="1378432" y="2590800"/>
                </a:cubicBezTo>
                <a:cubicBezTo>
                  <a:pt x="1377480" y="2588895"/>
                  <a:pt x="1378432" y="2587942"/>
                  <a:pt x="1379385" y="2586990"/>
                </a:cubicBezTo>
                <a:cubicBezTo>
                  <a:pt x="1381290" y="2584132"/>
                  <a:pt x="1384147" y="2581275"/>
                  <a:pt x="1386052" y="2577465"/>
                </a:cubicBezTo>
                <a:cubicBezTo>
                  <a:pt x="1479397" y="2573655"/>
                  <a:pt x="1585125" y="2555557"/>
                  <a:pt x="1679422" y="2528887"/>
                </a:cubicBezTo>
                <a:cubicBezTo>
                  <a:pt x="1748955" y="2508885"/>
                  <a:pt x="1814677" y="2485072"/>
                  <a:pt x="1878495" y="2453640"/>
                </a:cubicBezTo>
                <a:cubicBezTo>
                  <a:pt x="1893735" y="2445067"/>
                  <a:pt x="1911832" y="2435542"/>
                  <a:pt x="1930882" y="2426017"/>
                </a:cubicBezTo>
                <a:cubicBezTo>
                  <a:pt x="1940407" y="2421255"/>
                  <a:pt x="1950885" y="2416492"/>
                  <a:pt x="1960410" y="2410777"/>
                </a:cubicBezTo>
                <a:cubicBezTo>
                  <a:pt x="1969935" y="2405062"/>
                  <a:pt x="1980412" y="2400300"/>
                  <a:pt x="1990890" y="2394585"/>
                </a:cubicBezTo>
                <a:cubicBezTo>
                  <a:pt x="2010892" y="2383155"/>
                  <a:pt x="2029942" y="2371725"/>
                  <a:pt x="2048040" y="2360295"/>
                </a:cubicBezTo>
                <a:cubicBezTo>
                  <a:pt x="2066137" y="2347912"/>
                  <a:pt x="2081377" y="2336482"/>
                  <a:pt x="2093760" y="2325052"/>
                </a:cubicBezTo>
                <a:cubicBezTo>
                  <a:pt x="2122335" y="2304097"/>
                  <a:pt x="2150910" y="2283142"/>
                  <a:pt x="2179485" y="2258377"/>
                </a:cubicBezTo>
                <a:cubicBezTo>
                  <a:pt x="2187105" y="2251710"/>
                  <a:pt x="2195677" y="2245995"/>
                  <a:pt x="2203297" y="2239327"/>
                </a:cubicBezTo>
                <a:cubicBezTo>
                  <a:pt x="2210917" y="2232660"/>
                  <a:pt x="2218537" y="2225992"/>
                  <a:pt x="2226157" y="2219325"/>
                </a:cubicBezTo>
                <a:cubicBezTo>
                  <a:pt x="2238540" y="2208847"/>
                  <a:pt x="2249017" y="2199322"/>
                  <a:pt x="2260447" y="2187892"/>
                </a:cubicBezTo>
                <a:cubicBezTo>
                  <a:pt x="2265210" y="2179320"/>
                  <a:pt x="2270925" y="2171700"/>
                  <a:pt x="2274735" y="2164080"/>
                </a:cubicBezTo>
                <a:lnTo>
                  <a:pt x="2295258" y="2145267"/>
                </a:lnTo>
                <a:lnTo>
                  <a:pt x="2295423" y="2144085"/>
                </a:lnTo>
                <a:lnTo>
                  <a:pt x="2275688" y="2162175"/>
                </a:lnTo>
                <a:cubicBezTo>
                  <a:pt x="2271878" y="2169795"/>
                  <a:pt x="2266163" y="2177415"/>
                  <a:pt x="2261400" y="2185987"/>
                </a:cubicBezTo>
                <a:cubicBezTo>
                  <a:pt x="2249970" y="2197417"/>
                  <a:pt x="2239493" y="2206942"/>
                  <a:pt x="2227110" y="2217420"/>
                </a:cubicBezTo>
                <a:cubicBezTo>
                  <a:pt x="2219490" y="2224087"/>
                  <a:pt x="2211870" y="2230755"/>
                  <a:pt x="2204250" y="2237422"/>
                </a:cubicBezTo>
                <a:cubicBezTo>
                  <a:pt x="2196630" y="2244090"/>
                  <a:pt x="2189010" y="2249805"/>
                  <a:pt x="2180438" y="2256472"/>
                </a:cubicBezTo>
                <a:cubicBezTo>
                  <a:pt x="2151863" y="2280285"/>
                  <a:pt x="2124240" y="2302192"/>
                  <a:pt x="2094713" y="2323147"/>
                </a:cubicBezTo>
                <a:cubicBezTo>
                  <a:pt x="2082330" y="2334577"/>
                  <a:pt x="2066138" y="2346960"/>
                  <a:pt x="2048993" y="2358390"/>
                </a:cubicBezTo>
                <a:cubicBezTo>
                  <a:pt x="2030895" y="2369820"/>
                  <a:pt x="2011845" y="2382202"/>
                  <a:pt x="1991843" y="2392680"/>
                </a:cubicBezTo>
                <a:cubicBezTo>
                  <a:pt x="1981365" y="2398395"/>
                  <a:pt x="1971840" y="2403157"/>
                  <a:pt x="1961363" y="2408872"/>
                </a:cubicBezTo>
                <a:cubicBezTo>
                  <a:pt x="1951838" y="2414587"/>
                  <a:pt x="1941360" y="2419350"/>
                  <a:pt x="1931835" y="2424112"/>
                </a:cubicBezTo>
                <a:cubicBezTo>
                  <a:pt x="1912785" y="2433637"/>
                  <a:pt x="1894688" y="2443162"/>
                  <a:pt x="1879448" y="2451735"/>
                </a:cubicBezTo>
                <a:cubicBezTo>
                  <a:pt x="1815630" y="2482215"/>
                  <a:pt x="1749908" y="2506027"/>
                  <a:pt x="1680375" y="2526982"/>
                </a:cubicBezTo>
                <a:cubicBezTo>
                  <a:pt x="1586078" y="2553652"/>
                  <a:pt x="1480350" y="2571750"/>
                  <a:pt x="1387005" y="2575560"/>
                </a:cubicBezTo>
                <a:cubicBezTo>
                  <a:pt x="1379385" y="2575560"/>
                  <a:pt x="1370813" y="2575560"/>
                  <a:pt x="1365098" y="2575560"/>
                </a:cubicBezTo>
                <a:cubicBezTo>
                  <a:pt x="1364145" y="2572702"/>
                  <a:pt x="1362240" y="2570797"/>
                  <a:pt x="1362240" y="2567940"/>
                </a:cubicBezTo>
                <a:cubicBezTo>
                  <a:pt x="1358430" y="2566035"/>
                  <a:pt x="1348905" y="2566987"/>
                  <a:pt x="1339380" y="2566987"/>
                </a:cubicBezTo>
                <a:cubicBezTo>
                  <a:pt x="1330808" y="2569845"/>
                  <a:pt x="1319378" y="2572702"/>
                  <a:pt x="1318425" y="2575560"/>
                </a:cubicBezTo>
                <a:cubicBezTo>
                  <a:pt x="1294613" y="2576512"/>
                  <a:pt x="1275563" y="2576512"/>
                  <a:pt x="1257465" y="2576512"/>
                </a:cubicBezTo>
                <a:cubicBezTo>
                  <a:pt x="1240320" y="2575560"/>
                  <a:pt x="1226033" y="2574607"/>
                  <a:pt x="1212698" y="2574607"/>
                </a:cubicBezTo>
                <a:cubicBezTo>
                  <a:pt x="1205078" y="2573655"/>
                  <a:pt x="1198410" y="2572702"/>
                  <a:pt x="1190790" y="2572702"/>
                </a:cubicBezTo>
                <a:cubicBezTo>
                  <a:pt x="1183170" y="2571750"/>
                  <a:pt x="1175550" y="2570797"/>
                  <a:pt x="1168883" y="2568892"/>
                </a:cubicBezTo>
                <a:lnTo>
                  <a:pt x="1182080" y="2554816"/>
                </a:lnTo>
                <a:lnTo>
                  <a:pt x="1179360" y="2555557"/>
                </a:lnTo>
                <a:lnTo>
                  <a:pt x="1130192" y="2546452"/>
                </a:lnTo>
                <a:lnTo>
                  <a:pt x="1127925" y="2546985"/>
                </a:lnTo>
                <a:cubicBezTo>
                  <a:pt x="1090778" y="2541270"/>
                  <a:pt x="1060298" y="2535555"/>
                  <a:pt x="1033628" y="2529840"/>
                </a:cubicBezTo>
                <a:cubicBezTo>
                  <a:pt x="1020293" y="2526982"/>
                  <a:pt x="1007910" y="2524125"/>
                  <a:pt x="996480" y="2522220"/>
                </a:cubicBezTo>
                <a:cubicBezTo>
                  <a:pt x="985050" y="2519362"/>
                  <a:pt x="974573" y="2517457"/>
                  <a:pt x="964095" y="2516505"/>
                </a:cubicBezTo>
                <a:cubicBezTo>
                  <a:pt x="951713" y="2510790"/>
                  <a:pt x="938378" y="2505075"/>
                  <a:pt x="925043" y="2498407"/>
                </a:cubicBezTo>
                <a:cubicBezTo>
                  <a:pt x="911708" y="2493645"/>
                  <a:pt x="897420" y="2487930"/>
                  <a:pt x="876465" y="2480310"/>
                </a:cubicBezTo>
                <a:cubicBezTo>
                  <a:pt x="859320" y="2473642"/>
                  <a:pt x="842175" y="2466975"/>
                  <a:pt x="825983" y="2460307"/>
                </a:cubicBezTo>
                <a:cubicBezTo>
                  <a:pt x="830745" y="2455545"/>
                  <a:pt x="832650" y="2454592"/>
                  <a:pt x="834555" y="2453640"/>
                </a:cubicBezTo>
                <a:cubicBezTo>
                  <a:pt x="846938" y="2456497"/>
                  <a:pt x="858368" y="2458402"/>
                  <a:pt x="869798" y="2460307"/>
                </a:cubicBezTo>
                <a:cubicBezTo>
                  <a:pt x="875513" y="2465070"/>
                  <a:pt x="880275" y="2468880"/>
                  <a:pt x="885038" y="2473642"/>
                </a:cubicBezTo>
                <a:cubicBezTo>
                  <a:pt x="898373" y="2476500"/>
                  <a:pt x="912660" y="2482215"/>
                  <a:pt x="937425" y="2488882"/>
                </a:cubicBezTo>
                <a:cubicBezTo>
                  <a:pt x="975525" y="2503170"/>
                  <a:pt x="1006958" y="2509837"/>
                  <a:pt x="1041248" y="2515552"/>
                </a:cubicBezTo>
                <a:cubicBezTo>
                  <a:pt x="1049820" y="2517457"/>
                  <a:pt x="1058393" y="2518410"/>
                  <a:pt x="1066965" y="2520315"/>
                </a:cubicBezTo>
                <a:cubicBezTo>
                  <a:pt x="1075538" y="2521267"/>
                  <a:pt x="1085063" y="2523172"/>
                  <a:pt x="1094588" y="2525077"/>
                </a:cubicBezTo>
                <a:cubicBezTo>
                  <a:pt x="1104113" y="2526982"/>
                  <a:pt x="1114590" y="2528887"/>
                  <a:pt x="1125068" y="2531745"/>
                </a:cubicBezTo>
                <a:lnTo>
                  <a:pt x="1158657" y="2539008"/>
                </a:lnTo>
                <a:lnTo>
                  <a:pt x="1161262" y="2538412"/>
                </a:lnTo>
                <a:cubicBezTo>
                  <a:pt x="1171740" y="2540317"/>
                  <a:pt x="1181265" y="2541270"/>
                  <a:pt x="1192695" y="2543175"/>
                </a:cubicBezTo>
                <a:cubicBezTo>
                  <a:pt x="1193647" y="2542222"/>
                  <a:pt x="1193647" y="2542222"/>
                  <a:pt x="1193647" y="2541270"/>
                </a:cubicBezTo>
                <a:cubicBezTo>
                  <a:pt x="1208887" y="2542222"/>
                  <a:pt x="1225080" y="2542222"/>
                  <a:pt x="1239367" y="2543175"/>
                </a:cubicBezTo>
                <a:cubicBezTo>
                  <a:pt x="1242225" y="2543175"/>
                  <a:pt x="1246035" y="2544127"/>
                  <a:pt x="1246987" y="2544127"/>
                </a:cubicBezTo>
                <a:cubicBezTo>
                  <a:pt x="1271752" y="2545080"/>
                  <a:pt x="1294612" y="2544127"/>
                  <a:pt x="1317472" y="2544127"/>
                </a:cubicBezTo>
                <a:cubicBezTo>
                  <a:pt x="1335570" y="2545080"/>
                  <a:pt x="1352715" y="2545080"/>
                  <a:pt x="1368907" y="2546032"/>
                </a:cubicBezTo>
                <a:cubicBezTo>
                  <a:pt x="1389862" y="2545080"/>
                  <a:pt x="1410817" y="2542222"/>
                  <a:pt x="1429867" y="2541270"/>
                </a:cubicBezTo>
                <a:cubicBezTo>
                  <a:pt x="1432725" y="2541270"/>
                  <a:pt x="1436535" y="2541270"/>
                  <a:pt x="1437487" y="2541270"/>
                </a:cubicBezTo>
                <a:cubicBezTo>
                  <a:pt x="1438440" y="2544127"/>
                  <a:pt x="1440345" y="2546032"/>
                  <a:pt x="1440345" y="2548890"/>
                </a:cubicBezTo>
                <a:cubicBezTo>
                  <a:pt x="1468920" y="2546985"/>
                  <a:pt x="1486065" y="2544127"/>
                  <a:pt x="1500352" y="2541270"/>
                </a:cubicBezTo>
                <a:cubicBezTo>
                  <a:pt x="1514640" y="2539365"/>
                  <a:pt x="1525117" y="2536507"/>
                  <a:pt x="1540357" y="2531745"/>
                </a:cubicBezTo>
                <a:cubicBezTo>
                  <a:pt x="1547977" y="2530792"/>
                  <a:pt x="1555597" y="2529840"/>
                  <a:pt x="1563217" y="2527935"/>
                </a:cubicBezTo>
                <a:cubicBezTo>
                  <a:pt x="1567980" y="2526982"/>
                  <a:pt x="1572742" y="2526982"/>
                  <a:pt x="1577505" y="2526030"/>
                </a:cubicBezTo>
                <a:cubicBezTo>
                  <a:pt x="1588935" y="2523172"/>
                  <a:pt x="1598460" y="2521267"/>
                  <a:pt x="1608937" y="2518410"/>
                </a:cubicBezTo>
                <a:cubicBezTo>
                  <a:pt x="1617510" y="2516505"/>
                  <a:pt x="1626082" y="2514600"/>
                  <a:pt x="1634655" y="2512695"/>
                </a:cubicBezTo>
                <a:cubicBezTo>
                  <a:pt x="1643227" y="2510790"/>
                  <a:pt x="1651800" y="2507932"/>
                  <a:pt x="1660372" y="2506027"/>
                </a:cubicBezTo>
                <a:lnTo>
                  <a:pt x="1707545" y="2497863"/>
                </a:lnTo>
                <a:lnTo>
                  <a:pt x="1713713" y="2495550"/>
                </a:lnTo>
                <a:cubicBezTo>
                  <a:pt x="1697520" y="2498407"/>
                  <a:pt x="1680375" y="2501265"/>
                  <a:pt x="1664183" y="2504122"/>
                </a:cubicBezTo>
                <a:cubicBezTo>
                  <a:pt x="1655610" y="2506027"/>
                  <a:pt x="1647038" y="2508885"/>
                  <a:pt x="1638465" y="2510790"/>
                </a:cubicBezTo>
                <a:cubicBezTo>
                  <a:pt x="1629893" y="2512695"/>
                  <a:pt x="1621320" y="2514600"/>
                  <a:pt x="1612748" y="2516505"/>
                </a:cubicBezTo>
                <a:cubicBezTo>
                  <a:pt x="1601318" y="2519362"/>
                  <a:pt x="1592745" y="2521267"/>
                  <a:pt x="1581315" y="2524125"/>
                </a:cubicBezTo>
                <a:cubicBezTo>
                  <a:pt x="1576553" y="2525077"/>
                  <a:pt x="1571790" y="2525077"/>
                  <a:pt x="1567028" y="2526030"/>
                </a:cubicBezTo>
                <a:cubicBezTo>
                  <a:pt x="1559408" y="2526982"/>
                  <a:pt x="1551788" y="2527935"/>
                  <a:pt x="1544168" y="2529840"/>
                </a:cubicBezTo>
                <a:cubicBezTo>
                  <a:pt x="1517498" y="2532697"/>
                  <a:pt x="1498448" y="2533650"/>
                  <a:pt x="1482255" y="2535555"/>
                </a:cubicBezTo>
                <a:cubicBezTo>
                  <a:pt x="1467015" y="2537460"/>
                  <a:pt x="1454633" y="2539365"/>
                  <a:pt x="1440345" y="2539365"/>
                </a:cubicBezTo>
                <a:cubicBezTo>
                  <a:pt x="1438440" y="2539365"/>
                  <a:pt x="1435583" y="2539365"/>
                  <a:pt x="1432725" y="2539365"/>
                </a:cubicBezTo>
                <a:cubicBezTo>
                  <a:pt x="1413675" y="2541270"/>
                  <a:pt x="1392720" y="2544127"/>
                  <a:pt x="1371765" y="2544127"/>
                </a:cubicBezTo>
                <a:cubicBezTo>
                  <a:pt x="1355573" y="2543175"/>
                  <a:pt x="1338428" y="2543175"/>
                  <a:pt x="1320330" y="2542222"/>
                </a:cubicBezTo>
                <a:cubicBezTo>
                  <a:pt x="1297470" y="2542222"/>
                  <a:pt x="1274610" y="2543175"/>
                  <a:pt x="1249845" y="2542222"/>
                </a:cubicBezTo>
                <a:cubicBezTo>
                  <a:pt x="1247940" y="2542222"/>
                  <a:pt x="1245083" y="2541270"/>
                  <a:pt x="1242225" y="2541270"/>
                </a:cubicBezTo>
                <a:cubicBezTo>
                  <a:pt x="1231748" y="2537460"/>
                  <a:pt x="1224128" y="2533650"/>
                  <a:pt x="1212698" y="2528887"/>
                </a:cubicBezTo>
                <a:cubicBezTo>
                  <a:pt x="1207935" y="2532697"/>
                  <a:pt x="1201268" y="2535555"/>
                  <a:pt x="1196505" y="2539365"/>
                </a:cubicBezTo>
                <a:lnTo>
                  <a:pt x="1196464" y="2539447"/>
                </a:lnTo>
                <a:lnTo>
                  <a:pt x="1209840" y="2530792"/>
                </a:lnTo>
                <a:cubicBezTo>
                  <a:pt x="1221270" y="2535554"/>
                  <a:pt x="1229843" y="2539364"/>
                  <a:pt x="1239368" y="2543174"/>
                </a:cubicBezTo>
                <a:cubicBezTo>
                  <a:pt x="1224128" y="2543174"/>
                  <a:pt x="1207935" y="2542222"/>
                  <a:pt x="1193648" y="2541269"/>
                </a:cubicBezTo>
                <a:lnTo>
                  <a:pt x="1194008" y="2541036"/>
                </a:lnTo>
                <a:lnTo>
                  <a:pt x="1164120" y="2536507"/>
                </a:lnTo>
                <a:cubicBezTo>
                  <a:pt x="1151738" y="2533650"/>
                  <a:pt x="1140308" y="2531745"/>
                  <a:pt x="1128878" y="2528887"/>
                </a:cubicBezTo>
                <a:cubicBezTo>
                  <a:pt x="1118400" y="2526030"/>
                  <a:pt x="1107923" y="2524125"/>
                  <a:pt x="1098398" y="2522220"/>
                </a:cubicBezTo>
                <a:cubicBezTo>
                  <a:pt x="1088873" y="2520315"/>
                  <a:pt x="1079348" y="2519362"/>
                  <a:pt x="1070775" y="2517457"/>
                </a:cubicBezTo>
                <a:cubicBezTo>
                  <a:pt x="1062203" y="2515552"/>
                  <a:pt x="1053630" y="2514600"/>
                  <a:pt x="1045058" y="2512695"/>
                </a:cubicBezTo>
                <a:cubicBezTo>
                  <a:pt x="1010768" y="2506980"/>
                  <a:pt x="979335" y="2500312"/>
                  <a:pt x="941235" y="2486025"/>
                </a:cubicBezTo>
                <a:cubicBezTo>
                  <a:pt x="916470" y="2480310"/>
                  <a:pt x="902183" y="2474595"/>
                  <a:pt x="888848" y="2470785"/>
                </a:cubicBezTo>
                <a:cubicBezTo>
                  <a:pt x="883133" y="2466975"/>
                  <a:pt x="878370" y="2462212"/>
                  <a:pt x="873608" y="2457450"/>
                </a:cubicBezTo>
                <a:cubicBezTo>
                  <a:pt x="862178" y="2455545"/>
                  <a:pt x="850748" y="2453640"/>
                  <a:pt x="838365" y="2450782"/>
                </a:cubicBezTo>
                <a:cubicBezTo>
                  <a:pt x="820268" y="2442210"/>
                  <a:pt x="804075" y="2433637"/>
                  <a:pt x="785978" y="2424112"/>
                </a:cubicBezTo>
                <a:cubicBezTo>
                  <a:pt x="780263" y="2424112"/>
                  <a:pt x="776453" y="2425065"/>
                  <a:pt x="770738" y="2425065"/>
                </a:cubicBezTo>
                <a:cubicBezTo>
                  <a:pt x="751688" y="2415540"/>
                  <a:pt x="734543" y="2406967"/>
                  <a:pt x="716445" y="2397442"/>
                </a:cubicBezTo>
                <a:cubicBezTo>
                  <a:pt x="713588" y="2391727"/>
                  <a:pt x="709778" y="2386012"/>
                  <a:pt x="706920" y="2380297"/>
                </a:cubicBezTo>
                <a:cubicBezTo>
                  <a:pt x="706920" y="2380297"/>
                  <a:pt x="707873" y="2380297"/>
                  <a:pt x="708825" y="2379345"/>
                </a:cubicBezTo>
                <a:cubicBezTo>
                  <a:pt x="719303" y="2386012"/>
                  <a:pt x="730733" y="2391727"/>
                  <a:pt x="742163" y="2397442"/>
                </a:cubicBezTo>
                <a:cubicBezTo>
                  <a:pt x="753593" y="2403157"/>
                  <a:pt x="764070" y="2408872"/>
                  <a:pt x="775500" y="2415540"/>
                </a:cubicBezTo>
                <a:cubicBezTo>
                  <a:pt x="779310" y="2413635"/>
                  <a:pt x="782168" y="2411730"/>
                  <a:pt x="785025" y="2409825"/>
                </a:cubicBezTo>
                <a:cubicBezTo>
                  <a:pt x="766928" y="2401252"/>
                  <a:pt x="755498" y="2391727"/>
                  <a:pt x="745973" y="2384107"/>
                </a:cubicBezTo>
                <a:cubicBezTo>
                  <a:pt x="736448" y="2376487"/>
                  <a:pt x="726923" y="2371725"/>
                  <a:pt x="713588" y="2369820"/>
                </a:cubicBezTo>
                <a:cubicBezTo>
                  <a:pt x="686918" y="2350770"/>
                  <a:pt x="678345" y="2350770"/>
                  <a:pt x="668820" y="2344102"/>
                </a:cubicBezTo>
                <a:cubicBezTo>
                  <a:pt x="655485" y="2335530"/>
                  <a:pt x="643103" y="2327910"/>
                  <a:pt x="630720" y="2319337"/>
                </a:cubicBezTo>
                <a:cubicBezTo>
                  <a:pt x="600240" y="2302192"/>
                  <a:pt x="608813" y="2320290"/>
                  <a:pt x="570713" y="2293620"/>
                </a:cubicBezTo>
                <a:cubicBezTo>
                  <a:pt x="563093" y="2287905"/>
                  <a:pt x="556425" y="2282190"/>
                  <a:pt x="547853" y="2274570"/>
                </a:cubicBezTo>
                <a:cubicBezTo>
                  <a:pt x="549758" y="2274570"/>
                  <a:pt x="551663" y="2273617"/>
                  <a:pt x="552615" y="2272665"/>
                </a:cubicBezTo>
                <a:cubicBezTo>
                  <a:pt x="561188" y="2275522"/>
                  <a:pt x="567855" y="2277427"/>
                  <a:pt x="575475" y="2279332"/>
                </a:cubicBezTo>
                <a:cubicBezTo>
                  <a:pt x="559283" y="2261235"/>
                  <a:pt x="556425" y="2253615"/>
                  <a:pt x="527850" y="2229802"/>
                </a:cubicBezTo>
                <a:cubicBezTo>
                  <a:pt x="518325" y="2222182"/>
                  <a:pt x="509753" y="2214562"/>
                  <a:pt x="501180" y="2207895"/>
                </a:cubicBezTo>
                <a:cubicBezTo>
                  <a:pt x="492608" y="2200275"/>
                  <a:pt x="484035" y="2193607"/>
                  <a:pt x="476415" y="2185987"/>
                </a:cubicBezTo>
                <a:cubicBezTo>
                  <a:pt x="470700" y="2180272"/>
                  <a:pt x="455460" y="2174557"/>
                  <a:pt x="444983" y="2160270"/>
                </a:cubicBezTo>
                <a:cubicBezTo>
                  <a:pt x="428790" y="2143125"/>
                  <a:pt x="415455" y="2126932"/>
                  <a:pt x="399263" y="2109787"/>
                </a:cubicBezTo>
                <a:lnTo>
                  <a:pt x="396126" y="2099983"/>
                </a:lnTo>
                <a:lnTo>
                  <a:pt x="386880" y="2090737"/>
                </a:lnTo>
                <a:cubicBezTo>
                  <a:pt x="376403" y="2080260"/>
                  <a:pt x="365925" y="2068830"/>
                  <a:pt x="355448" y="2056447"/>
                </a:cubicBezTo>
                <a:cubicBezTo>
                  <a:pt x="353543" y="2049780"/>
                  <a:pt x="339255" y="2031682"/>
                  <a:pt x="351638" y="2039302"/>
                </a:cubicBezTo>
                <a:cubicBezTo>
                  <a:pt x="346875" y="2033587"/>
                  <a:pt x="343065" y="2026920"/>
                  <a:pt x="339255" y="2022157"/>
                </a:cubicBezTo>
                <a:lnTo>
                  <a:pt x="337780" y="2019844"/>
                </a:lnTo>
                <a:lnTo>
                  <a:pt x="323062" y="2009774"/>
                </a:lnTo>
                <a:cubicBezTo>
                  <a:pt x="311632" y="1996439"/>
                  <a:pt x="302107" y="1982152"/>
                  <a:pt x="294487" y="1968817"/>
                </a:cubicBezTo>
                <a:cubicBezTo>
                  <a:pt x="286867" y="1954529"/>
                  <a:pt x="281152" y="1941194"/>
                  <a:pt x="278295" y="1930717"/>
                </a:cubicBezTo>
                <a:lnTo>
                  <a:pt x="276390" y="1930717"/>
                </a:lnTo>
                <a:cubicBezTo>
                  <a:pt x="268770" y="1917382"/>
                  <a:pt x="261150" y="1903095"/>
                  <a:pt x="254483" y="1888807"/>
                </a:cubicBezTo>
                <a:cubicBezTo>
                  <a:pt x="247815" y="1874520"/>
                  <a:pt x="240195" y="1861185"/>
                  <a:pt x="233528" y="1846897"/>
                </a:cubicBezTo>
                <a:cubicBezTo>
                  <a:pt x="225908" y="1830705"/>
                  <a:pt x="218288" y="1814512"/>
                  <a:pt x="211620" y="1798320"/>
                </a:cubicBezTo>
                <a:cubicBezTo>
                  <a:pt x="204953" y="1782127"/>
                  <a:pt x="198285" y="1764982"/>
                  <a:pt x="191618" y="1748790"/>
                </a:cubicBezTo>
                <a:cubicBezTo>
                  <a:pt x="199238" y="1759267"/>
                  <a:pt x="205905" y="1769745"/>
                  <a:pt x="211620" y="1782127"/>
                </a:cubicBezTo>
                <a:cubicBezTo>
                  <a:pt x="217335" y="1794510"/>
                  <a:pt x="223050" y="1807845"/>
                  <a:pt x="231623" y="1824037"/>
                </a:cubicBezTo>
                <a:cubicBezTo>
                  <a:pt x="235433" y="1829752"/>
                  <a:pt x="236385" y="1839277"/>
                  <a:pt x="238290" y="1846897"/>
                </a:cubicBezTo>
                <a:lnTo>
                  <a:pt x="241046" y="1850938"/>
                </a:lnTo>
                <a:lnTo>
                  <a:pt x="237654" y="1833303"/>
                </a:lnTo>
                <a:lnTo>
                  <a:pt x="228809" y="1817250"/>
                </a:lnTo>
                <a:lnTo>
                  <a:pt x="214411" y="1784874"/>
                </a:lnTo>
                <a:lnTo>
                  <a:pt x="197332" y="1756409"/>
                </a:lnTo>
                <a:cubicBezTo>
                  <a:pt x="190665" y="1737359"/>
                  <a:pt x="183045" y="1718309"/>
                  <a:pt x="176377" y="1699259"/>
                </a:cubicBezTo>
                <a:lnTo>
                  <a:pt x="158424" y="1640674"/>
                </a:lnTo>
                <a:lnTo>
                  <a:pt x="152529" y="1623596"/>
                </a:lnTo>
                <a:cubicBezTo>
                  <a:pt x="142540" y="1590017"/>
                  <a:pt x="133959" y="1555831"/>
                  <a:pt x="126853" y="1521108"/>
                </a:cubicBezTo>
                <a:lnTo>
                  <a:pt x="115498" y="1446707"/>
                </a:lnTo>
                <a:lnTo>
                  <a:pt x="115417" y="1448752"/>
                </a:lnTo>
                <a:cubicBezTo>
                  <a:pt x="115417" y="1453515"/>
                  <a:pt x="115417" y="1457325"/>
                  <a:pt x="116370" y="1463992"/>
                </a:cubicBezTo>
                <a:cubicBezTo>
                  <a:pt x="118275" y="1475422"/>
                  <a:pt x="120180" y="1486852"/>
                  <a:pt x="121132" y="1499235"/>
                </a:cubicBezTo>
                <a:cubicBezTo>
                  <a:pt x="123037" y="1511617"/>
                  <a:pt x="124942" y="1524000"/>
                  <a:pt x="126847" y="1535430"/>
                </a:cubicBezTo>
                <a:cubicBezTo>
                  <a:pt x="122085" y="1526857"/>
                  <a:pt x="120180" y="1515427"/>
                  <a:pt x="117322" y="1503997"/>
                </a:cubicBezTo>
                <a:cubicBezTo>
                  <a:pt x="115417" y="1491615"/>
                  <a:pt x="113512" y="1478280"/>
                  <a:pt x="110655" y="1463992"/>
                </a:cubicBezTo>
                <a:cubicBezTo>
                  <a:pt x="105892" y="1463992"/>
                  <a:pt x="104940" y="1463992"/>
                  <a:pt x="103035" y="1463992"/>
                </a:cubicBezTo>
                <a:cubicBezTo>
                  <a:pt x="102082" y="1453515"/>
                  <a:pt x="101130" y="1443990"/>
                  <a:pt x="98272" y="1427797"/>
                </a:cubicBezTo>
                <a:cubicBezTo>
                  <a:pt x="96367" y="1420177"/>
                  <a:pt x="93510" y="1412557"/>
                  <a:pt x="91605" y="1404937"/>
                </a:cubicBezTo>
                <a:cubicBezTo>
                  <a:pt x="89700" y="1397317"/>
                  <a:pt x="87795" y="1389697"/>
                  <a:pt x="85890" y="1383030"/>
                </a:cubicBezTo>
                <a:cubicBezTo>
                  <a:pt x="80175" y="1376362"/>
                  <a:pt x="75412" y="1371600"/>
                  <a:pt x="69697" y="1365885"/>
                </a:cubicBezTo>
                <a:cubicBezTo>
                  <a:pt x="67792" y="1365885"/>
                  <a:pt x="66840" y="1365885"/>
                  <a:pt x="64935" y="1365885"/>
                </a:cubicBezTo>
                <a:cubicBezTo>
                  <a:pt x="63030" y="1360170"/>
                  <a:pt x="61125" y="1351597"/>
                  <a:pt x="60172" y="1342072"/>
                </a:cubicBezTo>
                <a:cubicBezTo>
                  <a:pt x="59220" y="1332547"/>
                  <a:pt x="58267" y="1322070"/>
                  <a:pt x="58267" y="1311592"/>
                </a:cubicBezTo>
                <a:cubicBezTo>
                  <a:pt x="58267" y="1291590"/>
                  <a:pt x="59220" y="1273492"/>
                  <a:pt x="62077" y="1268730"/>
                </a:cubicBezTo>
                <a:cubicBezTo>
                  <a:pt x="63030" y="1263015"/>
                  <a:pt x="63030" y="1258252"/>
                  <a:pt x="63982" y="1253490"/>
                </a:cubicBezTo>
                <a:lnTo>
                  <a:pt x="67226" y="1243037"/>
                </a:lnTo>
                <a:lnTo>
                  <a:pt x="65649" y="1219200"/>
                </a:lnTo>
                <a:cubicBezTo>
                  <a:pt x="65887" y="1207294"/>
                  <a:pt x="66839" y="1194911"/>
                  <a:pt x="67792" y="1183957"/>
                </a:cubicBezTo>
                <a:lnTo>
                  <a:pt x="71602" y="1176814"/>
                </a:lnTo>
                <a:lnTo>
                  <a:pt x="71602" y="1172527"/>
                </a:lnTo>
                <a:cubicBezTo>
                  <a:pt x="69697" y="1178242"/>
                  <a:pt x="66840" y="1182052"/>
                  <a:pt x="63982" y="1186815"/>
                </a:cubicBezTo>
                <a:cubicBezTo>
                  <a:pt x="62077" y="1183005"/>
                  <a:pt x="59220" y="1181100"/>
                  <a:pt x="57315" y="1177290"/>
                </a:cubicBezTo>
                <a:cubicBezTo>
                  <a:pt x="53505" y="1171575"/>
                  <a:pt x="54457" y="1120140"/>
                  <a:pt x="44932" y="1160145"/>
                </a:cubicBezTo>
                <a:lnTo>
                  <a:pt x="42670" y="1146572"/>
                </a:lnTo>
                <a:lnTo>
                  <a:pt x="42075" y="1147762"/>
                </a:lnTo>
                <a:cubicBezTo>
                  <a:pt x="41122" y="1160145"/>
                  <a:pt x="39217" y="1173480"/>
                  <a:pt x="38265" y="1185862"/>
                </a:cubicBezTo>
                <a:cubicBezTo>
                  <a:pt x="37312" y="1198245"/>
                  <a:pt x="35407" y="1211580"/>
                  <a:pt x="35407" y="1223962"/>
                </a:cubicBezTo>
                <a:cubicBezTo>
                  <a:pt x="34455" y="1233487"/>
                  <a:pt x="33502" y="1243965"/>
                  <a:pt x="32550" y="1253490"/>
                </a:cubicBezTo>
                <a:lnTo>
                  <a:pt x="32550" y="1314449"/>
                </a:lnTo>
                <a:cubicBezTo>
                  <a:pt x="32550" y="1324927"/>
                  <a:pt x="32550" y="1335404"/>
                  <a:pt x="33502" y="1345882"/>
                </a:cubicBezTo>
                <a:cubicBezTo>
                  <a:pt x="34455" y="1356359"/>
                  <a:pt x="35407" y="1366837"/>
                  <a:pt x="35407" y="1377314"/>
                </a:cubicBezTo>
                <a:cubicBezTo>
                  <a:pt x="31597" y="1378267"/>
                  <a:pt x="32550" y="1413509"/>
                  <a:pt x="26835" y="1406842"/>
                </a:cubicBezTo>
                <a:cubicBezTo>
                  <a:pt x="25882" y="1406842"/>
                  <a:pt x="25882" y="1406842"/>
                  <a:pt x="24930" y="1406842"/>
                </a:cubicBezTo>
                <a:cubicBezTo>
                  <a:pt x="19215" y="1385887"/>
                  <a:pt x="19215" y="1367789"/>
                  <a:pt x="19215" y="1349692"/>
                </a:cubicBezTo>
                <a:cubicBezTo>
                  <a:pt x="19215" y="1331594"/>
                  <a:pt x="22072" y="1313497"/>
                  <a:pt x="19215" y="1290637"/>
                </a:cubicBezTo>
                <a:cubicBezTo>
                  <a:pt x="20167" y="1274444"/>
                  <a:pt x="22072" y="1260157"/>
                  <a:pt x="23977" y="1244917"/>
                </a:cubicBezTo>
                <a:lnTo>
                  <a:pt x="32546" y="1253485"/>
                </a:lnTo>
                <a:lnTo>
                  <a:pt x="24930" y="1243965"/>
                </a:lnTo>
                <a:cubicBezTo>
                  <a:pt x="23025" y="1234440"/>
                  <a:pt x="23025" y="1223962"/>
                  <a:pt x="23025" y="1209675"/>
                </a:cubicBezTo>
                <a:cubicBezTo>
                  <a:pt x="23025" y="1195387"/>
                  <a:pt x="23977" y="1178242"/>
                  <a:pt x="24930" y="1157287"/>
                </a:cubicBezTo>
                <a:cubicBezTo>
                  <a:pt x="24930" y="1152525"/>
                  <a:pt x="25882" y="1147762"/>
                  <a:pt x="25882" y="1143000"/>
                </a:cubicBezTo>
                <a:cubicBezTo>
                  <a:pt x="26835" y="1135380"/>
                  <a:pt x="27787" y="1126807"/>
                  <a:pt x="28740" y="1119187"/>
                </a:cubicBezTo>
                <a:cubicBezTo>
                  <a:pt x="32550" y="1105852"/>
                  <a:pt x="36360" y="1089660"/>
                  <a:pt x="40170" y="1076325"/>
                </a:cubicBezTo>
                <a:lnTo>
                  <a:pt x="45865" y="1047851"/>
                </a:lnTo>
                <a:lnTo>
                  <a:pt x="43980" y="1041082"/>
                </a:lnTo>
                <a:cubicBezTo>
                  <a:pt x="42075" y="1053465"/>
                  <a:pt x="39217" y="1064895"/>
                  <a:pt x="37312" y="1079182"/>
                </a:cubicBezTo>
                <a:cubicBezTo>
                  <a:pt x="33502" y="1092517"/>
                  <a:pt x="29692" y="1108710"/>
                  <a:pt x="25882" y="1122045"/>
                </a:cubicBezTo>
                <a:cubicBezTo>
                  <a:pt x="24930" y="1129665"/>
                  <a:pt x="23977" y="1138237"/>
                  <a:pt x="23025" y="1145857"/>
                </a:cubicBezTo>
                <a:cubicBezTo>
                  <a:pt x="23025" y="1150620"/>
                  <a:pt x="22072" y="1155382"/>
                  <a:pt x="22072" y="1160145"/>
                </a:cubicBezTo>
                <a:cubicBezTo>
                  <a:pt x="22072" y="1181100"/>
                  <a:pt x="21120" y="1198245"/>
                  <a:pt x="20167" y="1212532"/>
                </a:cubicBezTo>
                <a:cubicBezTo>
                  <a:pt x="20167" y="1226820"/>
                  <a:pt x="21120" y="1237297"/>
                  <a:pt x="22072" y="1246822"/>
                </a:cubicBezTo>
                <a:cubicBezTo>
                  <a:pt x="20167" y="1263015"/>
                  <a:pt x="18262" y="1277302"/>
                  <a:pt x="17310" y="1292542"/>
                </a:cubicBezTo>
                <a:cubicBezTo>
                  <a:pt x="20167" y="1315402"/>
                  <a:pt x="17310" y="1333500"/>
                  <a:pt x="17310" y="1351597"/>
                </a:cubicBezTo>
                <a:cubicBezTo>
                  <a:pt x="17310" y="1369695"/>
                  <a:pt x="17310" y="1387792"/>
                  <a:pt x="23025" y="1408747"/>
                </a:cubicBezTo>
                <a:cubicBezTo>
                  <a:pt x="23025" y="1408747"/>
                  <a:pt x="23977" y="1408747"/>
                  <a:pt x="24930" y="1408747"/>
                </a:cubicBezTo>
                <a:cubicBezTo>
                  <a:pt x="28740" y="1426845"/>
                  <a:pt x="32550" y="1443990"/>
                  <a:pt x="37312" y="1463040"/>
                </a:cubicBezTo>
                <a:cubicBezTo>
                  <a:pt x="38265" y="1475422"/>
                  <a:pt x="41122" y="1486852"/>
                  <a:pt x="43980" y="1507807"/>
                </a:cubicBezTo>
                <a:cubicBezTo>
                  <a:pt x="48742" y="1524000"/>
                  <a:pt x="53505" y="1539240"/>
                  <a:pt x="58267" y="1553527"/>
                </a:cubicBezTo>
                <a:cubicBezTo>
                  <a:pt x="60410" y="1580673"/>
                  <a:pt x="74876" y="1623893"/>
                  <a:pt x="80770" y="1651843"/>
                </a:cubicBezTo>
                <a:lnTo>
                  <a:pt x="82734" y="1670685"/>
                </a:lnTo>
                <a:lnTo>
                  <a:pt x="86843" y="1670685"/>
                </a:lnTo>
                <a:cubicBezTo>
                  <a:pt x="97320" y="1697355"/>
                  <a:pt x="103988" y="1711642"/>
                  <a:pt x="107798" y="1721167"/>
                </a:cubicBezTo>
                <a:cubicBezTo>
                  <a:pt x="112560" y="1730692"/>
                  <a:pt x="114465" y="1737360"/>
                  <a:pt x="115418" y="1746885"/>
                </a:cubicBezTo>
                <a:cubicBezTo>
                  <a:pt x="111608" y="1745932"/>
                  <a:pt x="106845" y="1736407"/>
                  <a:pt x="101130" y="1724977"/>
                </a:cubicBezTo>
                <a:cubicBezTo>
                  <a:pt x="95415" y="1713547"/>
                  <a:pt x="90653" y="1700212"/>
                  <a:pt x="85890" y="1690687"/>
                </a:cubicBezTo>
                <a:cubicBezTo>
                  <a:pt x="81128" y="1678305"/>
                  <a:pt x="89700" y="1712595"/>
                  <a:pt x="84938" y="1700212"/>
                </a:cubicBezTo>
                <a:lnTo>
                  <a:pt x="76651" y="1674524"/>
                </a:lnTo>
                <a:lnTo>
                  <a:pt x="70650" y="1675447"/>
                </a:lnTo>
                <a:cubicBezTo>
                  <a:pt x="67792" y="1667827"/>
                  <a:pt x="65887" y="1660207"/>
                  <a:pt x="63982" y="1653540"/>
                </a:cubicBezTo>
                <a:cubicBezTo>
                  <a:pt x="53505" y="1643062"/>
                  <a:pt x="45885" y="1621155"/>
                  <a:pt x="41122" y="1601152"/>
                </a:cubicBezTo>
                <a:cubicBezTo>
                  <a:pt x="36360" y="1581150"/>
                  <a:pt x="32550" y="1562100"/>
                  <a:pt x="26835" y="1554480"/>
                </a:cubicBezTo>
                <a:cubicBezTo>
                  <a:pt x="22072" y="1537335"/>
                  <a:pt x="22072" y="1519237"/>
                  <a:pt x="25882" y="1515427"/>
                </a:cubicBezTo>
                <a:cubicBezTo>
                  <a:pt x="23977" y="1500187"/>
                  <a:pt x="21120" y="1484947"/>
                  <a:pt x="19215" y="1469707"/>
                </a:cubicBezTo>
                <a:cubicBezTo>
                  <a:pt x="17310" y="1454467"/>
                  <a:pt x="16357" y="1439227"/>
                  <a:pt x="14452" y="1423987"/>
                </a:cubicBezTo>
                <a:cubicBezTo>
                  <a:pt x="10642" y="1412557"/>
                  <a:pt x="6832" y="1403032"/>
                  <a:pt x="3975" y="1390650"/>
                </a:cubicBezTo>
                <a:cubicBezTo>
                  <a:pt x="-1740" y="1325880"/>
                  <a:pt x="-2693" y="1250632"/>
                  <a:pt x="10642" y="1213485"/>
                </a:cubicBezTo>
                <a:cubicBezTo>
                  <a:pt x="11595" y="1197292"/>
                  <a:pt x="12547" y="1177290"/>
                  <a:pt x="17310" y="1167765"/>
                </a:cubicBezTo>
                <a:cubicBezTo>
                  <a:pt x="15405" y="1159192"/>
                  <a:pt x="13500" y="1151572"/>
                  <a:pt x="11595" y="1143000"/>
                </a:cubicBezTo>
                <a:cubicBezTo>
                  <a:pt x="13500" y="1126807"/>
                  <a:pt x="11595" y="1089660"/>
                  <a:pt x="23025" y="1074420"/>
                </a:cubicBezTo>
                <a:cubicBezTo>
                  <a:pt x="23977" y="1067752"/>
                  <a:pt x="24930" y="1062990"/>
                  <a:pt x="25882" y="1058227"/>
                </a:cubicBezTo>
                <a:cubicBezTo>
                  <a:pt x="27787" y="1034415"/>
                  <a:pt x="29692" y="1018222"/>
                  <a:pt x="33502" y="1002982"/>
                </a:cubicBezTo>
                <a:cubicBezTo>
                  <a:pt x="40170" y="989647"/>
                  <a:pt x="48742" y="967740"/>
                  <a:pt x="53505" y="962977"/>
                </a:cubicBezTo>
                <a:cubicBezTo>
                  <a:pt x="58267" y="973455"/>
                  <a:pt x="46837" y="1000125"/>
                  <a:pt x="48742" y="1017270"/>
                </a:cubicBezTo>
                <a:lnTo>
                  <a:pt x="53503" y="1007964"/>
                </a:lnTo>
                <a:lnTo>
                  <a:pt x="56362" y="985718"/>
                </a:lnTo>
                <a:cubicBezTo>
                  <a:pt x="58267" y="975597"/>
                  <a:pt x="59696" y="966311"/>
                  <a:pt x="57315" y="961072"/>
                </a:cubicBezTo>
                <a:cubicBezTo>
                  <a:pt x="60172" y="949642"/>
                  <a:pt x="63030" y="941069"/>
                  <a:pt x="65887" y="929639"/>
                </a:cubicBezTo>
                <a:cubicBezTo>
                  <a:pt x="70650" y="914399"/>
                  <a:pt x="74460" y="898207"/>
                  <a:pt x="79222" y="882014"/>
                </a:cubicBezTo>
                <a:cubicBezTo>
                  <a:pt x="83985" y="865822"/>
                  <a:pt x="89700" y="849629"/>
                  <a:pt x="95415" y="833437"/>
                </a:cubicBezTo>
                <a:lnTo>
                  <a:pt x="96628" y="832072"/>
                </a:lnTo>
                <a:lnTo>
                  <a:pt x="103988" y="793432"/>
                </a:lnTo>
                <a:cubicBezTo>
                  <a:pt x="107798" y="785812"/>
                  <a:pt x="111608" y="775334"/>
                  <a:pt x="114465" y="765809"/>
                </a:cubicBezTo>
                <a:cubicBezTo>
                  <a:pt x="118275" y="756284"/>
                  <a:pt x="123038" y="748664"/>
                  <a:pt x="126848" y="742949"/>
                </a:cubicBezTo>
                <a:cubicBezTo>
                  <a:pt x="135420" y="726757"/>
                  <a:pt x="142088" y="710564"/>
                  <a:pt x="151613" y="695324"/>
                </a:cubicBezTo>
                <a:cubicBezTo>
                  <a:pt x="158280" y="680084"/>
                  <a:pt x="164948" y="667702"/>
                  <a:pt x="171615" y="652462"/>
                </a:cubicBezTo>
                <a:cubicBezTo>
                  <a:pt x="172568" y="639127"/>
                  <a:pt x="191618" y="614362"/>
                  <a:pt x="200190" y="597217"/>
                </a:cubicBezTo>
                <a:cubicBezTo>
                  <a:pt x="204953" y="591502"/>
                  <a:pt x="210668" y="585787"/>
                  <a:pt x="221145" y="573404"/>
                </a:cubicBezTo>
                <a:cubicBezTo>
                  <a:pt x="227813" y="559117"/>
                  <a:pt x="233528" y="548639"/>
                  <a:pt x="238290" y="540067"/>
                </a:cubicBezTo>
                <a:cubicBezTo>
                  <a:pt x="243053" y="531494"/>
                  <a:pt x="247815" y="525779"/>
                  <a:pt x="252578" y="519112"/>
                </a:cubicBezTo>
                <a:cubicBezTo>
                  <a:pt x="258293" y="513397"/>
                  <a:pt x="266865" y="503872"/>
                  <a:pt x="267818" y="511492"/>
                </a:cubicBezTo>
                <a:cubicBezTo>
                  <a:pt x="268770" y="510539"/>
                  <a:pt x="270675" y="507682"/>
                  <a:pt x="271628" y="505777"/>
                </a:cubicBezTo>
                <a:cubicBezTo>
                  <a:pt x="276390" y="495299"/>
                  <a:pt x="281153" y="485774"/>
                  <a:pt x="286868" y="475297"/>
                </a:cubicBezTo>
                <a:cubicBezTo>
                  <a:pt x="296393" y="464819"/>
                  <a:pt x="307823" y="446722"/>
                  <a:pt x="316395" y="441007"/>
                </a:cubicBezTo>
                <a:cubicBezTo>
                  <a:pt x="309966" y="453151"/>
                  <a:pt x="316932" y="450829"/>
                  <a:pt x="317199" y="455339"/>
                </a:cubicBezTo>
                <a:lnTo>
                  <a:pt x="315045" y="461363"/>
                </a:lnTo>
                <a:lnTo>
                  <a:pt x="345922" y="429577"/>
                </a:lnTo>
                <a:cubicBezTo>
                  <a:pt x="348780" y="423862"/>
                  <a:pt x="354495" y="417195"/>
                  <a:pt x="361162" y="409575"/>
                </a:cubicBezTo>
                <a:cubicBezTo>
                  <a:pt x="367830" y="402907"/>
                  <a:pt x="375450" y="396240"/>
                  <a:pt x="381165" y="390525"/>
                </a:cubicBezTo>
                <a:lnTo>
                  <a:pt x="382889" y="392440"/>
                </a:lnTo>
                <a:lnTo>
                  <a:pt x="382118" y="391477"/>
                </a:lnTo>
                <a:cubicBezTo>
                  <a:pt x="390690" y="382904"/>
                  <a:pt x="398310" y="374332"/>
                  <a:pt x="406883" y="366712"/>
                </a:cubicBezTo>
                <a:cubicBezTo>
                  <a:pt x="414503" y="359092"/>
                  <a:pt x="423075" y="351472"/>
                  <a:pt x="431648" y="343852"/>
                </a:cubicBezTo>
                <a:cubicBezTo>
                  <a:pt x="442125" y="333374"/>
                  <a:pt x="448793" y="324802"/>
                  <a:pt x="458318" y="315277"/>
                </a:cubicBezTo>
                <a:cubicBezTo>
                  <a:pt x="470700" y="305752"/>
                  <a:pt x="484035" y="296227"/>
                  <a:pt x="495465" y="287654"/>
                </a:cubicBezTo>
                <a:cubicBezTo>
                  <a:pt x="508800" y="277177"/>
                  <a:pt x="522135" y="267652"/>
                  <a:pt x="535470" y="258127"/>
                </a:cubicBezTo>
                <a:lnTo>
                  <a:pt x="559389" y="241440"/>
                </a:lnTo>
                <a:lnTo>
                  <a:pt x="575475" y="226694"/>
                </a:lnTo>
                <a:cubicBezTo>
                  <a:pt x="585000" y="220979"/>
                  <a:pt x="594525" y="215264"/>
                  <a:pt x="604050" y="209549"/>
                </a:cubicBezTo>
                <a:cubicBezTo>
                  <a:pt x="613575" y="203834"/>
                  <a:pt x="624052" y="199072"/>
                  <a:pt x="634530" y="193357"/>
                </a:cubicBezTo>
                <a:lnTo>
                  <a:pt x="638565" y="191282"/>
                </a:lnTo>
                <a:lnTo>
                  <a:pt x="648937" y="181094"/>
                </a:lnTo>
                <a:cubicBezTo>
                  <a:pt x="654771" y="176688"/>
                  <a:pt x="661201" y="172402"/>
                  <a:pt x="665963" y="168592"/>
                </a:cubicBezTo>
                <a:cubicBezTo>
                  <a:pt x="673583" y="162877"/>
                  <a:pt x="679298" y="160496"/>
                  <a:pt x="684656" y="159067"/>
                </a:cubicBezTo>
                <a:lnTo>
                  <a:pt x="697880" y="156023"/>
                </a:lnTo>
                <a:lnTo>
                  <a:pt x="700252" y="154304"/>
                </a:lnTo>
                <a:cubicBezTo>
                  <a:pt x="782167" y="109537"/>
                  <a:pt x="869797" y="74294"/>
                  <a:pt x="959332" y="49529"/>
                </a:cubicBezTo>
                <a:lnTo>
                  <a:pt x="968945" y="47439"/>
                </a:lnTo>
                <a:lnTo>
                  <a:pt x="995527" y="38099"/>
                </a:lnTo>
                <a:cubicBezTo>
                  <a:pt x="1001719" y="36194"/>
                  <a:pt x="1008148" y="35003"/>
                  <a:pt x="1013863" y="34408"/>
                </a:cubicBezTo>
                <a:lnTo>
                  <a:pt x="1023424" y="34327"/>
                </a:lnTo>
                <a:lnTo>
                  <a:pt x="1026960" y="33337"/>
                </a:lnTo>
                <a:cubicBezTo>
                  <a:pt x="1097445" y="17144"/>
                  <a:pt x="1169835" y="7619"/>
                  <a:pt x="1244130" y="4762"/>
                </a:cubicBezTo>
                <a:cubicBezTo>
                  <a:pt x="1262704" y="5238"/>
                  <a:pt x="1283897" y="4762"/>
                  <a:pt x="1305804" y="4524"/>
                </a:cubicBezTo>
                <a:cubicBezTo>
                  <a:pt x="1327712" y="4285"/>
                  <a:pt x="1350334" y="4285"/>
                  <a:pt x="1371765" y="5714"/>
                </a:cubicBezTo>
                <a:lnTo>
                  <a:pt x="1372993" y="6635"/>
                </a:lnTo>
                <a:lnTo>
                  <a:pt x="1405103" y="2857"/>
                </a:lnTo>
                <a:cubicBezTo>
                  <a:pt x="1415580" y="4762"/>
                  <a:pt x="1425105" y="5714"/>
                  <a:pt x="1434630" y="7619"/>
                </a:cubicBezTo>
                <a:cubicBezTo>
                  <a:pt x="1444155" y="9524"/>
                  <a:pt x="1453680" y="10477"/>
                  <a:pt x="1464158" y="13334"/>
                </a:cubicBezTo>
                <a:lnTo>
                  <a:pt x="1479392" y="16797"/>
                </a:lnTo>
                <a:lnTo>
                  <a:pt x="1463205" y="12382"/>
                </a:lnTo>
                <a:cubicBezTo>
                  <a:pt x="1453680" y="10477"/>
                  <a:pt x="1443202" y="8572"/>
                  <a:pt x="1433677" y="6667"/>
                </a:cubicBezTo>
                <a:cubicBezTo>
                  <a:pt x="1424152" y="4762"/>
                  <a:pt x="1414627" y="3810"/>
                  <a:pt x="1404150" y="1905"/>
                </a:cubicBezTo>
                <a:cubicBezTo>
                  <a:pt x="1404150" y="1905"/>
                  <a:pt x="1404150" y="952"/>
                  <a:pt x="1404150" y="0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accent3">
                  <a:alpha val="71000"/>
                </a:schemeClr>
              </a:gs>
            </a:gsLst>
            <a:path path="circle">
              <a:fillToRect l="100000" b="100000"/>
            </a:path>
          </a:gra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ru-RU" noProof="0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A2515AF-700C-45E8-AA05-EBCBEACBF23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171062" y="3133725"/>
            <a:ext cx="4099187" cy="2078700"/>
          </a:xfrm>
        </p:spPr>
        <p:txBody>
          <a:bodyPr rtlCol="0" anchor="b"/>
          <a:lstStyle>
            <a:lvl1pPr algn="r">
              <a:lnSpc>
                <a:spcPts val="5000"/>
              </a:lnSpc>
              <a:defRPr sz="4400" cap="all" baseline="0">
                <a:solidFill>
                  <a:schemeClr val="bg1"/>
                </a:solidFill>
              </a:defRPr>
            </a:lvl1pPr>
          </a:lstStyle>
          <a:p>
            <a:pPr rtl="0"/>
            <a:r>
              <a:rPr lang="ru-RU" noProof="0" smtClean="0"/>
              <a:t>Образец заголовка</a:t>
            </a:r>
            <a:endParaRPr lang="ru-RU" noProof="0" dirty="0"/>
          </a:p>
        </p:txBody>
      </p:sp>
      <p:sp>
        <p:nvSpPr>
          <p:cNvPr id="3" name="Подзаголовок 2">
            <a:extLst>
              <a:ext uri="{FF2B5EF4-FFF2-40B4-BE49-F238E27FC236}">
                <a16:creationId xmlns:a16="http://schemas.microsoft.com/office/drawing/2014/main" id="{B89FC95D-4CD8-4192-B0C2-D1B82FBB1DC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171062" y="5428423"/>
            <a:ext cx="4099187" cy="1048939"/>
          </a:xfrm>
        </p:spPr>
        <p:txBody>
          <a:bodyPr rtlCol="0"/>
          <a:lstStyle>
            <a:lvl1pPr marL="0" indent="0" algn="r">
              <a:buNone/>
              <a:defRPr sz="2000" b="1" cap="all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ru-RU" noProof="0" smtClean="0"/>
              <a:t>Образец подзаголовка</a:t>
            </a:r>
            <a:endParaRPr lang="ru-RU" noProof="0" dirty="0"/>
          </a:p>
        </p:txBody>
      </p:sp>
      <p:sp>
        <p:nvSpPr>
          <p:cNvPr id="9" name="Рисунок 8">
            <a:extLst>
              <a:ext uri="{FF2B5EF4-FFF2-40B4-BE49-F238E27FC236}">
                <a16:creationId xmlns:a16="http://schemas.microsoft.com/office/drawing/2014/main" id="{820DE84E-DA13-4173-AAC9-86C27FFB14DE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1142512" y="842713"/>
            <a:ext cx="5039333" cy="5172574"/>
          </a:xfrm>
          <a:custGeom>
            <a:avLst/>
            <a:gdLst>
              <a:gd name="connsiteX0" fmla="*/ 4728104 w 5039333"/>
              <a:gd name="connsiteY0" fmla="*/ 1561505 h 5172574"/>
              <a:gd name="connsiteX1" fmla="*/ 4729866 w 5039333"/>
              <a:gd name="connsiteY1" fmla="*/ 1561505 h 5172574"/>
              <a:gd name="connsiteX2" fmla="*/ 4765132 w 5039333"/>
              <a:gd name="connsiteY2" fmla="*/ 1646143 h 5172574"/>
              <a:gd name="connsiteX3" fmla="*/ 4728104 w 5039333"/>
              <a:gd name="connsiteY3" fmla="*/ 1561505 h 5172574"/>
              <a:gd name="connsiteX4" fmla="*/ 4888651 w 5039333"/>
              <a:gd name="connsiteY4" fmla="*/ 1542826 h 5172574"/>
              <a:gd name="connsiteX5" fmla="*/ 4889224 w 5039333"/>
              <a:gd name="connsiteY5" fmla="*/ 1544092 h 5172574"/>
              <a:gd name="connsiteX6" fmla="*/ 4907960 w 5039333"/>
              <a:gd name="connsiteY6" fmla="*/ 1589717 h 5172574"/>
              <a:gd name="connsiteX7" fmla="*/ 4869167 w 5039333"/>
              <a:gd name="connsiteY7" fmla="*/ 1499790 h 5172574"/>
              <a:gd name="connsiteX8" fmla="*/ 4870930 w 5039333"/>
              <a:gd name="connsiteY8" fmla="*/ 1499790 h 5172574"/>
              <a:gd name="connsiteX9" fmla="*/ 4888651 w 5039333"/>
              <a:gd name="connsiteY9" fmla="*/ 1542826 h 5172574"/>
              <a:gd name="connsiteX10" fmla="*/ 4583190 w 5039333"/>
              <a:gd name="connsiteY10" fmla="*/ 1291357 h 5172574"/>
              <a:gd name="connsiteX11" fmla="*/ 4608198 w 5039333"/>
              <a:gd name="connsiteY11" fmla="*/ 1328750 h 5172574"/>
              <a:gd name="connsiteX12" fmla="*/ 4606436 w 5039333"/>
              <a:gd name="connsiteY12" fmla="*/ 1328750 h 5172574"/>
              <a:gd name="connsiteX13" fmla="*/ 4526081 w 5039333"/>
              <a:gd name="connsiteY13" fmla="*/ 1205962 h 5172574"/>
              <a:gd name="connsiteX14" fmla="*/ 4544719 w 5039333"/>
              <a:gd name="connsiteY14" fmla="*/ 1231768 h 5172574"/>
              <a:gd name="connsiteX15" fmla="*/ 4565879 w 5039333"/>
              <a:gd name="connsiteY15" fmla="*/ 1263507 h 5172574"/>
              <a:gd name="connsiteX16" fmla="*/ 4583190 w 5039333"/>
              <a:gd name="connsiteY16" fmla="*/ 1291357 h 5172574"/>
              <a:gd name="connsiteX17" fmla="*/ 707794 w 5039333"/>
              <a:gd name="connsiteY17" fmla="*/ 1046623 h 5172574"/>
              <a:gd name="connsiteX18" fmla="*/ 672528 w 5039333"/>
              <a:gd name="connsiteY18" fmla="*/ 1110102 h 5172574"/>
              <a:gd name="connsiteX19" fmla="*/ 639027 w 5039333"/>
              <a:gd name="connsiteY19" fmla="*/ 1177107 h 5172574"/>
              <a:gd name="connsiteX20" fmla="*/ 623156 w 5039333"/>
              <a:gd name="connsiteY20" fmla="*/ 1210608 h 5172574"/>
              <a:gd name="connsiteX21" fmla="*/ 607288 w 5039333"/>
              <a:gd name="connsiteY21" fmla="*/ 1244112 h 5172574"/>
              <a:gd name="connsiteX22" fmla="*/ 577311 w 5039333"/>
              <a:gd name="connsiteY22" fmla="*/ 1312879 h 5172574"/>
              <a:gd name="connsiteX23" fmla="*/ 249338 w 5039333"/>
              <a:gd name="connsiteY23" fmla="*/ 2272111 h 5172574"/>
              <a:gd name="connsiteX24" fmla="*/ 245812 w 5039333"/>
              <a:gd name="connsiteY24" fmla="*/ 2781703 h 5172574"/>
              <a:gd name="connsiteX25" fmla="*/ 351609 w 5039333"/>
              <a:gd name="connsiteY25" fmla="*/ 3280714 h 5172574"/>
              <a:gd name="connsiteX26" fmla="*/ 868255 w 5039333"/>
              <a:gd name="connsiteY26" fmla="*/ 4151780 h 5172574"/>
              <a:gd name="connsiteX27" fmla="*/ 1702292 w 5039333"/>
              <a:gd name="connsiteY27" fmla="*/ 4726614 h 5172574"/>
              <a:gd name="connsiteX28" fmla="*/ 2700317 w 5039333"/>
              <a:gd name="connsiteY28" fmla="*/ 4897654 h 5172574"/>
              <a:gd name="connsiteX29" fmla="*/ 3678944 w 5039333"/>
              <a:gd name="connsiteY29" fmla="*/ 4634923 h 5172574"/>
              <a:gd name="connsiteX30" fmla="*/ 4456557 w 5039333"/>
              <a:gd name="connsiteY30" fmla="*/ 3986031 h 5172574"/>
              <a:gd name="connsiteX31" fmla="*/ 4892089 w 5039333"/>
              <a:gd name="connsiteY31" fmla="*/ 3070883 h 5172574"/>
              <a:gd name="connsiteX32" fmla="*/ 4960857 w 5039333"/>
              <a:gd name="connsiteY32" fmla="*/ 3289531 h 5172574"/>
              <a:gd name="connsiteX33" fmla="*/ 4410711 w 5039333"/>
              <a:gd name="connsiteY33" fmla="*/ 4217023 h 5172574"/>
              <a:gd name="connsiteX34" fmla="*/ 3523774 w 5039333"/>
              <a:gd name="connsiteY34" fmla="*/ 4821832 h 5172574"/>
              <a:gd name="connsiteX35" fmla="*/ 2467560 w 5039333"/>
              <a:gd name="connsiteY35" fmla="*/ 4992872 h 5172574"/>
              <a:gd name="connsiteX36" fmla="*/ 1443088 w 5039333"/>
              <a:gd name="connsiteY36" fmla="*/ 4700165 h 5172574"/>
              <a:gd name="connsiteX37" fmla="*/ 642553 w 5039333"/>
              <a:gd name="connsiteY37" fmla="*/ 4003664 h 5172574"/>
              <a:gd name="connsiteX38" fmla="*/ 215837 w 5039333"/>
              <a:gd name="connsiteY38" fmla="*/ 3037380 h 5172574"/>
              <a:gd name="connsiteX39" fmla="*/ 240523 w 5039333"/>
              <a:gd name="connsiteY39" fmla="*/ 1984695 h 5172574"/>
              <a:gd name="connsiteX40" fmla="*/ 422141 w 5039333"/>
              <a:gd name="connsiteY40" fmla="*/ 1489209 h 5172574"/>
              <a:gd name="connsiteX41" fmla="*/ 707794 w 5039333"/>
              <a:gd name="connsiteY41" fmla="*/ 1046623 h 5172574"/>
              <a:gd name="connsiteX42" fmla="*/ 4497112 w 5039333"/>
              <a:gd name="connsiteY42" fmla="*/ 916139 h 5172574"/>
              <a:gd name="connsiteX43" fmla="*/ 4507691 w 5039333"/>
              <a:gd name="connsiteY43" fmla="*/ 921428 h 5172574"/>
              <a:gd name="connsiteX44" fmla="*/ 4520033 w 5039333"/>
              <a:gd name="connsiteY44" fmla="*/ 928482 h 5172574"/>
              <a:gd name="connsiteX45" fmla="*/ 4569406 w 5039333"/>
              <a:gd name="connsiteY45" fmla="*/ 990198 h 5172574"/>
              <a:gd name="connsiteX46" fmla="*/ 4617015 w 5039333"/>
              <a:gd name="connsiteY46" fmla="*/ 1053676 h 5172574"/>
              <a:gd name="connsiteX47" fmla="*/ 4676967 w 5039333"/>
              <a:gd name="connsiteY47" fmla="*/ 1141841 h 5172574"/>
              <a:gd name="connsiteX48" fmla="*/ 4747499 w 5039333"/>
              <a:gd name="connsiteY48" fmla="*/ 1256454 h 5172574"/>
              <a:gd name="connsiteX49" fmla="*/ 4781001 w 5039333"/>
              <a:gd name="connsiteY49" fmla="*/ 1316406 h 5172574"/>
              <a:gd name="connsiteX50" fmla="*/ 4796871 w 5039333"/>
              <a:gd name="connsiteY50" fmla="*/ 1346383 h 5172574"/>
              <a:gd name="connsiteX51" fmla="*/ 4810978 w 5039333"/>
              <a:gd name="connsiteY51" fmla="*/ 1376358 h 5172574"/>
              <a:gd name="connsiteX52" fmla="*/ 4807451 w 5039333"/>
              <a:gd name="connsiteY52" fmla="*/ 1374596 h 5172574"/>
              <a:gd name="connsiteX53" fmla="*/ 4773948 w 5039333"/>
              <a:gd name="connsiteY53" fmla="*/ 1312879 h 5172574"/>
              <a:gd name="connsiteX54" fmla="*/ 4738682 w 5039333"/>
              <a:gd name="connsiteY54" fmla="*/ 1251165 h 5172574"/>
              <a:gd name="connsiteX55" fmla="*/ 4662861 w 5039333"/>
              <a:gd name="connsiteY55" fmla="*/ 1131261 h 5172574"/>
              <a:gd name="connsiteX56" fmla="*/ 4602909 w 5039333"/>
              <a:gd name="connsiteY56" fmla="*/ 1048386 h 5172574"/>
              <a:gd name="connsiteX57" fmla="*/ 4551773 w 5039333"/>
              <a:gd name="connsiteY57" fmla="*/ 981380 h 5172574"/>
              <a:gd name="connsiteX58" fmla="*/ 4525324 w 5039333"/>
              <a:gd name="connsiteY58" fmla="*/ 947879 h 5172574"/>
              <a:gd name="connsiteX59" fmla="*/ 4222038 w 5039333"/>
              <a:gd name="connsiteY59" fmla="*/ 849134 h 5172574"/>
              <a:gd name="connsiteX60" fmla="*/ 4252013 w 5039333"/>
              <a:gd name="connsiteY60" fmla="*/ 861476 h 5172574"/>
              <a:gd name="connsiteX61" fmla="*/ 4443991 w 5039333"/>
              <a:gd name="connsiteY61" fmla="*/ 1083211 h 5172574"/>
              <a:gd name="connsiteX62" fmla="*/ 4526081 w 5039333"/>
              <a:gd name="connsiteY62" fmla="*/ 1205962 h 5172574"/>
              <a:gd name="connsiteX63" fmla="*/ 4521798 w 5039333"/>
              <a:gd name="connsiteY63" fmla="*/ 1200029 h 5172574"/>
              <a:gd name="connsiteX64" fmla="*/ 4477714 w 5039333"/>
              <a:gd name="connsiteY64" fmla="*/ 1136550 h 5172574"/>
              <a:gd name="connsiteX65" fmla="*/ 4430106 w 5039333"/>
              <a:gd name="connsiteY65" fmla="*/ 1076598 h 5172574"/>
              <a:gd name="connsiteX66" fmla="*/ 4405420 w 5039333"/>
              <a:gd name="connsiteY66" fmla="*/ 1046623 h 5172574"/>
              <a:gd name="connsiteX67" fmla="*/ 4380734 w 5039333"/>
              <a:gd name="connsiteY67" fmla="*/ 1016646 h 5172574"/>
              <a:gd name="connsiteX68" fmla="*/ 4329598 w 5039333"/>
              <a:gd name="connsiteY68" fmla="*/ 958459 h 5172574"/>
              <a:gd name="connsiteX69" fmla="*/ 4222038 w 5039333"/>
              <a:gd name="connsiteY69" fmla="*/ 849134 h 5172574"/>
              <a:gd name="connsiteX70" fmla="*/ 2590993 w 5039333"/>
              <a:gd name="connsiteY70" fmla="*/ 284881 h 5172574"/>
              <a:gd name="connsiteX71" fmla="*/ 4848008 w 5039333"/>
              <a:gd name="connsiteY71" fmla="*/ 2541895 h 5172574"/>
              <a:gd name="connsiteX72" fmla="*/ 4836356 w 5039333"/>
              <a:gd name="connsiteY72" fmla="*/ 2772662 h 5172574"/>
              <a:gd name="connsiteX73" fmla="*/ 4805702 w 5039333"/>
              <a:gd name="connsiteY73" fmla="*/ 2973520 h 5172574"/>
              <a:gd name="connsiteX74" fmla="*/ 4810978 w 5039333"/>
              <a:gd name="connsiteY74" fmla="*/ 2984481 h 5172574"/>
              <a:gd name="connsiteX75" fmla="*/ 4851534 w 5039333"/>
              <a:gd name="connsiteY75" fmla="*/ 3086752 h 5172574"/>
              <a:gd name="connsiteX76" fmla="*/ 4458319 w 5039333"/>
              <a:gd name="connsiteY76" fmla="*/ 3910210 h 5172574"/>
              <a:gd name="connsiteX77" fmla="*/ 3779450 w 5039333"/>
              <a:gd name="connsiteY77" fmla="*/ 4516783 h 5172574"/>
              <a:gd name="connsiteX78" fmla="*/ 2922490 w 5039333"/>
              <a:gd name="connsiteY78" fmla="*/ 4813016 h 5172574"/>
              <a:gd name="connsiteX79" fmla="*/ 2021448 w 5039333"/>
              <a:gd name="connsiteY79" fmla="*/ 4756591 h 5172574"/>
              <a:gd name="connsiteX80" fmla="*/ 1215623 w 5039333"/>
              <a:gd name="connsiteY80" fmla="*/ 4356323 h 5172574"/>
              <a:gd name="connsiteX81" fmla="*/ 628447 w 5039333"/>
              <a:gd name="connsiteY81" fmla="*/ 3679218 h 5172574"/>
              <a:gd name="connsiteX82" fmla="*/ 349847 w 5039333"/>
              <a:gd name="connsiteY82" fmla="*/ 2831075 h 5172574"/>
              <a:gd name="connsiteX83" fmla="*/ 345902 w 5039333"/>
              <a:gd name="connsiteY83" fmla="*/ 2774443 h 5172574"/>
              <a:gd name="connsiteX84" fmla="*/ 345630 w 5039333"/>
              <a:gd name="connsiteY84" fmla="*/ 2772662 h 5172574"/>
              <a:gd name="connsiteX85" fmla="*/ 345241 w 5039333"/>
              <a:gd name="connsiteY85" fmla="*/ 2764951 h 5172574"/>
              <a:gd name="connsiteX86" fmla="*/ 334308 w 5039333"/>
              <a:gd name="connsiteY86" fmla="*/ 2607964 h 5172574"/>
              <a:gd name="connsiteX87" fmla="*/ 335383 w 5039333"/>
              <a:gd name="connsiteY87" fmla="*/ 2569715 h 5172574"/>
              <a:gd name="connsiteX88" fmla="*/ 333978 w 5039333"/>
              <a:gd name="connsiteY88" fmla="*/ 2541895 h 5172574"/>
              <a:gd name="connsiteX89" fmla="*/ 338912 w 5039333"/>
              <a:gd name="connsiteY89" fmla="*/ 2444195 h 5172574"/>
              <a:gd name="connsiteX90" fmla="*/ 340589 w 5039333"/>
              <a:gd name="connsiteY90" fmla="*/ 2384523 h 5172574"/>
              <a:gd name="connsiteX91" fmla="*/ 342807 w 5039333"/>
              <a:gd name="connsiteY91" fmla="*/ 2367040 h 5172574"/>
              <a:gd name="connsiteX92" fmla="*/ 345630 w 5039333"/>
              <a:gd name="connsiteY92" fmla="*/ 2311129 h 5172574"/>
              <a:gd name="connsiteX93" fmla="*/ 2590993 w 5039333"/>
              <a:gd name="connsiteY93" fmla="*/ 284881 h 5172574"/>
              <a:gd name="connsiteX94" fmla="*/ 1524200 w 5039333"/>
              <a:gd name="connsiteY94" fmla="*/ 209060 h 5172574"/>
              <a:gd name="connsiteX95" fmla="*/ 1279103 w 5039333"/>
              <a:gd name="connsiteY95" fmla="*/ 383625 h 5172574"/>
              <a:gd name="connsiteX96" fmla="*/ 799487 w 5039333"/>
              <a:gd name="connsiteY96" fmla="*/ 760970 h 5172574"/>
              <a:gd name="connsiteX97" fmla="*/ 423905 w 5039333"/>
              <a:gd name="connsiteY97" fmla="*/ 1240585 h 5172574"/>
              <a:gd name="connsiteX98" fmla="*/ 173518 w 5039333"/>
              <a:gd name="connsiteY98" fmla="*/ 1797786 h 5172574"/>
              <a:gd name="connsiteX99" fmla="*/ 65958 w 5039333"/>
              <a:gd name="connsiteY99" fmla="*/ 2397305 h 5172574"/>
              <a:gd name="connsiteX100" fmla="*/ 102986 w 5039333"/>
              <a:gd name="connsiteY100" fmla="*/ 3005642 h 5172574"/>
              <a:gd name="connsiteX101" fmla="*/ 134725 w 5039333"/>
              <a:gd name="connsiteY101" fmla="*/ 3155521 h 5172574"/>
              <a:gd name="connsiteX102" fmla="*/ 154122 w 5039333"/>
              <a:gd name="connsiteY102" fmla="*/ 3229579 h 5172574"/>
              <a:gd name="connsiteX103" fmla="*/ 175282 w 5039333"/>
              <a:gd name="connsiteY103" fmla="*/ 3303638 h 5172574"/>
              <a:gd name="connsiteX104" fmla="*/ 284606 w 5039333"/>
              <a:gd name="connsiteY104" fmla="*/ 3589291 h 5172574"/>
              <a:gd name="connsiteX105" fmla="*/ 427432 w 5039333"/>
              <a:gd name="connsiteY105" fmla="*/ 3859076 h 5172574"/>
              <a:gd name="connsiteX106" fmla="*/ 601999 w 5039333"/>
              <a:gd name="connsiteY106" fmla="*/ 4109463 h 5172574"/>
              <a:gd name="connsiteX107" fmla="*/ 804776 w 5039333"/>
              <a:gd name="connsiteY107" fmla="*/ 4338691 h 5172574"/>
              <a:gd name="connsiteX108" fmla="*/ 1034004 w 5039333"/>
              <a:gd name="connsiteY108" fmla="*/ 4539707 h 5172574"/>
              <a:gd name="connsiteX109" fmla="*/ 1284392 w 5039333"/>
              <a:gd name="connsiteY109" fmla="*/ 4714272 h 5172574"/>
              <a:gd name="connsiteX110" fmla="*/ 1351397 w 5039333"/>
              <a:gd name="connsiteY110" fmla="*/ 4753064 h 5172574"/>
              <a:gd name="connsiteX111" fmla="*/ 1384901 w 5039333"/>
              <a:gd name="connsiteY111" fmla="*/ 4772461 h 5172574"/>
              <a:gd name="connsiteX112" fmla="*/ 1418402 w 5039333"/>
              <a:gd name="connsiteY112" fmla="*/ 4790094 h 5172574"/>
              <a:gd name="connsiteX113" fmla="*/ 1487172 w 5039333"/>
              <a:gd name="connsiteY113" fmla="*/ 4825360 h 5172574"/>
              <a:gd name="connsiteX114" fmla="*/ 1555939 w 5039333"/>
              <a:gd name="connsiteY114" fmla="*/ 4857099 h 5172574"/>
              <a:gd name="connsiteX115" fmla="*/ 1841593 w 5039333"/>
              <a:gd name="connsiteY115" fmla="*/ 4966424 h 5172574"/>
              <a:gd name="connsiteX116" fmla="*/ 2139590 w 5039333"/>
              <a:gd name="connsiteY116" fmla="*/ 5038718 h 5172574"/>
              <a:gd name="connsiteX117" fmla="*/ 3347445 w 5039333"/>
              <a:gd name="connsiteY117" fmla="*/ 4964659 h 5172574"/>
              <a:gd name="connsiteX118" fmla="*/ 3902883 w 5039333"/>
              <a:gd name="connsiteY118" fmla="*/ 4712509 h 5172574"/>
              <a:gd name="connsiteX119" fmla="*/ 4382498 w 5039333"/>
              <a:gd name="connsiteY119" fmla="*/ 4335165 h 5172574"/>
              <a:gd name="connsiteX120" fmla="*/ 4758079 w 5039333"/>
              <a:gd name="connsiteY120" fmla="*/ 3855549 h 5172574"/>
              <a:gd name="connsiteX121" fmla="*/ 5008466 w 5039333"/>
              <a:gd name="connsiteY121" fmla="*/ 3298349 h 5172574"/>
              <a:gd name="connsiteX122" fmla="*/ 5035578 w 5039333"/>
              <a:gd name="connsiteY122" fmla="*/ 3414285 h 5172574"/>
              <a:gd name="connsiteX123" fmla="*/ 5039333 w 5039333"/>
              <a:gd name="connsiteY123" fmla="*/ 3436011 h 5172574"/>
              <a:gd name="connsiteX124" fmla="*/ 4972399 w 5039333"/>
              <a:gd name="connsiteY124" fmla="*/ 3618891 h 5172574"/>
              <a:gd name="connsiteX125" fmla="*/ 4403875 w 5039333"/>
              <a:gd name="connsiteY125" fmla="*/ 4462124 h 5172574"/>
              <a:gd name="connsiteX126" fmla="*/ 4253822 w 5039333"/>
              <a:gd name="connsiteY126" fmla="*/ 4598501 h 5172574"/>
              <a:gd name="connsiteX127" fmla="*/ 4172842 w 5039333"/>
              <a:gd name="connsiteY127" fmla="*/ 4661928 h 5172574"/>
              <a:gd name="connsiteX128" fmla="*/ 3151720 w 5039333"/>
              <a:gd name="connsiteY128" fmla="*/ 5118067 h 5172574"/>
              <a:gd name="connsiteX129" fmla="*/ 2515170 w 5039333"/>
              <a:gd name="connsiteY129" fmla="*/ 5170966 h 5172574"/>
              <a:gd name="connsiteX130" fmla="*/ 2196015 w 5039333"/>
              <a:gd name="connsiteY130" fmla="*/ 5140989 h 5172574"/>
              <a:gd name="connsiteX131" fmla="*/ 2116666 w 5039333"/>
              <a:gd name="connsiteY131" fmla="*/ 5126882 h 5172574"/>
              <a:gd name="connsiteX132" fmla="*/ 2039081 w 5039333"/>
              <a:gd name="connsiteY132" fmla="*/ 5111014 h 5172574"/>
              <a:gd name="connsiteX133" fmla="*/ 1883912 w 5039333"/>
              <a:gd name="connsiteY133" fmla="*/ 5070457 h 5172574"/>
              <a:gd name="connsiteX134" fmla="*/ 1808091 w 5039333"/>
              <a:gd name="connsiteY134" fmla="*/ 5047535 h 5172574"/>
              <a:gd name="connsiteX135" fmla="*/ 1732268 w 5039333"/>
              <a:gd name="connsiteY135" fmla="*/ 5021085 h 5172574"/>
              <a:gd name="connsiteX136" fmla="*/ 1582389 w 5039333"/>
              <a:gd name="connsiteY136" fmla="*/ 4962897 h 5172574"/>
              <a:gd name="connsiteX137" fmla="*/ 1510094 w 5039333"/>
              <a:gd name="connsiteY137" fmla="*/ 4929394 h 5172574"/>
              <a:gd name="connsiteX138" fmla="*/ 1437799 w 5039333"/>
              <a:gd name="connsiteY138" fmla="*/ 4894128 h 5172574"/>
              <a:gd name="connsiteX139" fmla="*/ 1296736 w 5039333"/>
              <a:gd name="connsiteY139" fmla="*/ 4818307 h 5172574"/>
              <a:gd name="connsiteX140" fmla="*/ 1227967 w 5039333"/>
              <a:gd name="connsiteY140" fmla="*/ 4777750 h 5172574"/>
              <a:gd name="connsiteX141" fmla="*/ 1160962 w 5039333"/>
              <a:gd name="connsiteY141" fmla="*/ 4733669 h 5172574"/>
              <a:gd name="connsiteX142" fmla="*/ 1127460 w 5039333"/>
              <a:gd name="connsiteY142" fmla="*/ 4712509 h 5172574"/>
              <a:gd name="connsiteX143" fmla="*/ 1095721 w 5039333"/>
              <a:gd name="connsiteY143" fmla="*/ 4689586 h 5172574"/>
              <a:gd name="connsiteX144" fmla="*/ 1030478 w 5039333"/>
              <a:gd name="connsiteY144" fmla="*/ 4641978 h 5172574"/>
              <a:gd name="connsiteX145" fmla="*/ 788908 w 5039333"/>
              <a:gd name="connsiteY145" fmla="*/ 4433909 h 5172574"/>
              <a:gd name="connsiteX146" fmla="*/ 573786 w 5039333"/>
              <a:gd name="connsiteY146" fmla="*/ 4199390 h 5172574"/>
              <a:gd name="connsiteX147" fmla="*/ 390403 w 5039333"/>
              <a:gd name="connsiteY147" fmla="*/ 3940187 h 5172574"/>
              <a:gd name="connsiteX148" fmla="*/ 311054 w 5039333"/>
              <a:gd name="connsiteY148" fmla="*/ 3802650 h 5172574"/>
              <a:gd name="connsiteX149" fmla="*/ 274026 w 5039333"/>
              <a:gd name="connsiteY149" fmla="*/ 3732119 h 5172574"/>
              <a:gd name="connsiteX150" fmla="*/ 238760 w 5039333"/>
              <a:gd name="connsiteY150" fmla="*/ 3661587 h 5172574"/>
              <a:gd name="connsiteX151" fmla="*/ 207021 w 5039333"/>
              <a:gd name="connsiteY151" fmla="*/ 3589291 h 5172574"/>
              <a:gd name="connsiteX152" fmla="*/ 191150 w 5039333"/>
              <a:gd name="connsiteY152" fmla="*/ 3552263 h 5172574"/>
              <a:gd name="connsiteX153" fmla="*/ 177044 w 5039333"/>
              <a:gd name="connsiteY153" fmla="*/ 3515233 h 5172574"/>
              <a:gd name="connsiteX154" fmla="*/ 148831 w 5039333"/>
              <a:gd name="connsiteY154" fmla="*/ 3441174 h 5172574"/>
              <a:gd name="connsiteX155" fmla="*/ 124145 w 5039333"/>
              <a:gd name="connsiteY155" fmla="*/ 3365354 h 5172574"/>
              <a:gd name="connsiteX156" fmla="*/ 80064 w 5039333"/>
              <a:gd name="connsiteY156" fmla="*/ 3213711 h 5172574"/>
              <a:gd name="connsiteX157" fmla="*/ 62431 w 5039333"/>
              <a:gd name="connsiteY157" fmla="*/ 3136126 h 5172574"/>
              <a:gd name="connsiteX158" fmla="*/ 46560 w 5039333"/>
              <a:gd name="connsiteY158" fmla="*/ 3058541 h 5172574"/>
              <a:gd name="connsiteX159" fmla="*/ 6006 w 5039333"/>
              <a:gd name="connsiteY159" fmla="*/ 2744675 h 5172574"/>
              <a:gd name="connsiteX160" fmla="*/ 39507 w 5039333"/>
              <a:gd name="connsiteY160" fmla="*/ 2115178 h 5172574"/>
              <a:gd name="connsiteX161" fmla="*/ 53614 w 5039333"/>
              <a:gd name="connsiteY161" fmla="*/ 2037594 h 5172574"/>
              <a:gd name="connsiteX162" fmla="*/ 71247 w 5039333"/>
              <a:gd name="connsiteY162" fmla="*/ 1960009 h 5172574"/>
              <a:gd name="connsiteX163" fmla="*/ 90644 w 5039333"/>
              <a:gd name="connsiteY163" fmla="*/ 1884188 h 5172574"/>
              <a:gd name="connsiteX164" fmla="*/ 113566 w 5039333"/>
              <a:gd name="connsiteY164" fmla="*/ 1808366 h 5172574"/>
              <a:gd name="connsiteX165" fmla="*/ 124145 w 5039333"/>
              <a:gd name="connsiteY165" fmla="*/ 1771337 h 5172574"/>
              <a:gd name="connsiteX166" fmla="*/ 136489 w 5039333"/>
              <a:gd name="connsiteY166" fmla="*/ 1732545 h 5172574"/>
              <a:gd name="connsiteX167" fmla="*/ 162938 w 5039333"/>
              <a:gd name="connsiteY167" fmla="*/ 1658487 h 5172574"/>
              <a:gd name="connsiteX168" fmla="*/ 192915 w 5039333"/>
              <a:gd name="connsiteY168" fmla="*/ 1584428 h 5172574"/>
              <a:gd name="connsiteX169" fmla="*/ 222890 w 5039333"/>
              <a:gd name="connsiteY169" fmla="*/ 1512132 h 5172574"/>
              <a:gd name="connsiteX170" fmla="*/ 291659 w 5039333"/>
              <a:gd name="connsiteY170" fmla="*/ 1371069 h 5172574"/>
              <a:gd name="connsiteX171" fmla="*/ 328687 w 5039333"/>
              <a:gd name="connsiteY171" fmla="*/ 1302302 h 5172574"/>
              <a:gd name="connsiteX172" fmla="*/ 369244 w 5039333"/>
              <a:gd name="connsiteY172" fmla="*/ 1233532 h 5172574"/>
              <a:gd name="connsiteX173" fmla="*/ 411563 w 5039333"/>
              <a:gd name="connsiteY173" fmla="*/ 1166527 h 5172574"/>
              <a:gd name="connsiteX174" fmla="*/ 453882 w 5039333"/>
              <a:gd name="connsiteY174" fmla="*/ 1101286 h 5172574"/>
              <a:gd name="connsiteX175" fmla="*/ 499728 w 5039333"/>
              <a:gd name="connsiteY175" fmla="*/ 1037808 h 5172574"/>
              <a:gd name="connsiteX176" fmla="*/ 547336 w 5039333"/>
              <a:gd name="connsiteY176" fmla="*/ 974329 h 5172574"/>
              <a:gd name="connsiteX177" fmla="*/ 988159 w 5039333"/>
              <a:gd name="connsiteY177" fmla="*/ 531742 h 5172574"/>
              <a:gd name="connsiteX178" fmla="*/ 1524200 w 5039333"/>
              <a:gd name="connsiteY178" fmla="*/ 209060 h 5172574"/>
              <a:gd name="connsiteX179" fmla="*/ 3479692 w 5039333"/>
              <a:gd name="connsiteY179" fmla="*/ 202007 h 5172574"/>
              <a:gd name="connsiteX180" fmla="*/ 3576673 w 5039333"/>
              <a:gd name="connsiteY180" fmla="*/ 230220 h 5172574"/>
              <a:gd name="connsiteX181" fmla="*/ 3673655 w 5039333"/>
              <a:gd name="connsiteY181" fmla="*/ 263721 h 5172574"/>
              <a:gd name="connsiteX182" fmla="*/ 4454792 w 5039333"/>
              <a:gd name="connsiteY182" fmla="*/ 850899 h 5172574"/>
              <a:gd name="connsiteX183" fmla="*/ 4400131 w 5039333"/>
              <a:gd name="connsiteY183" fmla="*/ 801526 h 5172574"/>
              <a:gd name="connsiteX184" fmla="*/ 4343706 w 5039333"/>
              <a:gd name="connsiteY184" fmla="*/ 753917 h 5172574"/>
              <a:gd name="connsiteX185" fmla="*/ 3479692 w 5039333"/>
              <a:gd name="connsiteY185" fmla="*/ 202007 h 5172574"/>
              <a:gd name="connsiteX186" fmla="*/ 2955994 w 5039333"/>
              <a:gd name="connsiteY186" fmla="*/ 198480 h 5172574"/>
              <a:gd name="connsiteX187" fmla="*/ 2996548 w 5039333"/>
              <a:gd name="connsiteY187" fmla="*/ 198480 h 5172574"/>
              <a:gd name="connsiteX188" fmla="*/ 3070607 w 5039333"/>
              <a:gd name="connsiteY188" fmla="*/ 212587 h 5172574"/>
              <a:gd name="connsiteX189" fmla="*/ 3144665 w 5039333"/>
              <a:gd name="connsiteY189" fmla="*/ 230220 h 5172574"/>
              <a:gd name="connsiteX190" fmla="*/ 3181695 w 5039333"/>
              <a:gd name="connsiteY190" fmla="*/ 239035 h 5172574"/>
              <a:gd name="connsiteX191" fmla="*/ 3218723 w 5039333"/>
              <a:gd name="connsiteY191" fmla="*/ 249615 h 5172574"/>
              <a:gd name="connsiteX192" fmla="*/ 3291019 w 5039333"/>
              <a:gd name="connsiteY192" fmla="*/ 270774 h 5172574"/>
              <a:gd name="connsiteX193" fmla="*/ 3573146 w 5039333"/>
              <a:gd name="connsiteY193" fmla="*/ 381863 h 5172574"/>
              <a:gd name="connsiteX194" fmla="*/ 4084501 w 5039333"/>
              <a:gd name="connsiteY194" fmla="*/ 706309 h 5172574"/>
              <a:gd name="connsiteX195" fmla="*/ 4045708 w 5039333"/>
              <a:gd name="connsiteY195" fmla="*/ 686911 h 5172574"/>
              <a:gd name="connsiteX196" fmla="*/ 4028076 w 5039333"/>
              <a:gd name="connsiteY196" fmla="*/ 676332 h 5172574"/>
              <a:gd name="connsiteX197" fmla="*/ 2836090 w 5039333"/>
              <a:gd name="connsiteY197" fmla="*/ 200243 h 5172574"/>
              <a:gd name="connsiteX198" fmla="*/ 2915437 w 5039333"/>
              <a:gd name="connsiteY198" fmla="*/ 200243 h 5172574"/>
              <a:gd name="connsiteX199" fmla="*/ 2590991 w 5039333"/>
              <a:gd name="connsiteY199" fmla="*/ 150870 h 5172574"/>
              <a:gd name="connsiteX200" fmla="*/ 2495773 w 5039333"/>
              <a:gd name="connsiteY200" fmla="*/ 164977 h 5172574"/>
              <a:gd name="connsiteX201" fmla="*/ 2471087 w 5039333"/>
              <a:gd name="connsiteY201" fmla="*/ 168503 h 5172574"/>
              <a:gd name="connsiteX202" fmla="*/ 2446401 w 5039333"/>
              <a:gd name="connsiteY202" fmla="*/ 173792 h 5172574"/>
              <a:gd name="connsiteX203" fmla="*/ 2398793 w 5039333"/>
              <a:gd name="connsiteY203" fmla="*/ 184372 h 5172574"/>
              <a:gd name="connsiteX204" fmla="*/ 1580625 w 5039333"/>
              <a:gd name="connsiteY204" fmla="*/ 403020 h 5172574"/>
              <a:gd name="connsiteX205" fmla="*/ 892941 w 5039333"/>
              <a:gd name="connsiteY205" fmla="*/ 894980 h 5172574"/>
              <a:gd name="connsiteX206" fmla="*/ 1159197 w 5039333"/>
              <a:gd name="connsiteY206" fmla="*/ 605800 h 5172574"/>
              <a:gd name="connsiteX207" fmla="*/ 1485407 w 5039333"/>
              <a:gd name="connsiteY207" fmla="*/ 406547 h 5172574"/>
              <a:gd name="connsiteX208" fmla="*/ 1659972 w 5039333"/>
              <a:gd name="connsiteY208" fmla="*/ 327200 h 5172574"/>
              <a:gd name="connsiteX209" fmla="*/ 1749901 w 5039333"/>
              <a:gd name="connsiteY209" fmla="*/ 293696 h 5172574"/>
              <a:gd name="connsiteX210" fmla="*/ 1839828 w 5039333"/>
              <a:gd name="connsiteY210" fmla="*/ 263721 h 5172574"/>
              <a:gd name="connsiteX211" fmla="*/ 2211884 w 5039333"/>
              <a:gd name="connsiteY211" fmla="*/ 177319 h 5172574"/>
              <a:gd name="connsiteX212" fmla="*/ 2590991 w 5039333"/>
              <a:gd name="connsiteY212" fmla="*/ 150870 h 5172574"/>
              <a:gd name="connsiteX213" fmla="*/ 2522251 w 5039333"/>
              <a:gd name="connsiteY213" fmla="*/ 412 h 5172574"/>
              <a:gd name="connsiteX214" fmla="*/ 3301599 w 5039333"/>
              <a:gd name="connsiteY214" fmla="*/ 106789 h 5172574"/>
              <a:gd name="connsiteX215" fmla="*/ 3236358 w 5039333"/>
              <a:gd name="connsiteY215" fmla="*/ 96209 h 5172574"/>
              <a:gd name="connsiteX216" fmla="*/ 3167589 w 5039333"/>
              <a:gd name="connsiteY216" fmla="*/ 89156 h 5172574"/>
              <a:gd name="connsiteX217" fmla="*/ 2984206 w 5039333"/>
              <a:gd name="connsiteY217" fmla="*/ 52126 h 5172574"/>
              <a:gd name="connsiteX218" fmla="*/ 2890753 w 5039333"/>
              <a:gd name="connsiteY218" fmla="*/ 39784 h 5172574"/>
              <a:gd name="connsiteX219" fmla="*/ 2797297 w 5039333"/>
              <a:gd name="connsiteY219" fmla="*/ 30967 h 5172574"/>
              <a:gd name="connsiteX220" fmla="*/ 2703844 w 5039333"/>
              <a:gd name="connsiteY220" fmla="*/ 23913 h 5172574"/>
              <a:gd name="connsiteX221" fmla="*/ 2610388 w 5039333"/>
              <a:gd name="connsiteY221" fmla="*/ 20387 h 5172574"/>
              <a:gd name="connsiteX222" fmla="*/ 2516935 w 5039333"/>
              <a:gd name="connsiteY222" fmla="*/ 22151 h 5172574"/>
              <a:gd name="connsiteX223" fmla="*/ 2469325 w 5039333"/>
              <a:gd name="connsiteY223" fmla="*/ 23913 h 5172574"/>
              <a:gd name="connsiteX224" fmla="*/ 2423479 w 5039333"/>
              <a:gd name="connsiteY224" fmla="*/ 27440 h 5172574"/>
              <a:gd name="connsiteX225" fmla="*/ 1691714 w 5039333"/>
              <a:gd name="connsiteY225" fmla="*/ 182610 h 5172574"/>
              <a:gd name="connsiteX226" fmla="*/ 1725215 w 5039333"/>
              <a:gd name="connsiteY226" fmla="*/ 164977 h 5172574"/>
              <a:gd name="connsiteX227" fmla="*/ 1751666 w 5039333"/>
              <a:gd name="connsiteY227" fmla="*/ 152635 h 5172574"/>
              <a:gd name="connsiteX228" fmla="*/ 1818671 w 5039333"/>
              <a:gd name="connsiteY228" fmla="*/ 122658 h 5172574"/>
              <a:gd name="connsiteX229" fmla="*/ 1876858 w 5039333"/>
              <a:gd name="connsiteY229" fmla="*/ 101498 h 5172574"/>
              <a:gd name="connsiteX230" fmla="*/ 1963261 w 5039333"/>
              <a:gd name="connsiteY230" fmla="*/ 75050 h 5172574"/>
              <a:gd name="connsiteX231" fmla="*/ 2088454 w 5039333"/>
              <a:gd name="connsiteY231" fmla="*/ 45073 h 5172574"/>
              <a:gd name="connsiteX232" fmla="*/ 2167803 w 5039333"/>
              <a:gd name="connsiteY232" fmla="*/ 30967 h 5172574"/>
              <a:gd name="connsiteX233" fmla="*/ 2211884 w 5039333"/>
              <a:gd name="connsiteY233" fmla="*/ 23913 h 5172574"/>
              <a:gd name="connsiteX234" fmla="*/ 2259494 w 5039333"/>
              <a:gd name="connsiteY234" fmla="*/ 18624 h 5172574"/>
              <a:gd name="connsiteX235" fmla="*/ 2522251 w 5039333"/>
              <a:gd name="connsiteY235" fmla="*/ 412 h 51725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</a:cxnLst>
            <a:rect l="l" t="t" r="r" b="b"/>
            <a:pathLst>
              <a:path w="5039333" h="5172574">
                <a:moveTo>
                  <a:pt x="4728104" y="1561505"/>
                </a:moveTo>
                <a:cubicBezTo>
                  <a:pt x="4728104" y="1561505"/>
                  <a:pt x="4729866" y="1561505"/>
                  <a:pt x="4729866" y="1561505"/>
                </a:cubicBezTo>
                <a:cubicBezTo>
                  <a:pt x="4742210" y="1589717"/>
                  <a:pt x="4754552" y="1616166"/>
                  <a:pt x="4765132" y="1646143"/>
                </a:cubicBezTo>
                <a:cubicBezTo>
                  <a:pt x="4754552" y="1616166"/>
                  <a:pt x="4740446" y="1589717"/>
                  <a:pt x="4728104" y="1561505"/>
                </a:cubicBezTo>
                <a:close/>
                <a:moveTo>
                  <a:pt x="4888651" y="1542826"/>
                </a:moveTo>
                <a:lnTo>
                  <a:pt x="4889224" y="1544092"/>
                </a:lnTo>
                <a:cubicBezTo>
                  <a:pt x="4896057" y="1558860"/>
                  <a:pt x="4902670" y="1573848"/>
                  <a:pt x="4907960" y="1589717"/>
                </a:cubicBezTo>
                <a:close/>
                <a:moveTo>
                  <a:pt x="4869167" y="1499790"/>
                </a:moveTo>
                <a:cubicBezTo>
                  <a:pt x="4869167" y="1499790"/>
                  <a:pt x="4870930" y="1499790"/>
                  <a:pt x="4870930" y="1499790"/>
                </a:cubicBezTo>
                <a:lnTo>
                  <a:pt x="4888651" y="1542826"/>
                </a:lnTo>
                <a:close/>
                <a:moveTo>
                  <a:pt x="4583190" y="1291357"/>
                </a:moveTo>
                <a:lnTo>
                  <a:pt x="4608198" y="1328750"/>
                </a:lnTo>
                <a:cubicBezTo>
                  <a:pt x="4608198" y="1328750"/>
                  <a:pt x="4606436" y="1328750"/>
                  <a:pt x="4606436" y="1328750"/>
                </a:cubicBezTo>
                <a:close/>
                <a:moveTo>
                  <a:pt x="4526081" y="1205962"/>
                </a:moveTo>
                <a:lnTo>
                  <a:pt x="4544719" y="1231768"/>
                </a:lnTo>
                <a:lnTo>
                  <a:pt x="4565879" y="1263507"/>
                </a:lnTo>
                <a:lnTo>
                  <a:pt x="4583190" y="1291357"/>
                </a:lnTo>
                <a:close/>
                <a:moveTo>
                  <a:pt x="707794" y="1046623"/>
                </a:moveTo>
                <a:cubicBezTo>
                  <a:pt x="695452" y="1069545"/>
                  <a:pt x="683108" y="1090705"/>
                  <a:pt x="672528" y="1110102"/>
                </a:cubicBezTo>
                <a:cubicBezTo>
                  <a:pt x="661949" y="1133024"/>
                  <a:pt x="649607" y="1154183"/>
                  <a:pt x="639027" y="1177107"/>
                </a:cubicBezTo>
                <a:lnTo>
                  <a:pt x="623156" y="1210608"/>
                </a:lnTo>
                <a:lnTo>
                  <a:pt x="607288" y="1244112"/>
                </a:lnTo>
                <a:cubicBezTo>
                  <a:pt x="596708" y="1267034"/>
                  <a:pt x="587890" y="1289958"/>
                  <a:pt x="577311" y="1312879"/>
                </a:cubicBezTo>
                <a:cubicBezTo>
                  <a:pt x="400981" y="1603824"/>
                  <a:pt x="288131" y="1933558"/>
                  <a:pt x="249338" y="2272111"/>
                </a:cubicBezTo>
                <a:cubicBezTo>
                  <a:pt x="229943" y="2441387"/>
                  <a:pt x="228179" y="2612427"/>
                  <a:pt x="245812" y="2781703"/>
                </a:cubicBezTo>
                <a:cubicBezTo>
                  <a:pt x="261682" y="2950979"/>
                  <a:pt x="298710" y="3118491"/>
                  <a:pt x="351609" y="3280714"/>
                </a:cubicBezTo>
                <a:cubicBezTo>
                  <a:pt x="457407" y="3603397"/>
                  <a:pt x="635500" y="3903157"/>
                  <a:pt x="868255" y="4151780"/>
                </a:cubicBezTo>
                <a:cubicBezTo>
                  <a:pt x="1101010" y="4400406"/>
                  <a:pt x="1386663" y="4599657"/>
                  <a:pt x="1702292" y="4726614"/>
                </a:cubicBezTo>
                <a:cubicBezTo>
                  <a:pt x="2016158" y="4855335"/>
                  <a:pt x="2360001" y="4913523"/>
                  <a:pt x="2700317" y="4897654"/>
                </a:cubicBezTo>
                <a:cubicBezTo>
                  <a:pt x="3040632" y="4883548"/>
                  <a:pt x="3377420" y="4791857"/>
                  <a:pt x="3678944" y="4634923"/>
                </a:cubicBezTo>
                <a:cubicBezTo>
                  <a:pt x="3980466" y="4479753"/>
                  <a:pt x="4248488" y="4255816"/>
                  <a:pt x="4456557" y="3986031"/>
                </a:cubicBezTo>
                <a:cubicBezTo>
                  <a:pt x="4666388" y="3718010"/>
                  <a:pt x="4816268" y="3402382"/>
                  <a:pt x="4892089" y="3070883"/>
                </a:cubicBezTo>
                <a:cubicBezTo>
                  <a:pt x="4918539" y="3141415"/>
                  <a:pt x="4939699" y="3213709"/>
                  <a:pt x="4960857" y="3289531"/>
                </a:cubicBezTo>
                <a:cubicBezTo>
                  <a:pt x="4848008" y="3633372"/>
                  <a:pt x="4659334" y="3954292"/>
                  <a:pt x="4410711" y="4217023"/>
                </a:cubicBezTo>
                <a:cubicBezTo>
                  <a:pt x="4163850" y="4479753"/>
                  <a:pt x="3858799" y="4689586"/>
                  <a:pt x="3523774" y="4821832"/>
                </a:cubicBezTo>
                <a:cubicBezTo>
                  <a:pt x="3188748" y="4955842"/>
                  <a:pt x="2825510" y="5014032"/>
                  <a:pt x="2467560" y="4992872"/>
                </a:cubicBezTo>
                <a:cubicBezTo>
                  <a:pt x="2109613" y="4971713"/>
                  <a:pt x="1756955" y="4871204"/>
                  <a:pt x="1443088" y="4700165"/>
                </a:cubicBezTo>
                <a:cubicBezTo>
                  <a:pt x="1127458" y="4530889"/>
                  <a:pt x="854149" y="4289317"/>
                  <a:pt x="642553" y="4003664"/>
                </a:cubicBezTo>
                <a:cubicBezTo>
                  <a:pt x="432721" y="3718010"/>
                  <a:pt x="284604" y="3384749"/>
                  <a:pt x="215837" y="3037380"/>
                </a:cubicBezTo>
                <a:cubicBezTo>
                  <a:pt x="147067" y="2688248"/>
                  <a:pt x="155885" y="2328536"/>
                  <a:pt x="240523" y="1984695"/>
                </a:cubicBezTo>
                <a:cubicBezTo>
                  <a:pt x="282842" y="1813655"/>
                  <a:pt x="342794" y="1646143"/>
                  <a:pt x="422141" y="1489209"/>
                </a:cubicBezTo>
                <a:cubicBezTo>
                  <a:pt x="501490" y="1332277"/>
                  <a:pt x="596708" y="1182396"/>
                  <a:pt x="707794" y="1046623"/>
                </a:cubicBezTo>
                <a:close/>
                <a:moveTo>
                  <a:pt x="4497112" y="916139"/>
                </a:moveTo>
                <a:cubicBezTo>
                  <a:pt x="4500638" y="917902"/>
                  <a:pt x="4504165" y="919666"/>
                  <a:pt x="4507691" y="921428"/>
                </a:cubicBezTo>
                <a:cubicBezTo>
                  <a:pt x="4511218" y="924955"/>
                  <a:pt x="4516507" y="926719"/>
                  <a:pt x="4520033" y="928482"/>
                </a:cubicBezTo>
                <a:cubicBezTo>
                  <a:pt x="4537666" y="947879"/>
                  <a:pt x="4553537" y="969038"/>
                  <a:pt x="4569406" y="990198"/>
                </a:cubicBezTo>
                <a:cubicBezTo>
                  <a:pt x="4585276" y="1011357"/>
                  <a:pt x="4602909" y="1032517"/>
                  <a:pt x="4617015" y="1053676"/>
                </a:cubicBezTo>
                <a:cubicBezTo>
                  <a:pt x="4636411" y="1081889"/>
                  <a:pt x="4657570" y="1111864"/>
                  <a:pt x="4676967" y="1141841"/>
                </a:cubicBezTo>
                <a:cubicBezTo>
                  <a:pt x="4701653" y="1180633"/>
                  <a:pt x="4726340" y="1217662"/>
                  <a:pt x="4747499" y="1256454"/>
                </a:cubicBezTo>
                <a:lnTo>
                  <a:pt x="4781001" y="1316406"/>
                </a:lnTo>
                <a:lnTo>
                  <a:pt x="4796871" y="1346383"/>
                </a:lnTo>
                <a:lnTo>
                  <a:pt x="4810978" y="1376358"/>
                </a:lnTo>
                <a:cubicBezTo>
                  <a:pt x="4809213" y="1376358"/>
                  <a:pt x="4809213" y="1374596"/>
                  <a:pt x="4807451" y="1374596"/>
                </a:cubicBezTo>
                <a:cubicBezTo>
                  <a:pt x="4796871" y="1353436"/>
                  <a:pt x="4786292" y="1334039"/>
                  <a:pt x="4773948" y="1312879"/>
                </a:cubicBezTo>
                <a:lnTo>
                  <a:pt x="4738682" y="1251165"/>
                </a:lnTo>
                <a:cubicBezTo>
                  <a:pt x="4713996" y="1210608"/>
                  <a:pt x="4689310" y="1170054"/>
                  <a:pt x="4662861" y="1131261"/>
                </a:cubicBezTo>
                <a:lnTo>
                  <a:pt x="4602909" y="1048386"/>
                </a:lnTo>
                <a:cubicBezTo>
                  <a:pt x="4587039" y="1025464"/>
                  <a:pt x="4569406" y="1004304"/>
                  <a:pt x="4551773" y="981380"/>
                </a:cubicBezTo>
                <a:lnTo>
                  <a:pt x="4525324" y="947879"/>
                </a:lnTo>
                <a:close/>
                <a:moveTo>
                  <a:pt x="4222038" y="849134"/>
                </a:moveTo>
                <a:cubicBezTo>
                  <a:pt x="4230853" y="852661"/>
                  <a:pt x="4241433" y="856188"/>
                  <a:pt x="4252013" y="861476"/>
                </a:cubicBezTo>
                <a:cubicBezTo>
                  <a:pt x="4320780" y="931127"/>
                  <a:pt x="4384700" y="1005185"/>
                  <a:pt x="4443991" y="1083211"/>
                </a:cubicBezTo>
                <a:lnTo>
                  <a:pt x="4526081" y="1205962"/>
                </a:lnTo>
                <a:lnTo>
                  <a:pt x="4521798" y="1200029"/>
                </a:lnTo>
                <a:lnTo>
                  <a:pt x="4477714" y="1136550"/>
                </a:lnTo>
                <a:lnTo>
                  <a:pt x="4430106" y="1076598"/>
                </a:lnTo>
                <a:lnTo>
                  <a:pt x="4405420" y="1046623"/>
                </a:lnTo>
                <a:lnTo>
                  <a:pt x="4380734" y="1016646"/>
                </a:lnTo>
                <a:cubicBezTo>
                  <a:pt x="4363101" y="997251"/>
                  <a:pt x="4347231" y="977854"/>
                  <a:pt x="4329598" y="958459"/>
                </a:cubicBezTo>
                <a:cubicBezTo>
                  <a:pt x="4294332" y="921428"/>
                  <a:pt x="4259066" y="884400"/>
                  <a:pt x="4222038" y="849134"/>
                </a:cubicBezTo>
                <a:close/>
                <a:moveTo>
                  <a:pt x="2590993" y="284881"/>
                </a:moveTo>
                <a:cubicBezTo>
                  <a:pt x="3837507" y="284881"/>
                  <a:pt x="4848008" y="1295380"/>
                  <a:pt x="4848008" y="2541895"/>
                </a:cubicBezTo>
                <a:cubicBezTo>
                  <a:pt x="4848008" y="2619802"/>
                  <a:pt x="4844061" y="2696787"/>
                  <a:pt x="4836356" y="2772662"/>
                </a:cubicBezTo>
                <a:lnTo>
                  <a:pt x="4805702" y="2973520"/>
                </a:lnTo>
                <a:lnTo>
                  <a:pt x="4810978" y="2984481"/>
                </a:lnTo>
                <a:cubicBezTo>
                  <a:pt x="4825084" y="3017984"/>
                  <a:pt x="4837426" y="3051486"/>
                  <a:pt x="4851534" y="3086752"/>
                </a:cubicBezTo>
                <a:cubicBezTo>
                  <a:pt x="4777474" y="3384749"/>
                  <a:pt x="4641702" y="3665112"/>
                  <a:pt x="4458319" y="3910210"/>
                </a:cubicBezTo>
                <a:cubicBezTo>
                  <a:pt x="4274937" y="4155307"/>
                  <a:pt x="4042182" y="4363376"/>
                  <a:pt x="3779450" y="4516783"/>
                </a:cubicBezTo>
                <a:cubicBezTo>
                  <a:pt x="3516721" y="4671953"/>
                  <a:pt x="3224014" y="4772460"/>
                  <a:pt x="2922490" y="4813016"/>
                </a:cubicBezTo>
                <a:cubicBezTo>
                  <a:pt x="2620968" y="4853571"/>
                  <a:pt x="2314155" y="4834176"/>
                  <a:pt x="2021448" y="4756591"/>
                </a:cubicBezTo>
                <a:cubicBezTo>
                  <a:pt x="1728742" y="4679006"/>
                  <a:pt x="1453668" y="4541469"/>
                  <a:pt x="1215623" y="4356323"/>
                </a:cubicBezTo>
                <a:cubicBezTo>
                  <a:pt x="977579" y="4171178"/>
                  <a:pt x="776564" y="3940185"/>
                  <a:pt x="628447" y="3679218"/>
                </a:cubicBezTo>
                <a:cubicBezTo>
                  <a:pt x="480330" y="3418251"/>
                  <a:pt x="385113" y="3127308"/>
                  <a:pt x="349847" y="2831075"/>
                </a:cubicBezTo>
                <a:lnTo>
                  <a:pt x="345902" y="2774443"/>
                </a:lnTo>
                <a:lnTo>
                  <a:pt x="345630" y="2772662"/>
                </a:lnTo>
                <a:lnTo>
                  <a:pt x="345241" y="2764951"/>
                </a:lnTo>
                <a:lnTo>
                  <a:pt x="334308" y="2607964"/>
                </a:lnTo>
                <a:lnTo>
                  <a:pt x="335383" y="2569715"/>
                </a:lnTo>
                <a:lnTo>
                  <a:pt x="333978" y="2541895"/>
                </a:lnTo>
                <a:lnTo>
                  <a:pt x="338912" y="2444195"/>
                </a:lnTo>
                <a:lnTo>
                  <a:pt x="340589" y="2384523"/>
                </a:lnTo>
                <a:lnTo>
                  <a:pt x="342807" y="2367040"/>
                </a:lnTo>
                <a:lnTo>
                  <a:pt x="345630" y="2311129"/>
                </a:lnTo>
                <a:cubicBezTo>
                  <a:pt x="461213" y="1173014"/>
                  <a:pt x="1422384" y="284881"/>
                  <a:pt x="2590993" y="284881"/>
                </a:cubicBezTo>
                <a:close/>
                <a:moveTo>
                  <a:pt x="1524200" y="209060"/>
                </a:moveTo>
                <a:cubicBezTo>
                  <a:pt x="1437799" y="261959"/>
                  <a:pt x="1358450" y="320147"/>
                  <a:pt x="1279103" y="383625"/>
                </a:cubicBezTo>
                <a:cubicBezTo>
                  <a:pt x="1104536" y="491187"/>
                  <a:pt x="944077" y="618144"/>
                  <a:pt x="799487" y="760970"/>
                </a:cubicBezTo>
                <a:cubicBezTo>
                  <a:pt x="656660" y="905560"/>
                  <a:pt x="529703" y="1066020"/>
                  <a:pt x="423905" y="1240585"/>
                </a:cubicBezTo>
                <a:cubicBezTo>
                  <a:pt x="318108" y="1416915"/>
                  <a:pt x="235234" y="1603824"/>
                  <a:pt x="173518" y="1797786"/>
                </a:cubicBezTo>
                <a:cubicBezTo>
                  <a:pt x="115330" y="1991748"/>
                  <a:pt x="78300" y="2194528"/>
                  <a:pt x="65958" y="2397305"/>
                </a:cubicBezTo>
                <a:cubicBezTo>
                  <a:pt x="53614" y="2600085"/>
                  <a:pt x="65958" y="2804627"/>
                  <a:pt x="102986" y="3005642"/>
                </a:cubicBezTo>
                <a:cubicBezTo>
                  <a:pt x="110039" y="3056777"/>
                  <a:pt x="124145" y="3106149"/>
                  <a:pt x="134725" y="3155521"/>
                </a:cubicBezTo>
                <a:cubicBezTo>
                  <a:pt x="140016" y="3180207"/>
                  <a:pt x="147069" y="3204893"/>
                  <a:pt x="154122" y="3229579"/>
                </a:cubicBezTo>
                <a:cubicBezTo>
                  <a:pt x="161175" y="3254265"/>
                  <a:pt x="168229" y="3278952"/>
                  <a:pt x="175282" y="3303638"/>
                </a:cubicBezTo>
                <a:cubicBezTo>
                  <a:pt x="207021" y="3400620"/>
                  <a:pt x="242287" y="3497600"/>
                  <a:pt x="284606" y="3589291"/>
                </a:cubicBezTo>
                <a:cubicBezTo>
                  <a:pt x="326925" y="3682746"/>
                  <a:pt x="376297" y="3770911"/>
                  <a:pt x="427432" y="3859076"/>
                </a:cubicBezTo>
                <a:cubicBezTo>
                  <a:pt x="482095" y="3945476"/>
                  <a:pt x="538520" y="4030114"/>
                  <a:pt x="601999" y="4109463"/>
                </a:cubicBezTo>
                <a:cubicBezTo>
                  <a:pt x="663713" y="4190575"/>
                  <a:pt x="734245" y="4266396"/>
                  <a:pt x="804776" y="4338691"/>
                </a:cubicBezTo>
                <a:cubicBezTo>
                  <a:pt x="878835" y="4409223"/>
                  <a:pt x="952893" y="4477991"/>
                  <a:pt x="1034004" y="4539707"/>
                </a:cubicBezTo>
                <a:cubicBezTo>
                  <a:pt x="1113354" y="4603185"/>
                  <a:pt x="1197991" y="4661373"/>
                  <a:pt x="1284392" y="4714272"/>
                </a:cubicBezTo>
                <a:lnTo>
                  <a:pt x="1351397" y="4753064"/>
                </a:lnTo>
                <a:lnTo>
                  <a:pt x="1384901" y="4772461"/>
                </a:lnTo>
                <a:lnTo>
                  <a:pt x="1418402" y="4790094"/>
                </a:lnTo>
                <a:lnTo>
                  <a:pt x="1487172" y="4825360"/>
                </a:lnTo>
                <a:cubicBezTo>
                  <a:pt x="1510094" y="4835940"/>
                  <a:pt x="1533017" y="4846520"/>
                  <a:pt x="1555939" y="4857099"/>
                </a:cubicBezTo>
                <a:cubicBezTo>
                  <a:pt x="1647630" y="4901181"/>
                  <a:pt x="1744612" y="4934684"/>
                  <a:pt x="1841593" y="4966424"/>
                </a:cubicBezTo>
                <a:cubicBezTo>
                  <a:pt x="1940337" y="4996399"/>
                  <a:pt x="2039081" y="5021085"/>
                  <a:pt x="2139590" y="5038718"/>
                </a:cubicBezTo>
                <a:cubicBezTo>
                  <a:pt x="2539856" y="5112776"/>
                  <a:pt x="2957758" y="5084563"/>
                  <a:pt x="3347445" y="4964659"/>
                </a:cubicBezTo>
                <a:cubicBezTo>
                  <a:pt x="3541407" y="4902945"/>
                  <a:pt x="3728316" y="4818307"/>
                  <a:pt x="3902883" y="4712509"/>
                </a:cubicBezTo>
                <a:cubicBezTo>
                  <a:pt x="4077448" y="4604948"/>
                  <a:pt x="4237908" y="4479755"/>
                  <a:pt x="4382498" y="4335165"/>
                </a:cubicBezTo>
                <a:cubicBezTo>
                  <a:pt x="4525324" y="4190575"/>
                  <a:pt x="4652281" y="4030114"/>
                  <a:pt x="4758079" y="3855549"/>
                </a:cubicBezTo>
                <a:cubicBezTo>
                  <a:pt x="4863876" y="3680982"/>
                  <a:pt x="4946752" y="3492311"/>
                  <a:pt x="5008466" y="3298349"/>
                </a:cubicBezTo>
                <a:cubicBezTo>
                  <a:pt x="5018165" y="3336259"/>
                  <a:pt x="5027422" y="3375051"/>
                  <a:pt x="5035578" y="3414285"/>
                </a:cubicBezTo>
                <a:lnTo>
                  <a:pt x="5039333" y="3436011"/>
                </a:lnTo>
                <a:lnTo>
                  <a:pt x="4972399" y="3618891"/>
                </a:lnTo>
                <a:cubicBezTo>
                  <a:pt x="4838158" y="3936271"/>
                  <a:pt x="4643909" y="4222090"/>
                  <a:pt x="4403875" y="4462124"/>
                </a:cubicBezTo>
                <a:lnTo>
                  <a:pt x="4253822" y="4598501"/>
                </a:lnTo>
                <a:lnTo>
                  <a:pt x="4172842" y="4661928"/>
                </a:lnTo>
                <a:cubicBezTo>
                  <a:pt x="3869931" y="4884512"/>
                  <a:pt x="3518926" y="5042465"/>
                  <a:pt x="3151720" y="5118067"/>
                </a:cubicBezTo>
                <a:cubicBezTo>
                  <a:pt x="2941887" y="5162148"/>
                  <a:pt x="2728530" y="5178019"/>
                  <a:pt x="2515170" y="5170966"/>
                </a:cubicBezTo>
                <a:cubicBezTo>
                  <a:pt x="2407610" y="5169201"/>
                  <a:pt x="2301813" y="5156859"/>
                  <a:pt x="2196015" y="5140989"/>
                </a:cubicBezTo>
                <a:cubicBezTo>
                  <a:pt x="2169565" y="5137462"/>
                  <a:pt x="2143116" y="5132173"/>
                  <a:pt x="2116666" y="5126882"/>
                </a:cubicBezTo>
                <a:cubicBezTo>
                  <a:pt x="2091980" y="5121593"/>
                  <a:pt x="2065532" y="5118067"/>
                  <a:pt x="2039081" y="5111014"/>
                </a:cubicBezTo>
                <a:cubicBezTo>
                  <a:pt x="1986183" y="5096907"/>
                  <a:pt x="1935048" y="5086327"/>
                  <a:pt x="1883912" y="5070457"/>
                </a:cubicBezTo>
                <a:lnTo>
                  <a:pt x="1808091" y="5047535"/>
                </a:lnTo>
                <a:lnTo>
                  <a:pt x="1732268" y="5021085"/>
                </a:lnTo>
                <a:cubicBezTo>
                  <a:pt x="1681134" y="5003452"/>
                  <a:pt x="1631762" y="4982292"/>
                  <a:pt x="1582389" y="4962897"/>
                </a:cubicBezTo>
                <a:cubicBezTo>
                  <a:pt x="1557703" y="4952317"/>
                  <a:pt x="1534780" y="4939973"/>
                  <a:pt x="1510094" y="4929394"/>
                </a:cubicBezTo>
                <a:cubicBezTo>
                  <a:pt x="1485407" y="4917051"/>
                  <a:pt x="1460721" y="4906472"/>
                  <a:pt x="1437799" y="4894128"/>
                </a:cubicBezTo>
                <a:cubicBezTo>
                  <a:pt x="1390190" y="4869442"/>
                  <a:pt x="1342582" y="4846520"/>
                  <a:pt x="1296736" y="4818307"/>
                </a:cubicBezTo>
                <a:cubicBezTo>
                  <a:pt x="1273812" y="4804201"/>
                  <a:pt x="1250890" y="4791857"/>
                  <a:pt x="1227967" y="4777750"/>
                </a:cubicBezTo>
                <a:lnTo>
                  <a:pt x="1160962" y="4733669"/>
                </a:lnTo>
                <a:lnTo>
                  <a:pt x="1127460" y="4712509"/>
                </a:lnTo>
                <a:lnTo>
                  <a:pt x="1095721" y="4689586"/>
                </a:lnTo>
                <a:lnTo>
                  <a:pt x="1030478" y="4641978"/>
                </a:lnTo>
                <a:cubicBezTo>
                  <a:pt x="945840" y="4576735"/>
                  <a:pt x="864728" y="4507968"/>
                  <a:pt x="788908" y="4433909"/>
                </a:cubicBezTo>
                <a:cubicBezTo>
                  <a:pt x="711323" y="4359851"/>
                  <a:pt x="640791" y="4280502"/>
                  <a:pt x="573786" y="4199390"/>
                </a:cubicBezTo>
                <a:cubicBezTo>
                  <a:pt x="508543" y="4116516"/>
                  <a:pt x="445065" y="4030114"/>
                  <a:pt x="390403" y="3940187"/>
                </a:cubicBezTo>
                <a:cubicBezTo>
                  <a:pt x="362191" y="3896104"/>
                  <a:pt x="337505" y="3848496"/>
                  <a:pt x="311054" y="3802650"/>
                </a:cubicBezTo>
                <a:cubicBezTo>
                  <a:pt x="296948" y="3779727"/>
                  <a:pt x="286368" y="3755041"/>
                  <a:pt x="274026" y="3732119"/>
                </a:cubicBezTo>
                <a:cubicBezTo>
                  <a:pt x="261682" y="3709195"/>
                  <a:pt x="249340" y="3686273"/>
                  <a:pt x="238760" y="3661587"/>
                </a:cubicBezTo>
                <a:lnTo>
                  <a:pt x="207021" y="3589291"/>
                </a:lnTo>
                <a:cubicBezTo>
                  <a:pt x="201730" y="3576949"/>
                  <a:pt x="196441" y="3564605"/>
                  <a:pt x="191150" y="3552263"/>
                </a:cubicBezTo>
                <a:lnTo>
                  <a:pt x="177044" y="3515233"/>
                </a:lnTo>
                <a:lnTo>
                  <a:pt x="148831" y="3441174"/>
                </a:lnTo>
                <a:cubicBezTo>
                  <a:pt x="140016" y="3416488"/>
                  <a:pt x="132963" y="3390040"/>
                  <a:pt x="124145" y="3365354"/>
                </a:cubicBezTo>
                <a:cubicBezTo>
                  <a:pt x="106512" y="3315982"/>
                  <a:pt x="94170" y="3264845"/>
                  <a:pt x="80064" y="3213711"/>
                </a:cubicBezTo>
                <a:cubicBezTo>
                  <a:pt x="73011" y="3187260"/>
                  <a:pt x="67720" y="3162574"/>
                  <a:pt x="62431" y="3136126"/>
                </a:cubicBezTo>
                <a:cubicBezTo>
                  <a:pt x="57140" y="3109675"/>
                  <a:pt x="51851" y="3084989"/>
                  <a:pt x="46560" y="3058541"/>
                </a:cubicBezTo>
                <a:cubicBezTo>
                  <a:pt x="27165" y="2954506"/>
                  <a:pt x="11295" y="2850472"/>
                  <a:pt x="6006" y="2744675"/>
                </a:cubicBezTo>
                <a:cubicBezTo>
                  <a:pt x="-8101" y="2534842"/>
                  <a:pt x="2479" y="2323247"/>
                  <a:pt x="39507" y="2115178"/>
                </a:cubicBezTo>
                <a:lnTo>
                  <a:pt x="53614" y="2037594"/>
                </a:lnTo>
                <a:cubicBezTo>
                  <a:pt x="58904" y="2011145"/>
                  <a:pt x="65958" y="1986459"/>
                  <a:pt x="71247" y="1960009"/>
                </a:cubicBezTo>
                <a:cubicBezTo>
                  <a:pt x="78300" y="1935323"/>
                  <a:pt x="83591" y="1908874"/>
                  <a:pt x="90644" y="1884188"/>
                </a:cubicBezTo>
                <a:lnTo>
                  <a:pt x="113566" y="1808366"/>
                </a:lnTo>
                <a:cubicBezTo>
                  <a:pt x="117092" y="1796023"/>
                  <a:pt x="120619" y="1783679"/>
                  <a:pt x="124145" y="1771337"/>
                </a:cubicBezTo>
                <a:lnTo>
                  <a:pt x="136489" y="1732545"/>
                </a:lnTo>
                <a:lnTo>
                  <a:pt x="162938" y="1658487"/>
                </a:lnTo>
                <a:cubicBezTo>
                  <a:pt x="173518" y="1633801"/>
                  <a:pt x="182335" y="1609114"/>
                  <a:pt x="192915" y="1584428"/>
                </a:cubicBezTo>
                <a:cubicBezTo>
                  <a:pt x="201730" y="1559742"/>
                  <a:pt x="212310" y="1535056"/>
                  <a:pt x="222890" y="1512132"/>
                </a:cubicBezTo>
                <a:cubicBezTo>
                  <a:pt x="245813" y="1464524"/>
                  <a:pt x="266973" y="1416915"/>
                  <a:pt x="291659" y="1371069"/>
                </a:cubicBezTo>
                <a:cubicBezTo>
                  <a:pt x="304001" y="1348147"/>
                  <a:pt x="316345" y="1325223"/>
                  <a:pt x="328687" y="1302302"/>
                </a:cubicBezTo>
                <a:lnTo>
                  <a:pt x="369244" y="1233532"/>
                </a:lnTo>
                <a:cubicBezTo>
                  <a:pt x="383350" y="1210610"/>
                  <a:pt x="397457" y="1187687"/>
                  <a:pt x="411563" y="1166527"/>
                </a:cubicBezTo>
                <a:lnTo>
                  <a:pt x="453882" y="1101286"/>
                </a:lnTo>
                <a:lnTo>
                  <a:pt x="499728" y="1037808"/>
                </a:lnTo>
                <a:cubicBezTo>
                  <a:pt x="515596" y="1014884"/>
                  <a:pt x="531467" y="993724"/>
                  <a:pt x="547336" y="974329"/>
                </a:cubicBezTo>
                <a:cubicBezTo>
                  <a:pt x="676057" y="810342"/>
                  <a:pt x="824173" y="660463"/>
                  <a:pt x="988159" y="531742"/>
                </a:cubicBezTo>
                <a:cubicBezTo>
                  <a:pt x="1153908" y="403022"/>
                  <a:pt x="1333764" y="293698"/>
                  <a:pt x="1524200" y="209060"/>
                </a:cubicBezTo>
                <a:close/>
                <a:moveTo>
                  <a:pt x="3479692" y="202007"/>
                </a:moveTo>
                <a:cubicBezTo>
                  <a:pt x="3511432" y="210822"/>
                  <a:pt x="3544933" y="219640"/>
                  <a:pt x="3576673" y="230220"/>
                </a:cubicBezTo>
                <a:lnTo>
                  <a:pt x="3673655" y="263721"/>
                </a:lnTo>
                <a:cubicBezTo>
                  <a:pt x="3969888" y="406549"/>
                  <a:pt x="4236144" y="607564"/>
                  <a:pt x="4454792" y="850899"/>
                </a:cubicBezTo>
                <a:lnTo>
                  <a:pt x="4400131" y="801526"/>
                </a:lnTo>
                <a:cubicBezTo>
                  <a:pt x="4380734" y="785656"/>
                  <a:pt x="4363101" y="769787"/>
                  <a:pt x="4343706" y="753917"/>
                </a:cubicBezTo>
                <a:cubicBezTo>
                  <a:pt x="4096845" y="514109"/>
                  <a:pt x="3802374" y="323673"/>
                  <a:pt x="3479692" y="202007"/>
                </a:cubicBezTo>
                <a:close/>
                <a:moveTo>
                  <a:pt x="2955994" y="198480"/>
                </a:moveTo>
                <a:lnTo>
                  <a:pt x="2996548" y="198480"/>
                </a:lnTo>
                <a:lnTo>
                  <a:pt x="3070607" y="212587"/>
                </a:lnTo>
                <a:lnTo>
                  <a:pt x="3144665" y="230220"/>
                </a:lnTo>
                <a:lnTo>
                  <a:pt x="3181695" y="239035"/>
                </a:lnTo>
                <a:cubicBezTo>
                  <a:pt x="3194037" y="242562"/>
                  <a:pt x="3206381" y="246088"/>
                  <a:pt x="3218723" y="249615"/>
                </a:cubicBezTo>
                <a:lnTo>
                  <a:pt x="3291019" y="270774"/>
                </a:lnTo>
                <a:cubicBezTo>
                  <a:pt x="3386237" y="302514"/>
                  <a:pt x="3481455" y="337780"/>
                  <a:pt x="3573146" y="381863"/>
                </a:cubicBezTo>
                <a:cubicBezTo>
                  <a:pt x="3758291" y="466501"/>
                  <a:pt x="3929331" y="577587"/>
                  <a:pt x="4084501" y="706309"/>
                </a:cubicBezTo>
                <a:cubicBezTo>
                  <a:pt x="4072157" y="699255"/>
                  <a:pt x="4058051" y="693965"/>
                  <a:pt x="4045708" y="686911"/>
                </a:cubicBezTo>
                <a:cubicBezTo>
                  <a:pt x="4040418" y="683385"/>
                  <a:pt x="4033364" y="679858"/>
                  <a:pt x="4028076" y="676332"/>
                </a:cubicBezTo>
                <a:cubicBezTo>
                  <a:pt x="3684233" y="411838"/>
                  <a:pt x="3266333" y="244326"/>
                  <a:pt x="2836090" y="200243"/>
                </a:cubicBezTo>
                <a:lnTo>
                  <a:pt x="2915437" y="200243"/>
                </a:lnTo>
                <a:close/>
                <a:moveTo>
                  <a:pt x="2590991" y="150870"/>
                </a:moveTo>
                <a:lnTo>
                  <a:pt x="2495773" y="164977"/>
                </a:lnTo>
                <a:lnTo>
                  <a:pt x="2471087" y="168503"/>
                </a:lnTo>
                <a:lnTo>
                  <a:pt x="2446401" y="173792"/>
                </a:lnTo>
                <a:lnTo>
                  <a:pt x="2398793" y="184372"/>
                </a:lnTo>
                <a:cubicBezTo>
                  <a:pt x="2114902" y="207296"/>
                  <a:pt x="1836302" y="281354"/>
                  <a:pt x="1580625" y="403020"/>
                </a:cubicBezTo>
                <a:cubicBezTo>
                  <a:pt x="1324947" y="522924"/>
                  <a:pt x="1090430" y="692200"/>
                  <a:pt x="892941" y="894980"/>
                </a:cubicBezTo>
                <a:cubicBezTo>
                  <a:pt x="972288" y="792709"/>
                  <a:pt x="1060453" y="695727"/>
                  <a:pt x="1159197" y="605800"/>
                </a:cubicBezTo>
                <a:cubicBezTo>
                  <a:pt x="1261468" y="529977"/>
                  <a:pt x="1372557" y="464737"/>
                  <a:pt x="1485407" y="406547"/>
                </a:cubicBezTo>
                <a:cubicBezTo>
                  <a:pt x="1543595" y="378334"/>
                  <a:pt x="1601785" y="351886"/>
                  <a:pt x="1659972" y="327200"/>
                </a:cubicBezTo>
                <a:lnTo>
                  <a:pt x="1749901" y="293696"/>
                </a:lnTo>
                <a:cubicBezTo>
                  <a:pt x="1778114" y="283117"/>
                  <a:pt x="1809853" y="274301"/>
                  <a:pt x="1839828" y="263721"/>
                </a:cubicBezTo>
                <a:cubicBezTo>
                  <a:pt x="1961496" y="226691"/>
                  <a:pt x="2086689" y="194952"/>
                  <a:pt x="2211884" y="177319"/>
                </a:cubicBezTo>
                <a:cubicBezTo>
                  <a:pt x="2337077" y="159686"/>
                  <a:pt x="2464034" y="150870"/>
                  <a:pt x="2590991" y="150870"/>
                </a:cubicBezTo>
                <a:close/>
                <a:moveTo>
                  <a:pt x="2522251" y="412"/>
                </a:moveTo>
                <a:cubicBezTo>
                  <a:pt x="2785505" y="-4299"/>
                  <a:pt x="3049008" y="31407"/>
                  <a:pt x="3301599" y="106789"/>
                </a:cubicBezTo>
                <a:cubicBezTo>
                  <a:pt x="3278677" y="103263"/>
                  <a:pt x="3255753" y="99736"/>
                  <a:pt x="3236358" y="96209"/>
                </a:cubicBezTo>
                <a:cubicBezTo>
                  <a:pt x="3213434" y="92683"/>
                  <a:pt x="3190512" y="90918"/>
                  <a:pt x="3167589" y="89156"/>
                </a:cubicBezTo>
                <a:cubicBezTo>
                  <a:pt x="3107637" y="73286"/>
                  <a:pt x="3045922" y="62706"/>
                  <a:pt x="2984206" y="52126"/>
                </a:cubicBezTo>
                <a:cubicBezTo>
                  <a:pt x="2952467" y="48600"/>
                  <a:pt x="2922492" y="43311"/>
                  <a:pt x="2890753" y="39784"/>
                </a:cubicBezTo>
                <a:cubicBezTo>
                  <a:pt x="2859013" y="36257"/>
                  <a:pt x="2829036" y="32731"/>
                  <a:pt x="2797297" y="30967"/>
                </a:cubicBezTo>
                <a:cubicBezTo>
                  <a:pt x="2765558" y="29204"/>
                  <a:pt x="2735583" y="23913"/>
                  <a:pt x="2703844" y="23913"/>
                </a:cubicBezTo>
                <a:lnTo>
                  <a:pt x="2610388" y="20387"/>
                </a:lnTo>
                <a:cubicBezTo>
                  <a:pt x="2578649" y="20387"/>
                  <a:pt x="2548674" y="22151"/>
                  <a:pt x="2516935" y="22151"/>
                </a:cubicBezTo>
                <a:lnTo>
                  <a:pt x="2469325" y="23913"/>
                </a:lnTo>
                <a:cubicBezTo>
                  <a:pt x="2455218" y="25678"/>
                  <a:pt x="2439350" y="25678"/>
                  <a:pt x="2423479" y="27440"/>
                </a:cubicBezTo>
                <a:cubicBezTo>
                  <a:pt x="2173092" y="41546"/>
                  <a:pt x="1926231" y="94445"/>
                  <a:pt x="1691714" y="182610"/>
                </a:cubicBezTo>
                <a:cubicBezTo>
                  <a:pt x="1705820" y="175557"/>
                  <a:pt x="1716400" y="170268"/>
                  <a:pt x="1725215" y="164977"/>
                </a:cubicBezTo>
                <a:cubicBezTo>
                  <a:pt x="1734033" y="161450"/>
                  <a:pt x="1742848" y="156161"/>
                  <a:pt x="1751666" y="152635"/>
                </a:cubicBezTo>
                <a:cubicBezTo>
                  <a:pt x="1769298" y="143817"/>
                  <a:pt x="1786931" y="135002"/>
                  <a:pt x="1818671" y="122658"/>
                </a:cubicBezTo>
                <a:cubicBezTo>
                  <a:pt x="1834539" y="115605"/>
                  <a:pt x="1853937" y="108551"/>
                  <a:pt x="1876858" y="101498"/>
                </a:cubicBezTo>
                <a:cubicBezTo>
                  <a:pt x="1899782" y="94445"/>
                  <a:pt x="1927995" y="83865"/>
                  <a:pt x="1963261" y="75050"/>
                </a:cubicBezTo>
                <a:cubicBezTo>
                  <a:pt x="1998527" y="66232"/>
                  <a:pt x="2039081" y="55653"/>
                  <a:pt x="2088454" y="45073"/>
                </a:cubicBezTo>
                <a:cubicBezTo>
                  <a:pt x="2113140" y="41546"/>
                  <a:pt x="2139590" y="36257"/>
                  <a:pt x="2167803" y="30967"/>
                </a:cubicBezTo>
                <a:cubicBezTo>
                  <a:pt x="2181909" y="29204"/>
                  <a:pt x="2196015" y="25678"/>
                  <a:pt x="2211884" y="23913"/>
                </a:cubicBezTo>
                <a:cubicBezTo>
                  <a:pt x="2225990" y="22151"/>
                  <a:pt x="2243623" y="20387"/>
                  <a:pt x="2259494" y="18624"/>
                </a:cubicBezTo>
                <a:cubicBezTo>
                  <a:pt x="2346777" y="8045"/>
                  <a:pt x="2434499" y="1984"/>
                  <a:pt x="2522251" y="412"/>
                </a:cubicBez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</p:spPr>
        <p:txBody>
          <a:bodyPr wrap="square" rtlCol="0" anchor="ctr">
            <a:noAutofit/>
          </a:bodyPr>
          <a:lstStyle>
            <a:lvl1pPr marL="0" indent="0" algn="ctr">
              <a:buNone/>
              <a:defRPr i="1">
                <a:solidFill>
                  <a:schemeClr val="bg1"/>
                </a:solidFill>
              </a:defRPr>
            </a:lvl1pPr>
          </a:lstStyle>
          <a:p>
            <a:pPr rtl="0"/>
            <a:r>
              <a:rPr lang="ru-RU" noProof="0" dirty="0"/>
              <a:t>Вставьте или перетащите свое фото</a:t>
            </a:r>
          </a:p>
        </p:txBody>
      </p:sp>
    </p:spTree>
    <p:extLst>
      <p:ext uri="{BB962C8B-B14F-4D97-AF65-F5344CB8AC3E}">
        <p14:creationId xmlns:p14="http://schemas.microsoft.com/office/powerpoint/2010/main" val="27070513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Полилиния: Фигура 10">
            <a:extLst>
              <a:ext uri="{FF2B5EF4-FFF2-40B4-BE49-F238E27FC236}">
                <a16:creationId xmlns:a16="http://schemas.microsoft.com/office/drawing/2014/main" id="{94E84508-12CE-4C86-B2C4-1D5DE1634B46}"/>
              </a:ext>
            </a:extLst>
          </p:cNvPr>
          <p:cNvSpPr/>
          <p:nvPr userDrawn="1"/>
        </p:nvSpPr>
        <p:spPr>
          <a:xfrm rot="900000">
            <a:off x="5042826" y="-519717"/>
            <a:ext cx="7777150" cy="7718664"/>
          </a:xfrm>
          <a:custGeom>
            <a:avLst/>
            <a:gdLst>
              <a:gd name="connsiteX0" fmla="*/ 6564153 w 7777150"/>
              <a:gd name="connsiteY0" fmla="*/ 6753221 h 7718664"/>
              <a:gd name="connsiteX1" fmla="*/ 6563132 w 7777150"/>
              <a:gd name="connsiteY1" fmla="*/ 6753924 h 7718664"/>
              <a:gd name="connsiteX2" fmla="*/ 6563132 w 7777150"/>
              <a:gd name="connsiteY2" fmla="*/ 6754775 h 7718664"/>
              <a:gd name="connsiteX3" fmla="*/ 6567865 w 7777150"/>
              <a:gd name="connsiteY3" fmla="*/ 6755450 h 7718664"/>
              <a:gd name="connsiteX4" fmla="*/ 6569087 w 7777150"/>
              <a:gd name="connsiteY4" fmla="*/ 6753925 h 7718664"/>
              <a:gd name="connsiteX5" fmla="*/ 6628482 w 7777150"/>
              <a:gd name="connsiteY5" fmla="*/ 6708774 h 7718664"/>
              <a:gd name="connsiteX6" fmla="*/ 6610901 w 7777150"/>
              <a:gd name="connsiteY6" fmla="*/ 6720920 h 7718664"/>
              <a:gd name="connsiteX7" fmla="*/ 6607794 w 7777150"/>
              <a:gd name="connsiteY7" fmla="*/ 6724148 h 7718664"/>
              <a:gd name="connsiteX8" fmla="*/ 6619848 w 7777150"/>
              <a:gd name="connsiteY8" fmla="*/ 6716434 h 7718664"/>
              <a:gd name="connsiteX9" fmla="*/ 6839305 w 7777150"/>
              <a:gd name="connsiteY9" fmla="*/ 6558707 h 7718664"/>
              <a:gd name="connsiteX10" fmla="*/ 6839039 w 7777150"/>
              <a:gd name="connsiteY10" fmla="*/ 6558801 h 7718664"/>
              <a:gd name="connsiteX11" fmla="*/ 6837070 w 7777150"/>
              <a:gd name="connsiteY11" fmla="*/ 6572293 h 7718664"/>
              <a:gd name="connsiteX12" fmla="*/ 6789429 w 7777150"/>
              <a:gd name="connsiteY12" fmla="*/ 6625890 h 7718664"/>
              <a:gd name="connsiteX13" fmla="*/ 6732852 w 7777150"/>
              <a:gd name="connsiteY13" fmla="*/ 6688418 h 7718664"/>
              <a:gd name="connsiteX14" fmla="*/ 6736263 w 7777150"/>
              <a:gd name="connsiteY14" fmla="*/ 6687633 h 7718664"/>
              <a:gd name="connsiteX15" fmla="*/ 6789429 w 7777150"/>
              <a:gd name="connsiteY15" fmla="*/ 6628865 h 7718664"/>
              <a:gd name="connsiteX16" fmla="*/ 6837070 w 7777150"/>
              <a:gd name="connsiteY16" fmla="*/ 6575269 h 7718664"/>
              <a:gd name="connsiteX17" fmla="*/ 6839305 w 7777150"/>
              <a:gd name="connsiteY17" fmla="*/ 6558707 h 7718664"/>
              <a:gd name="connsiteX18" fmla="*/ 2782054 w 7777150"/>
              <a:gd name="connsiteY18" fmla="*/ 7594165 h 7718664"/>
              <a:gd name="connsiteX19" fmla="*/ 2812852 w 7777150"/>
              <a:gd name="connsiteY19" fmla="*/ 7595094 h 7718664"/>
              <a:gd name="connsiteX20" fmla="*/ 2945354 w 7777150"/>
              <a:gd name="connsiteY20" fmla="*/ 7629337 h 7718664"/>
              <a:gd name="connsiteX21" fmla="*/ 3001930 w 7777150"/>
              <a:gd name="connsiteY21" fmla="*/ 7632313 h 7718664"/>
              <a:gd name="connsiteX22" fmla="*/ 3143116 w 7777150"/>
              <a:gd name="connsiteY22" fmla="*/ 7701578 h 7718664"/>
              <a:gd name="connsiteX23" fmla="*/ 3082549 w 7777150"/>
              <a:gd name="connsiteY23" fmla="*/ 7717806 h 7718664"/>
              <a:gd name="connsiteX24" fmla="*/ 3037661 w 7777150"/>
              <a:gd name="connsiteY24" fmla="*/ 7703779 h 7718664"/>
              <a:gd name="connsiteX25" fmla="*/ 2957265 w 7777150"/>
              <a:gd name="connsiteY25" fmla="*/ 7668047 h 7718664"/>
              <a:gd name="connsiteX26" fmla="*/ 2864960 w 7777150"/>
              <a:gd name="connsiteY26" fmla="*/ 7638271 h 7718664"/>
              <a:gd name="connsiteX27" fmla="*/ 2769678 w 7777150"/>
              <a:gd name="connsiteY27" fmla="*/ 7605516 h 7718664"/>
              <a:gd name="connsiteX28" fmla="*/ 2782054 w 7777150"/>
              <a:gd name="connsiteY28" fmla="*/ 7594165 h 7718664"/>
              <a:gd name="connsiteX29" fmla="*/ 2608887 w 7777150"/>
              <a:gd name="connsiteY29" fmla="*/ 7429840 h 7718664"/>
              <a:gd name="connsiteX30" fmla="*/ 2719060 w 7777150"/>
              <a:gd name="connsiteY30" fmla="*/ 7450682 h 7718664"/>
              <a:gd name="connsiteX31" fmla="*/ 2766702 w 7777150"/>
              <a:gd name="connsiteY31" fmla="*/ 7492368 h 7718664"/>
              <a:gd name="connsiteX32" fmla="*/ 2930467 w 7777150"/>
              <a:gd name="connsiteY32" fmla="*/ 7540009 h 7718664"/>
              <a:gd name="connsiteX33" fmla="*/ 3255027 w 7777150"/>
              <a:gd name="connsiteY33" fmla="*/ 7623382 h 7718664"/>
              <a:gd name="connsiteX34" fmla="*/ 3335420 w 7777150"/>
              <a:gd name="connsiteY34" fmla="*/ 7638271 h 7718664"/>
              <a:gd name="connsiteX35" fmla="*/ 3362169 w 7777150"/>
              <a:gd name="connsiteY35" fmla="*/ 7642882 h 7718664"/>
              <a:gd name="connsiteX36" fmla="*/ 3252495 w 7777150"/>
              <a:gd name="connsiteY36" fmla="*/ 7672270 h 7718664"/>
              <a:gd name="connsiteX37" fmla="*/ 3231206 w 7777150"/>
              <a:gd name="connsiteY37" fmla="*/ 7668047 h 7718664"/>
              <a:gd name="connsiteX38" fmla="*/ 3115079 w 7777150"/>
              <a:gd name="connsiteY38" fmla="*/ 7644226 h 7718664"/>
              <a:gd name="connsiteX39" fmla="*/ 3013840 w 7777150"/>
              <a:gd name="connsiteY39" fmla="*/ 7626361 h 7718664"/>
              <a:gd name="connsiteX40" fmla="*/ 2891760 w 7777150"/>
              <a:gd name="connsiteY40" fmla="*/ 7569785 h 7718664"/>
              <a:gd name="connsiteX41" fmla="*/ 2739902 w 7777150"/>
              <a:gd name="connsiteY41" fmla="*/ 7513213 h 7718664"/>
              <a:gd name="connsiteX42" fmla="*/ 2582091 w 7777150"/>
              <a:gd name="connsiteY42" fmla="*/ 7450681 h 7718664"/>
              <a:gd name="connsiteX43" fmla="*/ 2608887 w 7777150"/>
              <a:gd name="connsiteY43" fmla="*/ 7429840 h 7718664"/>
              <a:gd name="connsiteX44" fmla="*/ 2305173 w 7777150"/>
              <a:gd name="connsiteY44" fmla="*/ 7420905 h 7718664"/>
              <a:gd name="connsiteX45" fmla="*/ 2647595 w 7777150"/>
              <a:gd name="connsiteY45" fmla="*/ 7566806 h 7718664"/>
              <a:gd name="connsiteX46" fmla="*/ 2769678 w 7777150"/>
              <a:gd name="connsiteY46" fmla="*/ 7605516 h 7718664"/>
              <a:gd name="connsiteX47" fmla="*/ 2861982 w 7777150"/>
              <a:gd name="connsiteY47" fmla="*/ 7638268 h 7718664"/>
              <a:gd name="connsiteX48" fmla="*/ 2954288 w 7777150"/>
              <a:gd name="connsiteY48" fmla="*/ 7668044 h 7718664"/>
              <a:gd name="connsiteX49" fmla="*/ 3034682 w 7777150"/>
              <a:gd name="connsiteY49" fmla="*/ 7703775 h 7718664"/>
              <a:gd name="connsiteX50" fmla="*/ 3016816 w 7777150"/>
              <a:gd name="connsiteY50" fmla="*/ 7718664 h 7718664"/>
              <a:gd name="connsiteX51" fmla="*/ 2969175 w 7777150"/>
              <a:gd name="connsiteY51" fmla="*/ 7709731 h 7718664"/>
              <a:gd name="connsiteX52" fmla="*/ 2799453 w 7777150"/>
              <a:gd name="connsiteY52" fmla="*/ 7647203 h 7718664"/>
              <a:gd name="connsiteX53" fmla="*/ 2716081 w 7777150"/>
              <a:gd name="connsiteY53" fmla="*/ 7614447 h 7718664"/>
              <a:gd name="connsiteX54" fmla="*/ 2632708 w 7777150"/>
              <a:gd name="connsiteY54" fmla="*/ 7578716 h 7718664"/>
              <a:gd name="connsiteX55" fmla="*/ 2522536 w 7777150"/>
              <a:gd name="connsiteY55" fmla="*/ 7540009 h 7718664"/>
              <a:gd name="connsiteX56" fmla="*/ 2427252 w 7777150"/>
              <a:gd name="connsiteY56" fmla="*/ 7498323 h 7718664"/>
              <a:gd name="connsiteX57" fmla="*/ 2352815 w 7777150"/>
              <a:gd name="connsiteY57" fmla="*/ 7459612 h 7718664"/>
              <a:gd name="connsiteX58" fmla="*/ 2305173 w 7777150"/>
              <a:gd name="connsiteY58" fmla="*/ 7420905 h 7718664"/>
              <a:gd name="connsiteX59" fmla="*/ 2397480 w 7777150"/>
              <a:gd name="connsiteY59" fmla="*/ 7349443 h 7718664"/>
              <a:gd name="connsiteX60" fmla="*/ 2445122 w 7777150"/>
              <a:gd name="connsiteY60" fmla="*/ 7346467 h 7718664"/>
              <a:gd name="connsiteX61" fmla="*/ 2608887 w 7777150"/>
              <a:gd name="connsiteY61" fmla="*/ 7429840 h 7718664"/>
              <a:gd name="connsiteX62" fmla="*/ 2588046 w 7777150"/>
              <a:gd name="connsiteY62" fmla="*/ 7441750 h 7718664"/>
              <a:gd name="connsiteX63" fmla="*/ 2397480 w 7777150"/>
              <a:gd name="connsiteY63" fmla="*/ 7349443 h 7718664"/>
              <a:gd name="connsiteX64" fmla="*/ 7605289 w 7777150"/>
              <a:gd name="connsiteY64" fmla="*/ 5949975 h 7718664"/>
              <a:gd name="connsiteX65" fmla="*/ 7603779 w 7777150"/>
              <a:gd name="connsiteY65" fmla="*/ 5950622 h 7718664"/>
              <a:gd name="connsiteX66" fmla="*/ 7571259 w 7777150"/>
              <a:gd name="connsiteY66" fmla="*/ 6028673 h 7718664"/>
              <a:gd name="connsiteX67" fmla="*/ 7768327 w 7777150"/>
              <a:gd name="connsiteY67" fmla="*/ 5740775 h 7718664"/>
              <a:gd name="connsiteX68" fmla="*/ 7777150 w 7777150"/>
              <a:gd name="connsiteY68" fmla="*/ 5773700 h 7718664"/>
              <a:gd name="connsiteX69" fmla="*/ 7775014 w 7777150"/>
              <a:gd name="connsiteY69" fmla="*/ 5777274 h 7718664"/>
              <a:gd name="connsiteX70" fmla="*/ 7706527 w 7777150"/>
              <a:gd name="connsiteY70" fmla="*/ 5905312 h 7718664"/>
              <a:gd name="connsiteX71" fmla="*/ 7644000 w 7777150"/>
              <a:gd name="connsiteY71" fmla="*/ 5985706 h 7718664"/>
              <a:gd name="connsiteX72" fmla="*/ 7685686 w 7777150"/>
              <a:gd name="connsiteY72" fmla="*/ 5902333 h 7718664"/>
              <a:gd name="connsiteX73" fmla="*/ 7721417 w 7777150"/>
              <a:gd name="connsiteY73" fmla="*/ 5818960 h 7718664"/>
              <a:gd name="connsiteX74" fmla="*/ 7748213 w 7777150"/>
              <a:gd name="connsiteY74" fmla="*/ 5774298 h 7718664"/>
              <a:gd name="connsiteX75" fmla="*/ 2195719 w 7777150"/>
              <a:gd name="connsiteY75" fmla="*/ 7067587 h 7718664"/>
              <a:gd name="connsiteX76" fmla="*/ 2195748 w 7777150"/>
              <a:gd name="connsiteY76" fmla="*/ 7068434 h 7718664"/>
              <a:gd name="connsiteX77" fmla="*/ 2205804 w 7777150"/>
              <a:gd name="connsiteY77" fmla="*/ 7080606 h 7718664"/>
              <a:gd name="connsiteX78" fmla="*/ 2206911 w 7777150"/>
              <a:gd name="connsiteY78" fmla="*/ 7075504 h 7718664"/>
              <a:gd name="connsiteX79" fmla="*/ 1840668 w 7777150"/>
              <a:gd name="connsiteY79" fmla="*/ 7143991 h 7718664"/>
              <a:gd name="connsiteX80" fmla="*/ 2043145 w 7777150"/>
              <a:gd name="connsiteY80" fmla="*/ 7257140 h 7718664"/>
              <a:gd name="connsiteX81" fmla="*/ 2084831 w 7777150"/>
              <a:gd name="connsiteY81" fmla="*/ 7304781 h 7718664"/>
              <a:gd name="connsiteX82" fmla="*/ 1989548 w 7777150"/>
              <a:gd name="connsiteY82" fmla="*/ 7254160 h 7718664"/>
              <a:gd name="connsiteX83" fmla="*/ 1918086 w 7777150"/>
              <a:gd name="connsiteY83" fmla="*/ 7209498 h 7718664"/>
              <a:gd name="connsiteX84" fmla="*/ 1840668 w 7777150"/>
              <a:gd name="connsiteY84" fmla="*/ 7143991 h 7718664"/>
              <a:gd name="connsiteX85" fmla="*/ 7574028 w 7777150"/>
              <a:gd name="connsiteY85" fmla="*/ 5576942 h 7718664"/>
              <a:gd name="connsiteX86" fmla="*/ 7562090 w 7777150"/>
              <a:gd name="connsiteY86" fmla="*/ 5594186 h 7718664"/>
              <a:gd name="connsiteX87" fmla="*/ 7533457 w 7777150"/>
              <a:gd name="connsiteY87" fmla="*/ 5631001 h 7718664"/>
              <a:gd name="connsiteX88" fmla="*/ 7503173 w 7777150"/>
              <a:gd name="connsiteY88" fmla="*/ 5679289 h 7718664"/>
              <a:gd name="connsiteX89" fmla="*/ 7495119 w 7777150"/>
              <a:gd name="connsiteY89" fmla="*/ 5690923 h 7718664"/>
              <a:gd name="connsiteX90" fmla="*/ 7456410 w 7777150"/>
              <a:gd name="connsiteY90" fmla="*/ 5762384 h 7718664"/>
              <a:gd name="connsiteX91" fmla="*/ 7417702 w 7777150"/>
              <a:gd name="connsiteY91" fmla="*/ 5827891 h 7718664"/>
              <a:gd name="connsiteX92" fmla="*/ 7325396 w 7777150"/>
              <a:gd name="connsiteY92" fmla="*/ 5949974 h 7718664"/>
              <a:gd name="connsiteX93" fmla="*/ 7292334 w 7777150"/>
              <a:gd name="connsiteY93" fmla="*/ 6001613 h 7718664"/>
              <a:gd name="connsiteX94" fmla="*/ 7279949 w 7777150"/>
              <a:gd name="connsiteY94" fmla="*/ 6020421 h 7718664"/>
              <a:gd name="connsiteX95" fmla="*/ 7245002 w 7777150"/>
              <a:gd name="connsiteY95" fmla="*/ 6072054 h 7718664"/>
              <a:gd name="connsiteX96" fmla="*/ 7173540 w 7777150"/>
              <a:gd name="connsiteY96" fmla="*/ 6170317 h 7718664"/>
              <a:gd name="connsiteX97" fmla="*/ 7167581 w 7777150"/>
              <a:gd name="connsiteY97" fmla="*/ 6173958 h 7718664"/>
              <a:gd name="connsiteX98" fmla="*/ 7162704 w 7777150"/>
              <a:gd name="connsiteY98" fmla="*/ 6181183 h 7718664"/>
              <a:gd name="connsiteX99" fmla="*/ 7170561 w 7777150"/>
              <a:gd name="connsiteY99" fmla="*/ 6176272 h 7718664"/>
              <a:gd name="connsiteX100" fmla="*/ 7242022 w 7777150"/>
              <a:gd name="connsiteY100" fmla="*/ 6078013 h 7718664"/>
              <a:gd name="connsiteX101" fmla="*/ 7279949 w 7777150"/>
              <a:gd name="connsiteY101" fmla="*/ 6020421 h 7718664"/>
              <a:gd name="connsiteX102" fmla="*/ 7286316 w 7777150"/>
              <a:gd name="connsiteY102" fmla="*/ 6011014 h 7718664"/>
              <a:gd name="connsiteX103" fmla="*/ 7292334 w 7777150"/>
              <a:gd name="connsiteY103" fmla="*/ 6001613 h 7718664"/>
              <a:gd name="connsiteX104" fmla="*/ 7322420 w 7777150"/>
              <a:gd name="connsiteY104" fmla="*/ 5955930 h 7718664"/>
              <a:gd name="connsiteX105" fmla="*/ 7414723 w 7777150"/>
              <a:gd name="connsiteY105" fmla="*/ 5833850 h 7718664"/>
              <a:gd name="connsiteX106" fmla="*/ 7453434 w 7777150"/>
              <a:gd name="connsiteY106" fmla="*/ 5768343 h 7718664"/>
              <a:gd name="connsiteX107" fmla="*/ 7492141 w 7777150"/>
              <a:gd name="connsiteY107" fmla="*/ 5696881 h 7718664"/>
              <a:gd name="connsiteX108" fmla="*/ 7503173 w 7777150"/>
              <a:gd name="connsiteY108" fmla="*/ 5679289 h 7718664"/>
              <a:gd name="connsiteX109" fmla="*/ 7562090 w 7777150"/>
              <a:gd name="connsiteY109" fmla="*/ 5594186 h 7718664"/>
              <a:gd name="connsiteX110" fmla="*/ 7572537 w 7777150"/>
              <a:gd name="connsiteY110" fmla="*/ 5580753 h 7718664"/>
              <a:gd name="connsiteX111" fmla="*/ 7695610 w 7777150"/>
              <a:gd name="connsiteY111" fmla="*/ 5469390 h 7718664"/>
              <a:gd name="connsiteX112" fmla="*/ 7767960 w 7777150"/>
              <a:gd name="connsiteY112" fmla="*/ 5739403 h 7718664"/>
              <a:gd name="connsiteX113" fmla="*/ 7745237 w 7777150"/>
              <a:gd name="connsiteY113" fmla="*/ 5777274 h 7718664"/>
              <a:gd name="connsiteX114" fmla="*/ 7718437 w 7777150"/>
              <a:gd name="connsiteY114" fmla="*/ 5821936 h 7718664"/>
              <a:gd name="connsiteX115" fmla="*/ 7679730 w 7777150"/>
              <a:gd name="connsiteY115" fmla="*/ 5908288 h 7718664"/>
              <a:gd name="connsiteX116" fmla="*/ 7638044 w 7777150"/>
              <a:gd name="connsiteY116" fmla="*/ 5991660 h 7718664"/>
              <a:gd name="connsiteX117" fmla="*/ 7572537 w 7777150"/>
              <a:gd name="connsiteY117" fmla="*/ 6080989 h 7718664"/>
              <a:gd name="connsiteX118" fmla="*/ 7507030 w 7777150"/>
              <a:gd name="connsiteY118" fmla="*/ 6164361 h 7718664"/>
              <a:gd name="connsiteX119" fmla="*/ 7509759 w 7777150"/>
              <a:gd name="connsiteY119" fmla="*/ 6158741 h 7718664"/>
              <a:gd name="connsiteX120" fmla="*/ 7435565 w 7777150"/>
              <a:gd name="connsiteY120" fmla="*/ 6259644 h 7718664"/>
              <a:gd name="connsiteX121" fmla="*/ 7274774 w 7777150"/>
              <a:gd name="connsiteY121" fmla="*/ 6435324 h 7718664"/>
              <a:gd name="connsiteX122" fmla="*/ 7243120 w 7777150"/>
              <a:gd name="connsiteY122" fmla="*/ 6484028 h 7718664"/>
              <a:gd name="connsiteX123" fmla="*/ 7274775 w 7777150"/>
              <a:gd name="connsiteY123" fmla="*/ 6438299 h 7718664"/>
              <a:gd name="connsiteX124" fmla="*/ 7435564 w 7777150"/>
              <a:gd name="connsiteY124" fmla="*/ 6262620 h 7718664"/>
              <a:gd name="connsiteX125" fmla="*/ 7313485 w 7777150"/>
              <a:gd name="connsiteY125" fmla="*/ 6447231 h 7718664"/>
              <a:gd name="connsiteX126" fmla="*/ 7250582 w 7777150"/>
              <a:gd name="connsiteY126" fmla="*/ 6513113 h 7718664"/>
              <a:gd name="connsiteX127" fmla="*/ 7200087 w 7777150"/>
              <a:gd name="connsiteY127" fmla="*/ 6550232 h 7718664"/>
              <a:gd name="connsiteX128" fmla="*/ 7197357 w 7777150"/>
              <a:gd name="connsiteY128" fmla="*/ 6554428 h 7718664"/>
              <a:gd name="connsiteX129" fmla="*/ 7165787 w 7777150"/>
              <a:gd name="connsiteY129" fmla="*/ 6578714 h 7718664"/>
              <a:gd name="connsiteX130" fmla="*/ 7164606 w 7777150"/>
              <a:gd name="connsiteY130" fmla="*/ 6587180 h 7718664"/>
              <a:gd name="connsiteX131" fmla="*/ 7118751 w 7777150"/>
              <a:gd name="connsiteY131" fmla="*/ 6636309 h 7718664"/>
              <a:gd name="connsiteX132" fmla="*/ 6989132 w 7777150"/>
              <a:gd name="connsiteY132" fmla="*/ 6671040 h 7718664"/>
              <a:gd name="connsiteX133" fmla="*/ 7013864 w 7777150"/>
              <a:gd name="connsiteY133" fmla="*/ 6649337 h 7718664"/>
              <a:gd name="connsiteX134" fmla="*/ 7066343 w 7777150"/>
              <a:gd name="connsiteY134" fmla="*/ 6599090 h 7718664"/>
              <a:gd name="connsiteX135" fmla="*/ 7111009 w 7777150"/>
              <a:gd name="connsiteY135" fmla="*/ 6524651 h 7718664"/>
              <a:gd name="connsiteX136" fmla="*/ 7175165 w 7777150"/>
              <a:gd name="connsiteY136" fmla="*/ 6465841 h 7718664"/>
              <a:gd name="connsiteX137" fmla="*/ 7175681 w 7777150"/>
              <a:gd name="connsiteY137" fmla="*/ 6462146 h 7718664"/>
              <a:gd name="connsiteX138" fmla="*/ 7113987 w 7777150"/>
              <a:gd name="connsiteY138" fmla="*/ 6518697 h 7718664"/>
              <a:gd name="connsiteX139" fmla="*/ 7069322 w 7777150"/>
              <a:gd name="connsiteY139" fmla="*/ 6593135 h 7718664"/>
              <a:gd name="connsiteX140" fmla="*/ 7016843 w 7777150"/>
              <a:gd name="connsiteY140" fmla="*/ 6643382 h 7718664"/>
              <a:gd name="connsiteX141" fmla="*/ 6983652 w 7777150"/>
              <a:gd name="connsiteY141" fmla="*/ 6672509 h 7718664"/>
              <a:gd name="connsiteX142" fmla="*/ 6761122 w 7777150"/>
              <a:gd name="connsiteY142" fmla="*/ 6732136 h 7718664"/>
              <a:gd name="connsiteX143" fmla="*/ 6831115 w 7777150"/>
              <a:gd name="connsiteY143" fmla="*/ 6682462 h 7718664"/>
              <a:gd name="connsiteX144" fmla="*/ 6917467 w 7777150"/>
              <a:gd name="connsiteY144" fmla="*/ 6593134 h 7718664"/>
              <a:gd name="connsiteX145" fmla="*/ 6914488 w 7777150"/>
              <a:gd name="connsiteY145" fmla="*/ 6581224 h 7718664"/>
              <a:gd name="connsiteX146" fmla="*/ 6997860 w 7777150"/>
              <a:gd name="connsiteY146" fmla="*/ 6488921 h 7718664"/>
              <a:gd name="connsiteX147" fmla="*/ 7048480 w 7777150"/>
              <a:gd name="connsiteY147" fmla="*/ 6447234 h 7718664"/>
              <a:gd name="connsiteX148" fmla="*/ 7081233 w 7777150"/>
              <a:gd name="connsiteY148" fmla="*/ 6405548 h 7718664"/>
              <a:gd name="connsiteX149" fmla="*/ 7111008 w 7777150"/>
              <a:gd name="connsiteY149" fmla="*/ 6363862 h 7718664"/>
              <a:gd name="connsiteX150" fmla="*/ 7197360 w 7777150"/>
              <a:gd name="connsiteY150" fmla="*/ 6262624 h 7718664"/>
              <a:gd name="connsiteX151" fmla="*/ 7277754 w 7777150"/>
              <a:gd name="connsiteY151" fmla="*/ 6158406 h 7718664"/>
              <a:gd name="connsiteX152" fmla="*/ 7399836 w 7777150"/>
              <a:gd name="connsiteY152" fmla="*/ 5973795 h 7718664"/>
              <a:gd name="connsiteX153" fmla="*/ 7510006 w 7777150"/>
              <a:gd name="connsiteY153" fmla="*/ 5786208 h 7718664"/>
              <a:gd name="connsiteX154" fmla="*/ 7596358 w 7777150"/>
              <a:gd name="connsiteY154" fmla="*/ 5646260 h 7718664"/>
              <a:gd name="connsiteX155" fmla="*/ 7676751 w 7777150"/>
              <a:gd name="connsiteY155" fmla="*/ 5503336 h 7718664"/>
              <a:gd name="connsiteX156" fmla="*/ 7636506 w 7777150"/>
              <a:gd name="connsiteY156" fmla="*/ 5248812 h 7718664"/>
              <a:gd name="connsiteX157" fmla="*/ 7659314 w 7777150"/>
              <a:gd name="connsiteY157" fmla="*/ 5333933 h 7718664"/>
              <a:gd name="connsiteX158" fmla="*/ 7617200 w 7777150"/>
              <a:gd name="connsiteY158" fmla="*/ 5408052 h 7718664"/>
              <a:gd name="connsiteX159" fmla="*/ 7615871 w 7777150"/>
              <a:gd name="connsiteY159" fmla="*/ 5411110 h 7718664"/>
              <a:gd name="connsiteX160" fmla="*/ 7659444 w 7777150"/>
              <a:gd name="connsiteY160" fmla="*/ 5334418 h 7718664"/>
              <a:gd name="connsiteX161" fmla="*/ 7691259 w 7777150"/>
              <a:gd name="connsiteY161" fmla="*/ 5453153 h 7718664"/>
              <a:gd name="connsiteX162" fmla="*/ 7688661 w 7777150"/>
              <a:gd name="connsiteY162" fmla="*/ 5458673 h 7718664"/>
              <a:gd name="connsiteX163" fmla="*/ 7658886 w 7777150"/>
              <a:gd name="connsiteY163" fmla="*/ 5512270 h 7718664"/>
              <a:gd name="connsiteX164" fmla="*/ 7578492 w 7777150"/>
              <a:gd name="connsiteY164" fmla="*/ 5655195 h 7718664"/>
              <a:gd name="connsiteX165" fmla="*/ 7492140 w 7777150"/>
              <a:gd name="connsiteY165" fmla="*/ 5795139 h 7718664"/>
              <a:gd name="connsiteX166" fmla="*/ 7381971 w 7777150"/>
              <a:gd name="connsiteY166" fmla="*/ 5982730 h 7718664"/>
              <a:gd name="connsiteX167" fmla="*/ 7259888 w 7777150"/>
              <a:gd name="connsiteY167" fmla="*/ 6167341 h 7718664"/>
              <a:gd name="connsiteX168" fmla="*/ 7179495 w 7777150"/>
              <a:gd name="connsiteY168" fmla="*/ 6271554 h 7718664"/>
              <a:gd name="connsiteX169" fmla="*/ 7093143 w 7777150"/>
              <a:gd name="connsiteY169" fmla="*/ 6372792 h 7718664"/>
              <a:gd name="connsiteX170" fmla="*/ 7063367 w 7777150"/>
              <a:gd name="connsiteY170" fmla="*/ 6414479 h 7718664"/>
              <a:gd name="connsiteX171" fmla="*/ 7030615 w 7777150"/>
              <a:gd name="connsiteY171" fmla="*/ 6456165 h 7718664"/>
              <a:gd name="connsiteX172" fmla="*/ 6979994 w 7777150"/>
              <a:gd name="connsiteY172" fmla="*/ 6497851 h 7718664"/>
              <a:gd name="connsiteX173" fmla="*/ 6897207 w 7777150"/>
              <a:gd name="connsiteY173" fmla="*/ 6589515 h 7718664"/>
              <a:gd name="connsiteX174" fmla="*/ 6899598 w 7777150"/>
              <a:gd name="connsiteY174" fmla="*/ 6599089 h 7718664"/>
              <a:gd name="connsiteX175" fmla="*/ 6813249 w 7777150"/>
              <a:gd name="connsiteY175" fmla="*/ 6688418 h 7718664"/>
              <a:gd name="connsiteX176" fmla="*/ 6745897 w 7777150"/>
              <a:gd name="connsiteY176" fmla="*/ 6736215 h 7718664"/>
              <a:gd name="connsiteX177" fmla="*/ 6404257 w 7777150"/>
              <a:gd name="connsiteY177" fmla="*/ 6827757 h 7718664"/>
              <a:gd name="connsiteX178" fmla="*/ 6411273 w 7777150"/>
              <a:gd name="connsiteY178" fmla="*/ 6822407 h 7718664"/>
              <a:gd name="connsiteX179" fmla="*/ 6467849 w 7777150"/>
              <a:gd name="connsiteY179" fmla="*/ 6786676 h 7718664"/>
              <a:gd name="connsiteX180" fmla="*/ 6613749 w 7777150"/>
              <a:gd name="connsiteY180" fmla="*/ 6676507 h 7718664"/>
              <a:gd name="connsiteX181" fmla="*/ 6717966 w 7777150"/>
              <a:gd name="connsiteY181" fmla="*/ 6578245 h 7718664"/>
              <a:gd name="connsiteX182" fmla="*/ 6834091 w 7777150"/>
              <a:gd name="connsiteY182" fmla="*/ 6479986 h 7718664"/>
              <a:gd name="connsiteX183" fmla="*/ 7185447 w 7777150"/>
              <a:gd name="connsiteY183" fmla="*/ 6083964 h 7718664"/>
              <a:gd name="connsiteX184" fmla="*/ 7233801 w 7777150"/>
              <a:gd name="connsiteY184" fmla="*/ 6001764 h 7718664"/>
              <a:gd name="connsiteX185" fmla="*/ 7236067 w 7777150"/>
              <a:gd name="connsiteY185" fmla="*/ 5994637 h 7718664"/>
              <a:gd name="connsiteX186" fmla="*/ 7313485 w 7777150"/>
              <a:gd name="connsiteY186" fmla="*/ 5875533 h 7718664"/>
              <a:gd name="connsiteX187" fmla="*/ 7337306 w 7777150"/>
              <a:gd name="connsiteY187" fmla="*/ 5839802 h 7718664"/>
              <a:gd name="connsiteX188" fmla="*/ 7368979 w 7777150"/>
              <a:gd name="connsiteY188" fmla="*/ 5795871 h 7718664"/>
              <a:gd name="connsiteX189" fmla="*/ 7378992 w 7777150"/>
              <a:gd name="connsiteY189" fmla="*/ 5777274 h 7718664"/>
              <a:gd name="connsiteX190" fmla="*/ 7441520 w 7777150"/>
              <a:gd name="connsiteY190" fmla="*/ 5670081 h 7718664"/>
              <a:gd name="connsiteX191" fmla="*/ 7563603 w 7777150"/>
              <a:gd name="connsiteY191" fmla="*/ 5416984 h 7718664"/>
              <a:gd name="connsiteX192" fmla="*/ 7619804 w 7777150"/>
              <a:gd name="connsiteY192" fmla="*/ 5285970 h 7718664"/>
              <a:gd name="connsiteX193" fmla="*/ 1438185 w 7777150"/>
              <a:gd name="connsiteY193" fmla="*/ 6830951 h 7718664"/>
              <a:gd name="connsiteX194" fmla="*/ 1449489 w 7777150"/>
              <a:gd name="connsiteY194" fmla="*/ 6840648 h 7718664"/>
              <a:gd name="connsiteX195" fmla="*/ 1453350 w 7777150"/>
              <a:gd name="connsiteY195" fmla="*/ 6842615 h 7718664"/>
              <a:gd name="connsiteX196" fmla="*/ 1486096 w 7777150"/>
              <a:gd name="connsiteY196" fmla="*/ 6491655 h 7718664"/>
              <a:gd name="connsiteX197" fmla="*/ 1491992 w 7777150"/>
              <a:gd name="connsiteY197" fmla="*/ 6498836 h 7718664"/>
              <a:gd name="connsiteX198" fmla="*/ 1492288 w 7777150"/>
              <a:gd name="connsiteY198" fmla="*/ 6497852 h 7718664"/>
              <a:gd name="connsiteX199" fmla="*/ 1195061 w 7777150"/>
              <a:gd name="connsiteY199" fmla="*/ 6558794 h 7718664"/>
              <a:gd name="connsiteX200" fmla="*/ 1307518 w 7777150"/>
              <a:gd name="connsiteY200" fmla="*/ 6691203 h 7718664"/>
              <a:gd name="connsiteX201" fmla="*/ 1218350 w 7777150"/>
              <a:gd name="connsiteY201" fmla="*/ 6584200 h 7718664"/>
              <a:gd name="connsiteX202" fmla="*/ 1045653 w 7777150"/>
              <a:gd name="connsiteY202" fmla="*/ 6423410 h 7718664"/>
              <a:gd name="connsiteX203" fmla="*/ 1123070 w 7777150"/>
              <a:gd name="connsiteY203" fmla="*/ 6474031 h 7718664"/>
              <a:gd name="connsiteX204" fmla="*/ 1126871 w 7777150"/>
              <a:gd name="connsiteY204" fmla="*/ 6478507 h 7718664"/>
              <a:gd name="connsiteX205" fmla="*/ 1162149 w 7777150"/>
              <a:gd name="connsiteY205" fmla="*/ 6486313 h 7718664"/>
              <a:gd name="connsiteX206" fmla="*/ 1242171 w 7777150"/>
              <a:gd name="connsiteY206" fmla="*/ 6560379 h 7718664"/>
              <a:gd name="connsiteX207" fmla="*/ 1352343 w 7777150"/>
              <a:gd name="connsiteY207" fmla="*/ 6649708 h 7718664"/>
              <a:gd name="connsiteX208" fmla="*/ 1399985 w 7777150"/>
              <a:gd name="connsiteY208" fmla="*/ 6715214 h 7718664"/>
              <a:gd name="connsiteX209" fmla="*/ 1426782 w 7777150"/>
              <a:gd name="connsiteY209" fmla="*/ 6747970 h 7718664"/>
              <a:gd name="connsiteX210" fmla="*/ 1539930 w 7777150"/>
              <a:gd name="connsiteY210" fmla="*/ 6843252 h 7718664"/>
              <a:gd name="connsiteX211" fmla="*/ 1539890 w 7777150"/>
              <a:gd name="connsiteY211" fmla="*/ 6843288 h 7718664"/>
              <a:gd name="connsiteX212" fmla="*/ 1507178 w 7777150"/>
              <a:gd name="connsiteY212" fmla="*/ 6870049 h 7718664"/>
              <a:gd name="connsiteX213" fmla="*/ 1401804 w 7777150"/>
              <a:gd name="connsiteY213" fmla="*/ 6752965 h 7718664"/>
              <a:gd name="connsiteX214" fmla="*/ 1397009 w 7777150"/>
              <a:gd name="connsiteY214" fmla="*/ 6753924 h 7718664"/>
              <a:gd name="connsiteX215" fmla="*/ 1496727 w 7777150"/>
              <a:gd name="connsiteY215" fmla="*/ 6864723 h 7718664"/>
              <a:gd name="connsiteX216" fmla="*/ 1507178 w 7777150"/>
              <a:gd name="connsiteY216" fmla="*/ 6870049 h 7718664"/>
              <a:gd name="connsiteX217" fmla="*/ 1523554 w 7777150"/>
              <a:gd name="connsiteY217" fmla="*/ 6857768 h 7718664"/>
              <a:gd name="connsiteX218" fmla="*/ 1539890 w 7777150"/>
              <a:gd name="connsiteY218" fmla="*/ 6843288 h 7718664"/>
              <a:gd name="connsiteX219" fmla="*/ 1539933 w 7777150"/>
              <a:gd name="connsiteY219" fmla="*/ 6843252 h 7718664"/>
              <a:gd name="connsiteX220" fmla="*/ 1822803 w 7777150"/>
              <a:gd name="connsiteY220" fmla="*/ 7066570 h 7718664"/>
              <a:gd name="connsiteX221" fmla="*/ 1766230 w 7777150"/>
              <a:gd name="connsiteY221" fmla="*/ 7084436 h 7718664"/>
              <a:gd name="connsiteX222" fmla="*/ 1787072 w 7777150"/>
              <a:gd name="connsiteY222" fmla="*/ 7099325 h 7718664"/>
              <a:gd name="connsiteX223" fmla="*/ 1703699 w 7777150"/>
              <a:gd name="connsiteY223" fmla="*/ 7102302 h 7718664"/>
              <a:gd name="connsiteX224" fmla="*/ 1650102 w 7777150"/>
              <a:gd name="connsiteY224" fmla="*/ 7066570 h 7718664"/>
              <a:gd name="connsiteX225" fmla="*/ 1599485 w 7777150"/>
              <a:gd name="connsiteY225" fmla="*/ 7027863 h 7718664"/>
              <a:gd name="connsiteX226" fmla="*/ 1474426 w 7777150"/>
              <a:gd name="connsiteY226" fmla="*/ 6923646 h 7718664"/>
              <a:gd name="connsiteX227" fmla="*/ 1358298 w 7777150"/>
              <a:gd name="connsiteY227" fmla="*/ 6819431 h 7718664"/>
              <a:gd name="connsiteX228" fmla="*/ 1251105 w 7777150"/>
              <a:gd name="connsiteY228" fmla="*/ 6715214 h 7718664"/>
              <a:gd name="connsiteX229" fmla="*/ 1200487 w 7777150"/>
              <a:gd name="connsiteY229" fmla="*/ 6664597 h 7718664"/>
              <a:gd name="connsiteX230" fmla="*/ 1152846 w 7777150"/>
              <a:gd name="connsiteY230" fmla="*/ 6611000 h 7718664"/>
              <a:gd name="connsiteX231" fmla="*/ 1170712 w 7777150"/>
              <a:gd name="connsiteY231" fmla="*/ 6587180 h 7718664"/>
              <a:gd name="connsiteX232" fmla="*/ 1230264 w 7777150"/>
              <a:gd name="connsiteY232" fmla="*/ 6640776 h 7718664"/>
              <a:gd name="connsiteX233" fmla="*/ 1295770 w 7777150"/>
              <a:gd name="connsiteY233" fmla="*/ 6691393 h 7718664"/>
              <a:gd name="connsiteX234" fmla="*/ 1376164 w 7777150"/>
              <a:gd name="connsiteY234" fmla="*/ 6777746 h 7718664"/>
              <a:gd name="connsiteX235" fmla="*/ 1382998 w 7777150"/>
              <a:gd name="connsiteY235" fmla="*/ 6783606 h 7718664"/>
              <a:gd name="connsiteX236" fmla="*/ 1295770 w 7777150"/>
              <a:gd name="connsiteY236" fmla="*/ 6691393 h 7718664"/>
              <a:gd name="connsiteX237" fmla="*/ 1233240 w 7777150"/>
              <a:gd name="connsiteY237" fmla="*/ 6640776 h 7718664"/>
              <a:gd name="connsiteX238" fmla="*/ 1173688 w 7777150"/>
              <a:gd name="connsiteY238" fmla="*/ 6587179 h 7718664"/>
              <a:gd name="connsiteX239" fmla="*/ 1108180 w 7777150"/>
              <a:gd name="connsiteY239" fmla="*/ 6506783 h 7718664"/>
              <a:gd name="connsiteX240" fmla="*/ 1045653 w 7777150"/>
              <a:gd name="connsiteY240" fmla="*/ 6423410 h 7718664"/>
              <a:gd name="connsiteX241" fmla="*/ 419367 w 7777150"/>
              <a:gd name="connsiteY241" fmla="*/ 2532692 h 7718664"/>
              <a:gd name="connsiteX242" fmla="*/ 420849 w 7777150"/>
              <a:gd name="connsiteY242" fmla="*/ 2533433 h 7718664"/>
              <a:gd name="connsiteX243" fmla="*/ 420989 w 7777150"/>
              <a:gd name="connsiteY243" fmla="*/ 2533017 h 7718664"/>
              <a:gd name="connsiteX244" fmla="*/ 599014 w 7777150"/>
              <a:gd name="connsiteY244" fmla="*/ 2105903 h 7718664"/>
              <a:gd name="connsiteX245" fmla="*/ 533506 w 7777150"/>
              <a:gd name="connsiteY245" fmla="*/ 2227983 h 7718664"/>
              <a:gd name="connsiteX246" fmla="*/ 509686 w 7777150"/>
              <a:gd name="connsiteY246" fmla="*/ 2251804 h 7718664"/>
              <a:gd name="connsiteX247" fmla="*/ 506708 w 7777150"/>
              <a:gd name="connsiteY247" fmla="*/ 2254409 h 7718664"/>
              <a:gd name="connsiteX248" fmla="*/ 506574 w 7777150"/>
              <a:gd name="connsiteY248" fmla="*/ 2254516 h 7718664"/>
              <a:gd name="connsiteX249" fmla="*/ 479910 w 7777150"/>
              <a:gd name="connsiteY249" fmla="*/ 2272649 h 7718664"/>
              <a:gd name="connsiteX250" fmla="*/ 479782 w 7777150"/>
              <a:gd name="connsiteY250" fmla="*/ 2275500 h 7718664"/>
              <a:gd name="connsiteX251" fmla="*/ 474599 w 7777150"/>
              <a:gd name="connsiteY251" fmla="*/ 2389489 h 7718664"/>
              <a:gd name="connsiteX252" fmla="*/ 474749 w 7777150"/>
              <a:gd name="connsiteY252" fmla="*/ 2389217 h 7718664"/>
              <a:gd name="connsiteX253" fmla="*/ 479910 w 7777150"/>
              <a:gd name="connsiteY253" fmla="*/ 2275624 h 7718664"/>
              <a:gd name="connsiteX254" fmla="*/ 506574 w 7777150"/>
              <a:gd name="connsiteY254" fmla="*/ 2254516 h 7718664"/>
              <a:gd name="connsiteX255" fmla="*/ 507824 w 7777150"/>
              <a:gd name="connsiteY255" fmla="*/ 2253665 h 7718664"/>
              <a:gd name="connsiteX256" fmla="*/ 509686 w 7777150"/>
              <a:gd name="connsiteY256" fmla="*/ 2251804 h 7718664"/>
              <a:gd name="connsiteX257" fmla="*/ 533507 w 7777150"/>
              <a:gd name="connsiteY257" fmla="*/ 2230959 h 7718664"/>
              <a:gd name="connsiteX258" fmla="*/ 599014 w 7777150"/>
              <a:gd name="connsiteY258" fmla="*/ 2108879 h 7718664"/>
              <a:gd name="connsiteX259" fmla="*/ 601246 w 7777150"/>
              <a:gd name="connsiteY259" fmla="*/ 2110368 h 7718664"/>
              <a:gd name="connsiteX260" fmla="*/ 602362 w 7777150"/>
              <a:gd name="connsiteY260" fmla="*/ 2108135 h 7718664"/>
              <a:gd name="connsiteX261" fmla="*/ 634742 w 7777150"/>
              <a:gd name="connsiteY261" fmla="*/ 1846851 h 7718664"/>
              <a:gd name="connsiteX262" fmla="*/ 593055 w 7777150"/>
              <a:gd name="connsiteY262" fmla="*/ 1876627 h 7718664"/>
              <a:gd name="connsiteX263" fmla="*/ 530528 w 7777150"/>
              <a:gd name="connsiteY263" fmla="*/ 2007641 h 7718664"/>
              <a:gd name="connsiteX264" fmla="*/ 544832 w 7777150"/>
              <a:gd name="connsiteY264" fmla="*/ 2019086 h 7718664"/>
              <a:gd name="connsiteX265" fmla="*/ 545298 w 7777150"/>
              <a:gd name="connsiteY265" fmla="*/ 2017076 h 7718664"/>
              <a:gd name="connsiteX266" fmla="*/ 533507 w 7777150"/>
              <a:gd name="connsiteY266" fmla="*/ 2007641 h 7718664"/>
              <a:gd name="connsiteX267" fmla="*/ 596034 w 7777150"/>
              <a:gd name="connsiteY267" fmla="*/ 1876627 h 7718664"/>
              <a:gd name="connsiteX268" fmla="*/ 632947 w 7777150"/>
              <a:gd name="connsiteY268" fmla="*/ 1850262 h 7718664"/>
              <a:gd name="connsiteX269" fmla="*/ 864018 w 7777150"/>
              <a:gd name="connsiteY269" fmla="*/ 1677130 h 7718664"/>
              <a:gd name="connsiteX270" fmla="*/ 860257 w 7777150"/>
              <a:gd name="connsiteY270" fmla="*/ 1680141 h 7718664"/>
              <a:gd name="connsiteX271" fmla="*/ 844293 w 7777150"/>
              <a:gd name="connsiteY271" fmla="*/ 1741521 h 7718664"/>
              <a:gd name="connsiteX272" fmla="*/ 834242 w 7777150"/>
              <a:gd name="connsiteY272" fmla="*/ 1772413 h 7718664"/>
              <a:gd name="connsiteX273" fmla="*/ 560303 w 7777150"/>
              <a:gd name="connsiteY273" fmla="*/ 2272649 h 7718664"/>
              <a:gd name="connsiteX274" fmla="*/ 521593 w 7777150"/>
              <a:gd name="connsiteY274" fmla="*/ 2394728 h 7718664"/>
              <a:gd name="connsiteX275" fmla="*/ 485862 w 7777150"/>
              <a:gd name="connsiteY275" fmla="*/ 2519787 h 7718664"/>
              <a:gd name="connsiteX276" fmla="*/ 408444 w 7777150"/>
              <a:gd name="connsiteY276" fmla="*/ 2781816 h 7718664"/>
              <a:gd name="connsiteX277" fmla="*/ 357827 w 7777150"/>
              <a:gd name="connsiteY277" fmla="*/ 2960471 h 7718664"/>
              <a:gd name="connsiteX278" fmla="*/ 334006 w 7777150"/>
              <a:gd name="connsiteY278" fmla="*/ 3094464 h 7718664"/>
              <a:gd name="connsiteX279" fmla="*/ 322096 w 7777150"/>
              <a:gd name="connsiteY279" fmla="*/ 3162947 h 7718664"/>
              <a:gd name="connsiteX280" fmla="*/ 313161 w 7777150"/>
              <a:gd name="connsiteY280" fmla="*/ 3231434 h 7718664"/>
              <a:gd name="connsiteX281" fmla="*/ 286365 w 7777150"/>
              <a:gd name="connsiteY281" fmla="*/ 3416044 h 7718664"/>
              <a:gd name="connsiteX282" fmla="*/ 277431 w 7777150"/>
              <a:gd name="connsiteY282" fmla="*/ 3529193 h 7718664"/>
              <a:gd name="connsiteX283" fmla="*/ 292320 w 7777150"/>
              <a:gd name="connsiteY283" fmla="*/ 3648297 h 7718664"/>
              <a:gd name="connsiteX284" fmla="*/ 299297 w 7777150"/>
              <a:gd name="connsiteY284" fmla="*/ 3583399 h 7718664"/>
              <a:gd name="connsiteX285" fmla="*/ 298275 w 7777150"/>
              <a:gd name="connsiteY285" fmla="*/ 3561945 h 7718664"/>
              <a:gd name="connsiteX286" fmla="*/ 310185 w 7777150"/>
              <a:gd name="connsiteY286" fmla="*/ 3436886 h 7718664"/>
              <a:gd name="connsiteX287" fmla="*/ 336982 w 7777150"/>
              <a:gd name="connsiteY287" fmla="*/ 3252275 h 7718664"/>
              <a:gd name="connsiteX288" fmla="*/ 358237 w 7777150"/>
              <a:gd name="connsiteY288" fmla="*/ 3226770 h 7718664"/>
              <a:gd name="connsiteX289" fmla="*/ 389100 w 7777150"/>
              <a:gd name="connsiteY289" fmla="*/ 3020223 h 7718664"/>
              <a:gd name="connsiteX290" fmla="*/ 387603 w 7777150"/>
              <a:gd name="connsiteY290" fmla="*/ 2984292 h 7718664"/>
              <a:gd name="connsiteX291" fmla="*/ 417019 w 7777150"/>
              <a:gd name="connsiteY291" fmla="*/ 2899960 h 7718664"/>
              <a:gd name="connsiteX292" fmla="*/ 434522 w 7777150"/>
              <a:gd name="connsiteY292" fmla="*/ 2829157 h 7718664"/>
              <a:gd name="connsiteX293" fmla="*/ 429289 w 7777150"/>
              <a:gd name="connsiteY293" fmla="*/ 2841367 h 7718664"/>
              <a:gd name="connsiteX294" fmla="*/ 411424 w 7777150"/>
              <a:gd name="connsiteY294" fmla="*/ 2835412 h 7718664"/>
              <a:gd name="connsiteX295" fmla="*/ 366758 w 7777150"/>
              <a:gd name="connsiteY295" fmla="*/ 2963450 h 7718664"/>
              <a:gd name="connsiteX296" fmla="*/ 369737 w 7777150"/>
              <a:gd name="connsiteY296" fmla="*/ 3034913 h 7718664"/>
              <a:gd name="connsiteX297" fmla="*/ 348893 w 7777150"/>
              <a:gd name="connsiteY297" fmla="*/ 3171882 h 7718664"/>
              <a:gd name="connsiteX298" fmla="*/ 345917 w 7777150"/>
              <a:gd name="connsiteY298" fmla="*/ 3195703 h 7718664"/>
              <a:gd name="connsiteX299" fmla="*/ 316141 w 7777150"/>
              <a:gd name="connsiteY299" fmla="*/ 3231434 h 7718664"/>
              <a:gd name="connsiteX300" fmla="*/ 325072 w 7777150"/>
              <a:gd name="connsiteY300" fmla="*/ 3162947 h 7718664"/>
              <a:gd name="connsiteX301" fmla="*/ 336982 w 7777150"/>
              <a:gd name="connsiteY301" fmla="*/ 3094464 h 7718664"/>
              <a:gd name="connsiteX302" fmla="*/ 360803 w 7777150"/>
              <a:gd name="connsiteY302" fmla="*/ 2960471 h 7718664"/>
              <a:gd name="connsiteX303" fmla="*/ 411424 w 7777150"/>
              <a:gd name="connsiteY303" fmla="*/ 2781816 h 7718664"/>
              <a:gd name="connsiteX304" fmla="*/ 488841 w 7777150"/>
              <a:gd name="connsiteY304" fmla="*/ 2519787 h 7718664"/>
              <a:gd name="connsiteX305" fmla="*/ 524572 w 7777150"/>
              <a:gd name="connsiteY305" fmla="*/ 2394728 h 7718664"/>
              <a:gd name="connsiteX306" fmla="*/ 563280 w 7777150"/>
              <a:gd name="connsiteY306" fmla="*/ 2272649 h 7718664"/>
              <a:gd name="connsiteX307" fmla="*/ 837218 w 7777150"/>
              <a:gd name="connsiteY307" fmla="*/ 1772413 h 7718664"/>
              <a:gd name="connsiteX308" fmla="*/ 864018 w 7777150"/>
              <a:gd name="connsiteY308" fmla="*/ 1677130 h 7718664"/>
              <a:gd name="connsiteX309" fmla="*/ 5842554 w 7777150"/>
              <a:gd name="connsiteY309" fmla="*/ 212154 h 7718664"/>
              <a:gd name="connsiteX310" fmla="*/ 5994410 w 7777150"/>
              <a:gd name="connsiteY310" fmla="*/ 280637 h 7718664"/>
              <a:gd name="connsiteX311" fmla="*/ 6059917 w 7777150"/>
              <a:gd name="connsiteY311" fmla="*/ 334234 h 7718664"/>
              <a:gd name="connsiteX312" fmla="*/ 5914016 w 7777150"/>
              <a:gd name="connsiteY312" fmla="*/ 262772 h 7718664"/>
              <a:gd name="connsiteX313" fmla="*/ 5842554 w 7777150"/>
              <a:gd name="connsiteY313" fmla="*/ 212154 h 7718664"/>
              <a:gd name="connsiteX314" fmla="*/ 917614 w 7777150"/>
              <a:gd name="connsiteY314" fmla="*/ 1379371 h 7718664"/>
              <a:gd name="connsiteX315" fmla="*/ 932501 w 7777150"/>
              <a:gd name="connsiteY315" fmla="*/ 1391281 h 7718664"/>
              <a:gd name="connsiteX316" fmla="*/ 932501 w 7777150"/>
              <a:gd name="connsiteY316" fmla="*/ 1391278 h 7718664"/>
              <a:gd name="connsiteX317" fmla="*/ 917618 w 7777150"/>
              <a:gd name="connsiteY317" fmla="*/ 1379371 h 7718664"/>
              <a:gd name="connsiteX318" fmla="*/ 5364411 w 7777150"/>
              <a:gd name="connsiteY318" fmla="*/ 6459 h 7718664"/>
              <a:gd name="connsiteX319" fmla="*/ 5388519 w 7777150"/>
              <a:gd name="connsiteY319" fmla="*/ 0 h 7718664"/>
              <a:gd name="connsiteX320" fmla="*/ 5400009 w 7777150"/>
              <a:gd name="connsiteY320" fmla="*/ 1487 h 7718664"/>
              <a:gd name="connsiteX321" fmla="*/ 5467377 w 7777150"/>
              <a:gd name="connsiteY321" fmla="*/ 21585 h 7718664"/>
              <a:gd name="connsiteX322" fmla="*/ 5634122 w 7777150"/>
              <a:gd name="connsiteY322" fmla="*/ 104958 h 7718664"/>
              <a:gd name="connsiteX323" fmla="*/ 5377863 w 7777150"/>
              <a:gd name="connsiteY323" fmla="*/ 16189 h 7718664"/>
              <a:gd name="connsiteX324" fmla="*/ 939465 w 7777150"/>
              <a:gd name="connsiteY324" fmla="*/ 1192120 h 7718664"/>
              <a:gd name="connsiteX325" fmla="*/ 989575 w 7777150"/>
              <a:gd name="connsiteY325" fmla="*/ 1178693 h 7718664"/>
              <a:gd name="connsiteX326" fmla="*/ 991590 w 7777150"/>
              <a:gd name="connsiteY326" fmla="*/ 1182987 h 7718664"/>
              <a:gd name="connsiteX327" fmla="*/ 984857 w 7777150"/>
              <a:gd name="connsiteY327" fmla="*/ 1201819 h 7718664"/>
              <a:gd name="connsiteX328" fmla="*/ 1013565 w 7777150"/>
              <a:gd name="connsiteY328" fmla="*/ 1172265 h 7718664"/>
              <a:gd name="connsiteX329" fmla="*/ 1103330 w 7777150"/>
              <a:gd name="connsiteY329" fmla="*/ 1148213 h 7718664"/>
              <a:gd name="connsiteX330" fmla="*/ 1033742 w 7777150"/>
              <a:gd name="connsiteY330" fmla="*/ 1224536 h 7718664"/>
              <a:gd name="connsiteX331" fmla="*/ 1048629 w 7777150"/>
              <a:gd name="connsiteY331" fmla="*/ 1242398 h 7718664"/>
              <a:gd name="connsiteX332" fmla="*/ 1048913 w 7777150"/>
              <a:gd name="connsiteY332" fmla="*/ 1242148 h 7718664"/>
              <a:gd name="connsiteX333" fmla="*/ 1036718 w 7777150"/>
              <a:gd name="connsiteY333" fmla="*/ 1227512 h 7718664"/>
              <a:gd name="connsiteX334" fmla="*/ 1083988 w 7777150"/>
              <a:gd name="connsiteY334" fmla="*/ 1176894 h 7718664"/>
              <a:gd name="connsiteX335" fmla="*/ 1111437 w 7777150"/>
              <a:gd name="connsiteY335" fmla="*/ 1146040 h 7718664"/>
              <a:gd name="connsiteX336" fmla="*/ 1250892 w 7777150"/>
              <a:gd name="connsiteY336" fmla="*/ 1108673 h 7718664"/>
              <a:gd name="connsiteX337" fmla="*/ 1135723 w 7777150"/>
              <a:gd name="connsiteY337" fmla="*/ 1237561 h 7718664"/>
              <a:gd name="connsiteX338" fmla="*/ 893794 w 7777150"/>
              <a:gd name="connsiteY338" fmla="*/ 1552068 h 7718664"/>
              <a:gd name="connsiteX339" fmla="*/ 789577 w 7777150"/>
              <a:gd name="connsiteY339" fmla="*/ 1694992 h 7718664"/>
              <a:gd name="connsiteX340" fmla="*/ 741935 w 7777150"/>
              <a:gd name="connsiteY340" fmla="*/ 1781344 h 7718664"/>
              <a:gd name="connsiteX341" fmla="*/ 694294 w 7777150"/>
              <a:gd name="connsiteY341" fmla="*/ 1861738 h 7718664"/>
              <a:gd name="connsiteX342" fmla="*/ 604966 w 7777150"/>
              <a:gd name="connsiteY342" fmla="*/ 2028483 h 7718664"/>
              <a:gd name="connsiteX343" fmla="*/ 507798 w 7777150"/>
              <a:gd name="connsiteY343" fmla="*/ 2181601 h 7718664"/>
              <a:gd name="connsiteX344" fmla="*/ 506706 w 7777150"/>
              <a:gd name="connsiteY344" fmla="*/ 2186297 h 7718664"/>
              <a:gd name="connsiteX345" fmla="*/ 473952 w 7777150"/>
              <a:gd name="connsiteY345" fmla="*/ 2275625 h 7718664"/>
              <a:gd name="connsiteX346" fmla="*/ 450131 w 7777150"/>
              <a:gd name="connsiteY346" fmla="*/ 2317311 h 7718664"/>
              <a:gd name="connsiteX347" fmla="*/ 444176 w 7777150"/>
              <a:gd name="connsiteY347" fmla="*/ 2323266 h 7718664"/>
              <a:gd name="connsiteX348" fmla="*/ 417751 w 7777150"/>
              <a:gd name="connsiteY348" fmla="*/ 2411106 h 7718664"/>
              <a:gd name="connsiteX349" fmla="*/ 411424 w 7777150"/>
              <a:gd name="connsiteY349" fmla="*/ 2463215 h 7718664"/>
              <a:gd name="connsiteX350" fmla="*/ 405469 w 7777150"/>
              <a:gd name="connsiteY350" fmla="*/ 2537653 h 7718664"/>
              <a:gd name="connsiteX351" fmla="*/ 363782 w 7777150"/>
              <a:gd name="connsiteY351" fmla="*/ 2659736 h 7718664"/>
              <a:gd name="connsiteX352" fmla="*/ 325072 w 7777150"/>
              <a:gd name="connsiteY352" fmla="*/ 2781816 h 7718664"/>
              <a:gd name="connsiteX353" fmla="*/ 283386 w 7777150"/>
              <a:gd name="connsiteY353" fmla="*/ 2960471 h 7718664"/>
              <a:gd name="connsiteX354" fmla="*/ 259565 w 7777150"/>
              <a:gd name="connsiteY354" fmla="*/ 3124240 h 7718664"/>
              <a:gd name="connsiteX355" fmla="*/ 244678 w 7777150"/>
              <a:gd name="connsiteY355" fmla="*/ 3288006 h 7718664"/>
              <a:gd name="connsiteX356" fmla="*/ 265520 w 7777150"/>
              <a:gd name="connsiteY356" fmla="*/ 3174858 h 7718664"/>
              <a:gd name="connsiteX357" fmla="*/ 267452 w 7777150"/>
              <a:gd name="connsiteY357" fmla="*/ 3165520 h 7718664"/>
              <a:gd name="connsiteX358" fmla="*/ 271475 w 7777150"/>
              <a:gd name="connsiteY358" fmla="*/ 3121261 h 7718664"/>
              <a:gd name="connsiteX359" fmla="*/ 295296 w 7777150"/>
              <a:gd name="connsiteY359" fmla="*/ 2957495 h 7718664"/>
              <a:gd name="connsiteX360" fmla="*/ 302755 w 7777150"/>
              <a:gd name="connsiteY360" fmla="*/ 2959983 h 7718664"/>
              <a:gd name="connsiteX361" fmla="*/ 303402 w 7777150"/>
              <a:gd name="connsiteY361" fmla="*/ 2957217 h 7718664"/>
              <a:gd name="connsiteX362" fmla="*/ 295299 w 7777150"/>
              <a:gd name="connsiteY362" fmla="*/ 2954516 h 7718664"/>
              <a:gd name="connsiteX363" fmla="*/ 336986 w 7777150"/>
              <a:gd name="connsiteY363" fmla="*/ 2775860 h 7718664"/>
              <a:gd name="connsiteX364" fmla="*/ 375693 w 7777150"/>
              <a:gd name="connsiteY364" fmla="*/ 2653777 h 7718664"/>
              <a:gd name="connsiteX365" fmla="*/ 417188 w 7777150"/>
              <a:gd name="connsiteY365" fmla="*/ 2532257 h 7718664"/>
              <a:gd name="connsiteX366" fmla="*/ 414403 w 7777150"/>
              <a:gd name="connsiteY366" fmla="*/ 2531698 h 7718664"/>
              <a:gd name="connsiteX367" fmla="*/ 420358 w 7777150"/>
              <a:gd name="connsiteY367" fmla="*/ 2457259 h 7718664"/>
              <a:gd name="connsiteX368" fmla="*/ 453110 w 7777150"/>
              <a:gd name="connsiteY368" fmla="*/ 2317311 h 7718664"/>
              <a:gd name="connsiteX369" fmla="*/ 476931 w 7777150"/>
              <a:gd name="connsiteY369" fmla="*/ 2275625 h 7718664"/>
              <a:gd name="connsiteX370" fmla="*/ 477731 w 7777150"/>
              <a:gd name="connsiteY370" fmla="*/ 2273449 h 7718664"/>
              <a:gd name="connsiteX371" fmla="*/ 509686 w 7777150"/>
              <a:gd name="connsiteY371" fmla="*/ 2186297 h 7718664"/>
              <a:gd name="connsiteX372" fmla="*/ 607945 w 7777150"/>
              <a:gd name="connsiteY372" fmla="*/ 2031462 h 7718664"/>
              <a:gd name="connsiteX373" fmla="*/ 697273 w 7777150"/>
              <a:gd name="connsiteY373" fmla="*/ 1864717 h 7718664"/>
              <a:gd name="connsiteX374" fmla="*/ 744914 w 7777150"/>
              <a:gd name="connsiteY374" fmla="*/ 1784323 h 7718664"/>
              <a:gd name="connsiteX375" fmla="*/ 792556 w 7777150"/>
              <a:gd name="connsiteY375" fmla="*/ 1697972 h 7718664"/>
              <a:gd name="connsiteX376" fmla="*/ 896773 w 7777150"/>
              <a:gd name="connsiteY376" fmla="*/ 1555047 h 7718664"/>
              <a:gd name="connsiteX377" fmla="*/ 1138702 w 7777150"/>
              <a:gd name="connsiteY377" fmla="*/ 1239423 h 7718664"/>
              <a:gd name="connsiteX378" fmla="*/ 1257734 w 7777150"/>
              <a:gd name="connsiteY378" fmla="*/ 1106840 h 7718664"/>
              <a:gd name="connsiteX379" fmla="*/ 1346684 w 7777150"/>
              <a:gd name="connsiteY379" fmla="*/ 1083006 h 7718664"/>
              <a:gd name="connsiteX380" fmla="*/ 1309169 w 7777150"/>
              <a:gd name="connsiteY380" fmla="*/ 1125903 h 7718664"/>
              <a:gd name="connsiteX381" fmla="*/ 1218353 w 7777150"/>
              <a:gd name="connsiteY381" fmla="*/ 1236446 h 7718664"/>
              <a:gd name="connsiteX382" fmla="*/ 1167733 w 7777150"/>
              <a:gd name="connsiteY382" fmla="*/ 1295998 h 7718664"/>
              <a:gd name="connsiteX383" fmla="*/ 1117115 w 7777150"/>
              <a:gd name="connsiteY383" fmla="*/ 1358526 h 7718664"/>
              <a:gd name="connsiteX384" fmla="*/ 893284 w 7777150"/>
              <a:gd name="connsiteY384" fmla="*/ 1605921 h 7718664"/>
              <a:gd name="connsiteX385" fmla="*/ 1120091 w 7777150"/>
              <a:gd name="connsiteY385" fmla="*/ 1355550 h 7718664"/>
              <a:gd name="connsiteX386" fmla="*/ 1170708 w 7777150"/>
              <a:gd name="connsiteY386" fmla="*/ 1293019 h 7718664"/>
              <a:gd name="connsiteX387" fmla="*/ 1221329 w 7777150"/>
              <a:gd name="connsiteY387" fmla="*/ 1233467 h 7718664"/>
              <a:gd name="connsiteX388" fmla="*/ 1312145 w 7777150"/>
              <a:gd name="connsiteY388" fmla="*/ 1124040 h 7718664"/>
              <a:gd name="connsiteX389" fmla="*/ 1347941 w 7777150"/>
              <a:gd name="connsiteY389" fmla="*/ 1082669 h 7718664"/>
              <a:gd name="connsiteX390" fmla="*/ 5198604 w 7777150"/>
              <a:gd name="connsiteY390" fmla="*/ 50887 h 7718664"/>
              <a:gd name="connsiteX391" fmla="*/ 5220239 w 7777150"/>
              <a:gd name="connsiteY391" fmla="*/ 57319 h 7718664"/>
              <a:gd name="connsiteX392" fmla="*/ 5273835 w 7777150"/>
              <a:gd name="connsiteY392" fmla="*/ 72206 h 7718664"/>
              <a:gd name="connsiteX393" fmla="*/ 5327432 w 7777150"/>
              <a:gd name="connsiteY393" fmla="*/ 90071 h 7718664"/>
              <a:gd name="connsiteX394" fmla="*/ 5328122 w 7777150"/>
              <a:gd name="connsiteY394" fmla="*/ 90703 h 7718664"/>
              <a:gd name="connsiteX395" fmla="*/ 5366558 w 7777150"/>
              <a:gd name="connsiteY395" fmla="*/ 97330 h 7718664"/>
              <a:gd name="connsiteX396" fmla="*/ 5459700 w 7777150"/>
              <a:gd name="connsiteY396" fmla="*/ 131942 h 7718664"/>
              <a:gd name="connsiteX397" fmla="*/ 5472710 w 7777150"/>
              <a:gd name="connsiteY397" fmla="*/ 151655 h 7718664"/>
              <a:gd name="connsiteX398" fmla="*/ 5476311 w 7777150"/>
              <a:gd name="connsiteY398" fmla="*/ 152602 h 7718664"/>
              <a:gd name="connsiteX399" fmla="*/ 5559684 w 7777150"/>
              <a:gd name="connsiteY399" fmla="*/ 185354 h 7718664"/>
              <a:gd name="connsiteX400" fmla="*/ 5631147 w 7777150"/>
              <a:gd name="connsiteY400" fmla="*/ 215130 h 7718664"/>
              <a:gd name="connsiteX401" fmla="*/ 5702608 w 7777150"/>
              <a:gd name="connsiteY401" fmla="*/ 247885 h 7718664"/>
              <a:gd name="connsiteX402" fmla="*/ 5756205 w 7777150"/>
              <a:gd name="connsiteY402" fmla="*/ 277661 h 7718664"/>
              <a:gd name="connsiteX403" fmla="*/ 5791937 w 7777150"/>
              <a:gd name="connsiteY403" fmla="*/ 295527 h 7718664"/>
              <a:gd name="connsiteX404" fmla="*/ 5830644 w 7777150"/>
              <a:gd name="connsiteY404" fmla="*/ 316368 h 7718664"/>
              <a:gd name="connsiteX405" fmla="*/ 5961658 w 7777150"/>
              <a:gd name="connsiteY405" fmla="*/ 390810 h 7718664"/>
              <a:gd name="connsiteX406" fmla="*/ 6128403 w 7777150"/>
              <a:gd name="connsiteY406" fmla="*/ 498003 h 7718664"/>
              <a:gd name="connsiteX407" fmla="*/ 6214755 w 7777150"/>
              <a:gd name="connsiteY407" fmla="*/ 557555 h 7718664"/>
              <a:gd name="connsiteX408" fmla="*/ 6217256 w 7777150"/>
              <a:gd name="connsiteY408" fmla="*/ 559340 h 7718664"/>
              <a:gd name="connsiteX409" fmla="*/ 6261383 w 7777150"/>
              <a:gd name="connsiteY409" fmla="*/ 586149 h 7718664"/>
              <a:gd name="connsiteX410" fmla="*/ 6417221 w 7777150"/>
              <a:gd name="connsiteY410" fmla="*/ 698379 h 7718664"/>
              <a:gd name="connsiteX411" fmla="*/ 7635473 w 7777150"/>
              <a:gd name="connsiteY411" fmla="*/ 5244954 h 7718664"/>
              <a:gd name="connsiteX412" fmla="*/ 7555824 w 7777150"/>
              <a:gd name="connsiteY412" fmla="*/ 5419713 h 7718664"/>
              <a:gd name="connsiteX413" fmla="*/ 7459513 w 7777150"/>
              <a:gd name="connsiteY413" fmla="*/ 5603611 h 7718664"/>
              <a:gd name="connsiteX414" fmla="*/ 7432760 w 7777150"/>
              <a:gd name="connsiteY414" fmla="*/ 5645910 h 7718664"/>
              <a:gd name="connsiteX415" fmla="*/ 7432588 w 7777150"/>
              <a:gd name="connsiteY415" fmla="*/ 5646260 h 7718664"/>
              <a:gd name="connsiteX416" fmla="*/ 7370057 w 7777150"/>
              <a:gd name="connsiteY416" fmla="*/ 5753453 h 7718664"/>
              <a:gd name="connsiteX417" fmla="*/ 7307530 w 7777150"/>
              <a:gd name="connsiteY417" fmla="*/ 5869581 h 7718664"/>
              <a:gd name="connsiteX418" fmla="*/ 7236067 w 7777150"/>
              <a:gd name="connsiteY418" fmla="*/ 5958909 h 7718664"/>
              <a:gd name="connsiteX419" fmla="*/ 7176515 w 7777150"/>
              <a:gd name="connsiteY419" fmla="*/ 6060147 h 7718664"/>
              <a:gd name="connsiteX420" fmla="*/ 6825159 w 7777150"/>
              <a:gd name="connsiteY420" fmla="*/ 6456166 h 7718664"/>
              <a:gd name="connsiteX421" fmla="*/ 6709032 w 7777150"/>
              <a:gd name="connsiteY421" fmla="*/ 6554427 h 7718664"/>
              <a:gd name="connsiteX422" fmla="*/ 6697890 w 7777150"/>
              <a:gd name="connsiteY422" fmla="*/ 6562899 h 7718664"/>
              <a:gd name="connsiteX423" fmla="*/ 6693086 w 7777150"/>
              <a:gd name="connsiteY423" fmla="*/ 6567763 h 7718664"/>
              <a:gd name="connsiteX424" fmla="*/ 6644525 w 7777150"/>
              <a:gd name="connsiteY424" fmla="*/ 6607349 h 7718664"/>
              <a:gd name="connsiteX425" fmla="*/ 6604818 w 7777150"/>
              <a:gd name="connsiteY425" fmla="*/ 6652687 h 7718664"/>
              <a:gd name="connsiteX426" fmla="*/ 6458914 w 7777150"/>
              <a:gd name="connsiteY426" fmla="*/ 6762859 h 7718664"/>
              <a:gd name="connsiteX427" fmla="*/ 6436053 w 7777150"/>
              <a:gd name="connsiteY427" fmla="*/ 6777302 h 7718664"/>
              <a:gd name="connsiteX428" fmla="*/ 6373957 w 7777150"/>
              <a:gd name="connsiteY428" fmla="*/ 6827922 h 7718664"/>
              <a:gd name="connsiteX429" fmla="*/ 6364991 w 7777150"/>
              <a:gd name="connsiteY429" fmla="*/ 6833746 h 7718664"/>
              <a:gd name="connsiteX430" fmla="*/ 6358255 w 7777150"/>
              <a:gd name="connsiteY430" fmla="*/ 6840083 h 7718664"/>
              <a:gd name="connsiteX431" fmla="*/ 3387117 w 7777150"/>
              <a:gd name="connsiteY431" fmla="*/ 7636198 h 7718664"/>
              <a:gd name="connsiteX432" fmla="*/ 3347331 w 7777150"/>
              <a:gd name="connsiteY432" fmla="*/ 7629337 h 7718664"/>
              <a:gd name="connsiteX433" fmla="*/ 3266937 w 7777150"/>
              <a:gd name="connsiteY433" fmla="*/ 7614450 h 7718664"/>
              <a:gd name="connsiteX434" fmla="*/ 2942378 w 7777150"/>
              <a:gd name="connsiteY434" fmla="*/ 7531078 h 7718664"/>
              <a:gd name="connsiteX435" fmla="*/ 2778612 w 7777150"/>
              <a:gd name="connsiteY435" fmla="*/ 7483437 h 7718664"/>
              <a:gd name="connsiteX436" fmla="*/ 2730970 w 7777150"/>
              <a:gd name="connsiteY436" fmla="*/ 7441750 h 7718664"/>
              <a:gd name="connsiteX437" fmla="*/ 2620798 w 7777150"/>
              <a:gd name="connsiteY437" fmla="*/ 7420906 h 7718664"/>
              <a:gd name="connsiteX438" fmla="*/ 2457032 w 7777150"/>
              <a:gd name="connsiteY438" fmla="*/ 7337533 h 7718664"/>
              <a:gd name="connsiteX439" fmla="*/ 2409390 w 7777150"/>
              <a:gd name="connsiteY439" fmla="*/ 7340512 h 7718664"/>
              <a:gd name="connsiteX440" fmla="*/ 2239666 w 7777150"/>
              <a:gd name="connsiteY440" fmla="*/ 7254160 h 7718664"/>
              <a:gd name="connsiteX441" fmla="*/ 2209890 w 7777150"/>
              <a:gd name="connsiteY441" fmla="*/ 7200563 h 7718664"/>
              <a:gd name="connsiteX442" fmla="*/ 2215845 w 7777150"/>
              <a:gd name="connsiteY442" fmla="*/ 7197588 h 7718664"/>
              <a:gd name="connsiteX443" fmla="*/ 2320063 w 7777150"/>
              <a:gd name="connsiteY443" fmla="*/ 7254160 h 7718664"/>
              <a:gd name="connsiteX444" fmla="*/ 2424277 w 7777150"/>
              <a:gd name="connsiteY444" fmla="*/ 7310736 h 7718664"/>
              <a:gd name="connsiteX445" fmla="*/ 2454053 w 7777150"/>
              <a:gd name="connsiteY445" fmla="*/ 7292870 h 7718664"/>
              <a:gd name="connsiteX446" fmla="*/ 2331973 w 7777150"/>
              <a:gd name="connsiteY446" fmla="*/ 7212474 h 7718664"/>
              <a:gd name="connsiteX447" fmla="*/ 2230735 w 7777150"/>
              <a:gd name="connsiteY447" fmla="*/ 7167811 h 7718664"/>
              <a:gd name="connsiteX448" fmla="*/ 2090786 w 7777150"/>
              <a:gd name="connsiteY448" fmla="*/ 7087415 h 7718664"/>
              <a:gd name="connsiteX449" fmla="*/ 1971682 w 7777150"/>
              <a:gd name="connsiteY449" fmla="*/ 7009998 h 7718664"/>
              <a:gd name="connsiteX450" fmla="*/ 1784096 w 7777150"/>
              <a:gd name="connsiteY450" fmla="*/ 6929604 h 7718664"/>
              <a:gd name="connsiteX451" fmla="*/ 1712634 w 7777150"/>
              <a:gd name="connsiteY451" fmla="*/ 6870053 h 7718664"/>
              <a:gd name="connsiteX452" fmla="*/ 1727520 w 7777150"/>
              <a:gd name="connsiteY452" fmla="*/ 6864097 h 7718664"/>
              <a:gd name="connsiteX453" fmla="*/ 1798982 w 7777150"/>
              <a:gd name="connsiteY453" fmla="*/ 6884939 h 7718664"/>
              <a:gd name="connsiteX454" fmla="*/ 1650103 w 7777150"/>
              <a:gd name="connsiteY454" fmla="*/ 6730104 h 7718664"/>
              <a:gd name="connsiteX455" fmla="*/ 1566730 w 7777150"/>
              <a:gd name="connsiteY455" fmla="*/ 6661621 h 7718664"/>
              <a:gd name="connsiteX456" fmla="*/ 1489312 w 7777150"/>
              <a:gd name="connsiteY456" fmla="*/ 6593135 h 7718664"/>
              <a:gd name="connsiteX457" fmla="*/ 1391053 w 7777150"/>
              <a:gd name="connsiteY457" fmla="*/ 6512741 h 7718664"/>
              <a:gd name="connsiteX458" fmla="*/ 1248129 w 7777150"/>
              <a:gd name="connsiteY458" fmla="*/ 6354927 h 7718664"/>
              <a:gd name="connsiteX459" fmla="*/ 1238322 w 7777150"/>
              <a:gd name="connsiteY459" fmla="*/ 6324279 h 7718664"/>
              <a:gd name="connsiteX460" fmla="*/ 1209418 w 7777150"/>
              <a:gd name="connsiteY460" fmla="*/ 6295375 h 7718664"/>
              <a:gd name="connsiteX461" fmla="*/ 1111160 w 7777150"/>
              <a:gd name="connsiteY461" fmla="*/ 6188182 h 7718664"/>
              <a:gd name="connsiteX462" fmla="*/ 1099249 w 7777150"/>
              <a:gd name="connsiteY462" fmla="*/ 6134585 h 7718664"/>
              <a:gd name="connsiteX463" fmla="*/ 1060539 w 7777150"/>
              <a:gd name="connsiteY463" fmla="*/ 6080988 h 7718664"/>
              <a:gd name="connsiteX464" fmla="*/ 1055928 w 7777150"/>
              <a:gd name="connsiteY464" fmla="*/ 6073758 h 7718664"/>
              <a:gd name="connsiteX465" fmla="*/ 1009918 w 7777150"/>
              <a:gd name="connsiteY465" fmla="*/ 6042278 h 7718664"/>
              <a:gd name="connsiteX466" fmla="*/ 920590 w 7777150"/>
              <a:gd name="connsiteY466" fmla="*/ 5914243 h 7718664"/>
              <a:gd name="connsiteX467" fmla="*/ 869973 w 7777150"/>
              <a:gd name="connsiteY467" fmla="*/ 5795139 h 7718664"/>
              <a:gd name="connsiteX468" fmla="*/ 864018 w 7777150"/>
              <a:gd name="connsiteY468" fmla="*/ 5795140 h 7718664"/>
              <a:gd name="connsiteX469" fmla="*/ 795535 w 7777150"/>
              <a:gd name="connsiteY469" fmla="*/ 5664126 h 7718664"/>
              <a:gd name="connsiteX470" fmla="*/ 730028 w 7777150"/>
              <a:gd name="connsiteY470" fmla="*/ 5533111 h 7718664"/>
              <a:gd name="connsiteX471" fmla="*/ 661541 w 7777150"/>
              <a:gd name="connsiteY471" fmla="*/ 5381255 h 7718664"/>
              <a:gd name="connsiteX472" fmla="*/ 599014 w 7777150"/>
              <a:gd name="connsiteY472" fmla="*/ 5226421 h 7718664"/>
              <a:gd name="connsiteX473" fmla="*/ 661541 w 7777150"/>
              <a:gd name="connsiteY473" fmla="*/ 5330635 h 7718664"/>
              <a:gd name="connsiteX474" fmla="*/ 724073 w 7777150"/>
              <a:gd name="connsiteY474" fmla="*/ 5461649 h 7718664"/>
              <a:gd name="connsiteX475" fmla="*/ 744914 w 7777150"/>
              <a:gd name="connsiteY475" fmla="*/ 5533112 h 7718664"/>
              <a:gd name="connsiteX476" fmla="*/ 753530 w 7777150"/>
              <a:gd name="connsiteY476" fmla="*/ 5545744 h 7718664"/>
              <a:gd name="connsiteX477" fmla="*/ 742926 w 7777150"/>
              <a:gd name="connsiteY477" fmla="*/ 5490615 h 7718664"/>
              <a:gd name="connsiteX478" fmla="*/ 715276 w 7777150"/>
              <a:gd name="connsiteY478" fmla="*/ 5440433 h 7718664"/>
              <a:gd name="connsiteX479" fmla="*/ 670266 w 7777150"/>
              <a:gd name="connsiteY479" fmla="*/ 5339222 h 7718664"/>
              <a:gd name="connsiteX480" fmla="*/ 616876 w 7777150"/>
              <a:gd name="connsiteY480" fmla="*/ 5250239 h 7718664"/>
              <a:gd name="connsiteX481" fmla="*/ 551369 w 7777150"/>
              <a:gd name="connsiteY481" fmla="*/ 5071583 h 7718664"/>
              <a:gd name="connsiteX482" fmla="*/ 495246 w 7777150"/>
              <a:gd name="connsiteY482" fmla="*/ 4888441 h 7718664"/>
              <a:gd name="connsiteX483" fmla="*/ 476818 w 7777150"/>
              <a:gd name="connsiteY483" fmla="*/ 4835054 h 7718664"/>
              <a:gd name="connsiteX484" fmla="*/ 396553 w 7777150"/>
              <a:gd name="connsiteY484" fmla="*/ 4514668 h 7718664"/>
              <a:gd name="connsiteX485" fmla="*/ 361056 w 7777150"/>
              <a:gd name="connsiteY485" fmla="*/ 4282085 h 7718664"/>
              <a:gd name="connsiteX486" fmla="*/ 360803 w 7777150"/>
              <a:gd name="connsiteY486" fmla="*/ 4288478 h 7718664"/>
              <a:gd name="connsiteX487" fmla="*/ 363782 w 7777150"/>
              <a:gd name="connsiteY487" fmla="*/ 4336119 h 7718664"/>
              <a:gd name="connsiteX488" fmla="*/ 378669 w 7777150"/>
              <a:gd name="connsiteY488" fmla="*/ 4446292 h 7718664"/>
              <a:gd name="connsiteX489" fmla="*/ 396534 w 7777150"/>
              <a:gd name="connsiteY489" fmla="*/ 4559440 h 7718664"/>
              <a:gd name="connsiteX490" fmla="*/ 366758 w 7777150"/>
              <a:gd name="connsiteY490" fmla="*/ 4461178 h 7718664"/>
              <a:gd name="connsiteX491" fmla="*/ 345917 w 7777150"/>
              <a:gd name="connsiteY491" fmla="*/ 4336119 h 7718664"/>
              <a:gd name="connsiteX492" fmla="*/ 322096 w 7777150"/>
              <a:gd name="connsiteY492" fmla="*/ 4336119 h 7718664"/>
              <a:gd name="connsiteX493" fmla="*/ 307206 w 7777150"/>
              <a:gd name="connsiteY493" fmla="*/ 4222971 h 7718664"/>
              <a:gd name="connsiteX494" fmla="*/ 286365 w 7777150"/>
              <a:gd name="connsiteY494" fmla="*/ 4151508 h 7718664"/>
              <a:gd name="connsiteX495" fmla="*/ 268499 w 7777150"/>
              <a:gd name="connsiteY495" fmla="*/ 4083025 h 7718664"/>
              <a:gd name="connsiteX496" fmla="*/ 217878 w 7777150"/>
              <a:gd name="connsiteY496" fmla="*/ 4029428 h 7718664"/>
              <a:gd name="connsiteX497" fmla="*/ 202992 w 7777150"/>
              <a:gd name="connsiteY497" fmla="*/ 4029429 h 7718664"/>
              <a:gd name="connsiteX498" fmla="*/ 188103 w 7777150"/>
              <a:gd name="connsiteY498" fmla="*/ 3954987 h 7718664"/>
              <a:gd name="connsiteX499" fmla="*/ 182148 w 7777150"/>
              <a:gd name="connsiteY499" fmla="*/ 3859704 h 7718664"/>
              <a:gd name="connsiteX500" fmla="*/ 194058 w 7777150"/>
              <a:gd name="connsiteY500" fmla="*/ 3725714 h 7718664"/>
              <a:gd name="connsiteX501" fmla="*/ 200013 w 7777150"/>
              <a:gd name="connsiteY501" fmla="*/ 3678073 h 7718664"/>
              <a:gd name="connsiteX502" fmla="*/ 210154 w 7777150"/>
              <a:gd name="connsiteY502" fmla="*/ 3645396 h 7718664"/>
              <a:gd name="connsiteX503" fmla="*/ 205224 w 7777150"/>
              <a:gd name="connsiteY503" fmla="*/ 3570879 h 7718664"/>
              <a:gd name="connsiteX504" fmla="*/ 211924 w 7777150"/>
              <a:gd name="connsiteY504" fmla="*/ 3460707 h 7718664"/>
              <a:gd name="connsiteX505" fmla="*/ 223834 w 7777150"/>
              <a:gd name="connsiteY505" fmla="*/ 3438377 h 7718664"/>
              <a:gd name="connsiteX506" fmla="*/ 223834 w 7777150"/>
              <a:gd name="connsiteY506" fmla="*/ 3424976 h 7718664"/>
              <a:gd name="connsiteX507" fmla="*/ 200013 w 7777150"/>
              <a:gd name="connsiteY507" fmla="*/ 3469641 h 7718664"/>
              <a:gd name="connsiteX508" fmla="*/ 179171 w 7777150"/>
              <a:gd name="connsiteY508" fmla="*/ 3439865 h 7718664"/>
              <a:gd name="connsiteX509" fmla="*/ 140461 w 7777150"/>
              <a:gd name="connsiteY509" fmla="*/ 3386268 h 7718664"/>
              <a:gd name="connsiteX510" fmla="*/ 133390 w 7777150"/>
              <a:gd name="connsiteY510" fmla="*/ 3343838 h 7718664"/>
              <a:gd name="connsiteX511" fmla="*/ 131530 w 7777150"/>
              <a:gd name="connsiteY511" fmla="*/ 3347558 h 7718664"/>
              <a:gd name="connsiteX512" fmla="*/ 119620 w 7777150"/>
              <a:gd name="connsiteY512" fmla="*/ 3466662 h 7718664"/>
              <a:gd name="connsiteX513" fmla="*/ 110685 w 7777150"/>
              <a:gd name="connsiteY513" fmla="*/ 3585766 h 7718664"/>
              <a:gd name="connsiteX514" fmla="*/ 101754 w 7777150"/>
              <a:gd name="connsiteY514" fmla="*/ 3678073 h 7718664"/>
              <a:gd name="connsiteX515" fmla="*/ 101754 w 7777150"/>
              <a:gd name="connsiteY515" fmla="*/ 3868635 h 7718664"/>
              <a:gd name="connsiteX516" fmla="*/ 104730 w 7777150"/>
              <a:gd name="connsiteY516" fmla="*/ 3966898 h 7718664"/>
              <a:gd name="connsiteX517" fmla="*/ 110685 w 7777150"/>
              <a:gd name="connsiteY517" fmla="*/ 4065157 h 7718664"/>
              <a:gd name="connsiteX518" fmla="*/ 83888 w 7777150"/>
              <a:gd name="connsiteY518" fmla="*/ 4157464 h 7718664"/>
              <a:gd name="connsiteX519" fmla="*/ 77933 w 7777150"/>
              <a:gd name="connsiteY519" fmla="*/ 4157464 h 7718664"/>
              <a:gd name="connsiteX520" fmla="*/ 60068 w 7777150"/>
              <a:gd name="connsiteY520" fmla="*/ 3978808 h 7718664"/>
              <a:gd name="connsiteX521" fmla="*/ 60068 w 7777150"/>
              <a:gd name="connsiteY521" fmla="*/ 3794197 h 7718664"/>
              <a:gd name="connsiteX522" fmla="*/ 74954 w 7777150"/>
              <a:gd name="connsiteY522" fmla="*/ 3651272 h 7718664"/>
              <a:gd name="connsiteX523" fmla="*/ 101742 w 7777150"/>
              <a:gd name="connsiteY523" fmla="*/ 3678057 h 7718664"/>
              <a:gd name="connsiteX524" fmla="*/ 77933 w 7777150"/>
              <a:gd name="connsiteY524" fmla="*/ 3648296 h 7718664"/>
              <a:gd name="connsiteX525" fmla="*/ 71978 w 7777150"/>
              <a:gd name="connsiteY525" fmla="*/ 3541103 h 7718664"/>
              <a:gd name="connsiteX526" fmla="*/ 77933 w 7777150"/>
              <a:gd name="connsiteY526" fmla="*/ 3377334 h 7718664"/>
              <a:gd name="connsiteX527" fmla="*/ 80909 w 7777150"/>
              <a:gd name="connsiteY527" fmla="*/ 3332672 h 7718664"/>
              <a:gd name="connsiteX528" fmla="*/ 89844 w 7777150"/>
              <a:gd name="connsiteY528" fmla="*/ 3258230 h 7718664"/>
              <a:gd name="connsiteX529" fmla="*/ 125575 w 7777150"/>
              <a:gd name="connsiteY529" fmla="*/ 3124240 h 7718664"/>
              <a:gd name="connsiteX530" fmla="*/ 143378 w 7777150"/>
              <a:gd name="connsiteY530" fmla="*/ 3035228 h 7718664"/>
              <a:gd name="connsiteX531" fmla="*/ 137485 w 7777150"/>
              <a:gd name="connsiteY531" fmla="*/ 3014068 h 7718664"/>
              <a:gd name="connsiteX532" fmla="*/ 116640 w 7777150"/>
              <a:gd name="connsiteY532" fmla="*/ 3133172 h 7718664"/>
              <a:gd name="connsiteX533" fmla="*/ 80910 w 7777150"/>
              <a:gd name="connsiteY533" fmla="*/ 3267165 h 7718664"/>
              <a:gd name="connsiteX534" fmla="*/ 71978 w 7777150"/>
              <a:gd name="connsiteY534" fmla="*/ 3341603 h 7718664"/>
              <a:gd name="connsiteX535" fmla="*/ 68999 w 7777150"/>
              <a:gd name="connsiteY535" fmla="*/ 3386268 h 7718664"/>
              <a:gd name="connsiteX536" fmla="*/ 63044 w 7777150"/>
              <a:gd name="connsiteY536" fmla="*/ 3550035 h 7718664"/>
              <a:gd name="connsiteX537" fmla="*/ 68999 w 7777150"/>
              <a:gd name="connsiteY537" fmla="*/ 3657228 h 7718664"/>
              <a:gd name="connsiteX538" fmla="*/ 54113 w 7777150"/>
              <a:gd name="connsiteY538" fmla="*/ 3800152 h 7718664"/>
              <a:gd name="connsiteX539" fmla="*/ 54112 w 7777150"/>
              <a:gd name="connsiteY539" fmla="*/ 3984763 h 7718664"/>
              <a:gd name="connsiteX540" fmla="*/ 71978 w 7777150"/>
              <a:gd name="connsiteY540" fmla="*/ 4163419 h 7718664"/>
              <a:gd name="connsiteX541" fmla="*/ 77933 w 7777150"/>
              <a:gd name="connsiteY541" fmla="*/ 4163419 h 7718664"/>
              <a:gd name="connsiteX542" fmla="*/ 116640 w 7777150"/>
              <a:gd name="connsiteY542" fmla="*/ 4333143 h 7718664"/>
              <a:gd name="connsiteX543" fmla="*/ 137485 w 7777150"/>
              <a:gd name="connsiteY543" fmla="*/ 4473088 h 7718664"/>
              <a:gd name="connsiteX544" fmla="*/ 182148 w 7777150"/>
              <a:gd name="connsiteY544" fmla="*/ 4616013 h 7718664"/>
              <a:gd name="connsiteX545" fmla="*/ 252494 w 7777150"/>
              <a:gd name="connsiteY545" fmla="*/ 4923357 h 7718664"/>
              <a:gd name="connsiteX546" fmla="*/ 258633 w 7777150"/>
              <a:gd name="connsiteY546" fmla="*/ 4982258 h 7718664"/>
              <a:gd name="connsiteX547" fmla="*/ 271478 w 7777150"/>
              <a:gd name="connsiteY547" fmla="*/ 4982258 h 7718664"/>
              <a:gd name="connsiteX548" fmla="*/ 336985 w 7777150"/>
              <a:gd name="connsiteY548" fmla="*/ 5140069 h 7718664"/>
              <a:gd name="connsiteX549" fmla="*/ 360806 w 7777150"/>
              <a:gd name="connsiteY549" fmla="*/ 5220465 h 7718664"/>
              <a:gd name="connsiteX550" fmla="*/ 316141 w 7777150"/>
              <a:gd name="connsiteY550" fmla="*/ 5151980 h 7718664"/>
              <a:gd name="connsiteX551" fmla="*/ 268499 w 7777150"/>
              <a:gd name="connsiteY551" fmla="*/ 5044786 h 7718664"/>
              <a:gd name="connsiteX552" fmla="*/ 265523 w 7777150"/>
              <a:gd name="connsiteY552" fmla="*/ 5074562 h 7718664"/>
              <a:gd name="connsiteX553" fmla="*/ 239617 w 7777150"/>
              <a:gd name="connsiteY553" fmla="*/ 4994260 h 7718664"/>
              <a:gd name="connsiteX554" fmla="*/ 220858 w 7777150"/>
              <a:gd name="connsiteY554" fmla="*/ 4997144 h 7718664"/>
              <a:gd name="connsiteX555" fmla="*/ 200013 w 7777150"/>
              <a:gd name="connsiteY555" fmla="*/ 4928662 h 7718664"/>
              <a:gd name="connsiteX556" fmla="*/ 128551 w 7777150"/>
              <a:gd name="connsiteY556" fmla="*/ 4764892 h 7718664"/>
              <a:gd name="connsiteX557" fmla="*/ 83889 w 7777150"/>
              <a:gd name="connsiteY557" fmla="*/ 4618992 h 7718664"/>
              <a:gd name="connsiteX558" fmla="*/ 80909 w 7777150"/>
              <a:gd name="connsiteY558" fmla="*/ 4496909 h 7718664"/>
              <a:gd name="connsiteX559" fmla="*/ 60068 w 7777150"/>
              <a:gd name="connsiteY559" fmla="*/ 4353985 h 7718664"/>
              <a:gd name="connsiteX560" fmla="*/ 45178 w 7777150"/>
              <a:gd name="connsiteY560" fmla="*/ 4211060 h 7718664"/>
              <a:gd name="connsiteX561" fmla="*/ 12426 w 7777150"/>
              <a:gd name="connsiteY561" fmla="*/ 4106846 h 7718664"/>
              <a:gd name="connsiteX562" fmla="*/ 33268 w 7777150"/>
              <a:gd name="connsiteY562" fmla="*/ 3553014 h 7718664"/>
              <a:gd name="connsiteX563" fmla="*/ 54112 w 7777150"/>
              <a:gd name="connsiteY563" fmla="*/ 3410089 h 7718664"/>
              <a:gd name="connsiteX564" fmla="*/ 36247 w 7777150"/>
              <a:gd name="connsiteY564" fmla="*/ 3332672 h 7718664"/>
              <a:gd name="connsiteX565" fmla="*/ 71978 w 7777150"/>
              <a:gd name="connsiteY565" fmla="*/ 3118285 h 7718664"/>
              <a:gd name="connsiteX566" fmla="*/ 80909 w 7777150"/>
              <a:gd name="connsiteY566" fmla="*/ 3067664 h 7718664"/>
              <a:gd name="connsiteX567" fmla="*/ 104730 w 7777150"/>
              <a:gd name="connsiteY567" fmla="*/ 2894964 h 7718664"/>
              <a:gd name="connsiteX568" fmla="*/ 167261 w 7777150"/>
              <a:gd name="connsiteY568" fmla="*/ 2769905 h 7718664"/>
              <a:gd name="connsiteX569" fmla="*/ 152372 w 7777150"/>
              <a:gd name="connsiteY569" fmla="*/ 2939630 h 7718664"/>
              <a:gd name="connsiteX570" fmla="*/ 167255 w 7777150"/>
              <a:gd name="connsiteY570" fmla="*/ 2910538 h 7718664"/>
              <a:gd name="connsiteX571" fmla="*/ 176192 w 7777150"/>
              <a:gd name="connsiteY571" fmla="*/ 2840995 h 7718664"/>
              <a:gd name="connsiteX572" fmla="*/ 179172 w 7777150"/>
              <a:gd name="connsiteY572" fmla="*/ 2763950 h 7718664"/>
              <a:gd name="connsiteX573" fmla="*/ 205968 w 7777150"/>
              <a:gd name="connsiteY573" fmla="*/ 2665688 h 7718664"/>
              <a:gd name="connsiteX574" fmla="*/ 247655 w 7777150"/>
              <a:gd name="connsiteY574" fmla="*/ 2516808 h 7718664"/>
              <a:gd name="connsiteX575" fmla="*/ 298275 w 7777150"/>
              <a:gd name="connsiteY575" fmla="*/ 2364953 h 7718664"/>
              <a:gd name="connsiteX576" fmla="*/ 302067 w 7777150"/>
              <a:gd name="connsiteY576" fmla="*/ 2360685 h 7718664"/>
              <a:gd name="connsiteX577" fmla="*/ 325075 w 7777150"/>
              <a:gd name="connsiteY577" fmla="*/ 2239894 h 7718664"/>
              <a:gd name="connsiteX578" fmla="*/ 357827 w 7777150"/>
              <a:gd name="connsiteY578" fmla="*/ 2153542 h 7718664"/>
              <a:gd name="connsiteX579" fmla="*/ 396537 w 7777150"/>
              <a:gd name="connsiteY579" fmla="*/ 2082080 h 7718664"/>
              <a:gd name="connsiteX580" fmla="*/ 473955 w 7777150"/>
              <a:gd name="connsiteY580" fmla="*/ 1933200 h 7718664"/>
              <a:gd name="connsiteX581" fmla="*/ 536483 w 7777150"/>
              <a:gd name="connsiteY581" fmla="*/ 1799210 h 7718664"/>
              <a:gd name="connsiteX582" fmla="*/ 625810 w 7777150"/>
              <a:gd name="connsiteY582" fmla="*/ 1626509 h 7718664"/>
              <a:gd name="connsiteX583" fmla="*/ 691317 w 7777150"/>
              <a:gd name="connsiteY583" fmla="*/ 1552068 h 7718664"/>
              <a:gd name="connsiteX584" fmla="*/ 744914 w 7777150"/>
              <a:gd name="connsiteY584" fmla="*/ 1447854 h 7718664"/>
              <a:gd name="connsiteX585" fmla="*/ 789580 w 7777150"/>
              <a:gd name="connsiteY585" fmla="*/ 1382347 h 7718664"/>
              <a:gd name="connsiteX586" fmla="*/ 837221 w 7777150"/>
              <a:gd name="connsiteY586" fmla="*/ 1358526 h 7718664"/>
              <a:gd name="connsiteX587" fmla="*/ 849132 w 7777150"/>
              <a:gd name="connsiteY587" fmla="*/ 1340660 h 7718664"/>
              <a:gd name="connsiteX588" fmla="*/ 896773 w 7777150"/>
              <a:gd name="connsiteY588" fmla="*/ 1245378 h 7718664"/>
              <a:gd name="connsiteX589" fmla="*/ 919989 w 7777150"/>
              <a:gd name="connsiteY589" fmla="*/ 1217322 h 77186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</a:cxnLst>
            <a:rect l="l" t="t" r="r" b="b"/>
            <a:pathLst>
              <a:path w="7777150" h="7718664">
                <a:moveTo>
                  <a:pt x="6564153" y="6753221"/>
                </a:moveTo>
                <a:lnTo>
                  <a:pt x="6563132" y="6753924"/>
                </a:lnTo>
                <a:lnTo>
                  <a:pt x="6563132" y="6754775"/>
                </a:lnTo>
                <a:lnTo>
                  <a:pt x="6567865" y="6755450"/>
                </a:lnTo>
                <a:lnTo>
                  <a:pt x="6569087" y="6753925"/>
                </a:lnTo>
                <a:close/>
                <a:moveTo>
                  <a:pt x="6628482" y="6708774"/>
                </a:moveTo>
                <a:lnTo>
                  <a:pt x="6610901" y="6720920"/>
                </a:lnTo>
                <a:lnTo>
                  <a:pt x="6607794" y="6724148"/>
                </a:lnTo>
                <a:lnTo>
                  <a:pt x="6619848" y="6716434"/>
                </a:lnTo>
                <a:close/>
                <a:moveTo>
                  <a:pt x="6839305" y="6558707"/>
                </a:moveTo>
                <a:lnTo>
                  <a:pt x="6839039" y="6558801"/>
                </a:lnTo>
                <a:lnTo>
                  <a:pt x="6837070" y="6572293"/>
                </a:lnTo>
                <a:cubicBezTo>
                  <a:pt x="6813249" y="6596113"/>
                  <a:pt x="6804315" y="6611000"/>
                  <a:pt x="6789429" y="6625890"/>
                </a:cubicBezTo>
                <a:cubicBezTo>
                  <a:pt x="6777518" y="6640776"/>
                  <a:pt x="6762628" y="6658642"/>
                  <a:pt x="6732852" y="6688418"/>
                </a:cubicBezTo>
                <a:lnTo>
                  <a:pt x="6736263" y="6687633"/>
                </a:lnTo>
                <a:lnTo>
                  <a:pt x="6789429" y="6628865"/>
                </a:lnTo>
                <a:cubicBezTo>
                  <a:pt x="6801339" y="6613980"/>
                  <a:pt x="6813249" y="6599089"/>
                  <a:pt x="6837070" y="6575269"/>
                </a:cubicBezTo>
                <a:cubicBezTo>
                  <a:pt x="6840793" y="6565594"/>
                  <a:pt x="6841353" y="6560383"/>
                  <a:pt x="6839305" y="6558707"/>
                </a:cubicBezTo>
                <a:close/>
                <a:moveTo>
                  <a:pt x="2782054" y="7594165"/>
                </a:moveTo>
                <a:cubicBezTo>
                  <a:pt x="2789033" y="7592490"/>
                  <a:pt x="2799082" y="7592862"/>
                  <a:pt x="2812852" y="7595094"/>
                </a:cubicBezTo>
                <a:cubicBezTo>
                  <a:pt x="2840396" y="7599561"/>
                  <a:pt x="2882826" y="7611472"/>
                  <a:pt x="2945354" y="7629337"/>
                </a:cubicBezTo>
                <a:cubicBezTo>
                  <a:pt x="2963219" y="7632313"/>
                  <a:pt x="2984064" y="7632313"/>
                  <a:pt x="3001930" y="7632313"/>
                </a:cubicBezTo>
                <a:lnTo>
                  <a:pt x="3143116" y="7701578"/>
                </a:lnTo>
                <a:lnTo>
                  <a:pt x="3082549" y="7717806"/>
                </a:lnTo>
                <a:lnTo>
                  <a:pt x="3037661" y="7703779"/>
                </a:lnTo>
                <a:cubicBezTo>
                  <a:pt x="3013840" y="7691865"/>
                  <a:pt x="2987040" y="7679958"/>
                  <a:pt x="2957265" y="7668047"/>
                </a:cubicBezTo>
                <a:cubicBezTo>
                  <a:pt x="2924512" y="7659113"/>
                  <a:pt x="2894737" y="7650182"/>
                  <a:pt x="2864960" y="7638271"/>
                </a:cubicBezTo>
                <a:cubicBezTo>
                  <a:pt x="2832206" y="7626361"/>
                  <a:pt x="2802430" y="7617427"/>
                  <a:pt x="2769678" y="7605516"/>
                </a:cubicBezTo>
                <a:cubicBezTo>
                  <a:pt x="2771167" y="7599561"/>
                  <a:pt x="2775076" y="7595839"/>
                  <a:pt x="2782054" y="7594165"/>
                </a:cubicBezTo>
                <a:close/>
                <a:moveTo>
                  <a:pt x="2608887" y="7429840"/>
                </a:moveTo>
                <a:cubicBezTo>
                  <a:pt x="2647598" y="7438771"/>
                  <a:pt x="2683329" y="7444726"/>
                  <a:pt x="2719060" y="7450682"/>
                </a:cubicBezTo>
                <a:cubicBezTo>
                  <a:pt x="2736926" y="7465571"/>
                  <a:pt x="2751812" y="7477482"/>
                  <a:pt x="2766702" y="7492368"/>
                </a:cubicBezTo>
                <a:cubicBezTo>
                  <a:pt x="2808388" y="7501302"/>
                  <a:pt x="2853050" y="7519168"/>
                  <a:pt x="2930467" y="7540009"/>
                </a:cubicBezTo>
                <a:cubicBezTo>
                  <a:pt x="3049571" y="7584675"/>
                  <a:pt x="3147833" y="7605516"/>
                  <a:pt x="3255027" y="7623382"/>
                </a:cubicBezTo>
                <a:cubicBezTo>
                  <a:pt x="3281824" y="7629337"/>
                  <a:pt x="3308623" y="7632316"/>
                  <a:pt x="3335420" y="7638271"/>
                </a:cubicBezTo>
                <a:lnTo>
                  <a:pt x="3362169" y="7642882"/>
                </a:lnTo>
                <a:lnTo>
                  <a:pt x="3252495" y="7672270"/>
                </a:lnTo>
                <a:lnTo>
                  <a:pt x="3231206" y="7668047"/>
                </a:lnTo>
                <a:cubicBezTo>
                  <a:pt x="3189520" y="7659113"/>
                  <a:pt x="3150809" y="7650181"/>
                  <a:pt x="3115079" y="7644226"/>
                </a:cubicBezTo>
                <a:cubicBezTo>
                  <a:pt x="3079347" y="7635292"/>
                  <a:pt x="3046595" y="7629337"/>
                  <a:pt x="3013840" y="7626361"/>
                </a:cubicBezTo>
                <a:cubicBezTo>
                  <a:pt x="2975133" y="7608496"/>
                  <a:pt x="2933447" y="7590630"/>
                  <a:pt x="2891760" y="7569785"/>
                </a:cubicBezTo>
                <a:cubicBezTo>
                  <a:pt x="2850074" y="7554898"/>
                  <a:pt x="2805409" y="7537033"/>
                  <a:pt x="2739902" y="7513213"/>
                </a:cubicBezTo>
                <a:cubicBezTo>
                  <a:pt x="2686305" y="7492368"/>
                  <a:pt x="2632708" y="7471526"/>
                  <a:pt x="2582091" y="7450681"/>
                </a:cubicBezTo>
                <a:cubicBezTo>
                  <a:pt x="2596977" y="7435795"/>
                  <a:pt x="2602932" y="7432816"/>
                  <a:pt x="2608887" y="7429840"/>
                </a:cubicBezTo>
                <a:close/>
                <a:moveTo>
                  <a:pt x="2305173" y="7420905"/>
                </a:moveTo>
                <a:cubicBezTo>
                  <a:pt x="2462984" y="7477478"/>
                  <a:pt x="2564222" y="7528099"/>
                  <a:pt x="2647595" y="7566806"/>
                </a:cubicBezTo>
                <a:cubicBezTo>
                  <a:pt x="2686305" y="7581695"/>
                  <a:pt x="2727991" y="7593606"/>
                  <a:pt x="2769678" y="7605516"/>
                </a:cubicBezTo>
                <a:cubicBezTo>
                  <a:pt x="2802430" y="7617427"/>
                  <a:pt x="2832205" y="7626358"/>
                  <a:pt x="2861982" y="7638268"/>
                </a:cubicBezTo>
                <a:cubicBezTo>
                  <a:pt x="2891757" y="7650179"/>
                  <a:pt x="2921533" y="7659113"/>
                  <a:pt x="2954288" y="7668044"/>
                </a:cubicBezTo>
                <a:cubicBezTo>
                  <a:pt x="2984064" y="7679954"/>
                  <a:pt x="3010861" y="7691865"/>
                  <a:pt x="3034682" y="7703775"/>
                </a:cubicBezTo>
                <a:cubicBezTo>
                  <a:pt x="3028726" y="7706755"/>
                  <a:pt x="3022772" y="7712710"/>
                  <a:pt x="3016816" y="7718664"/>
                </a:cubicBezTo>
                <a:cubicBezTo>
                  <a:pt x="3001930" y="7715685"/>
                  <a:pt x="2984064" y="7712709"/>
                  <a:pt x="2969175" y="7709731"/>
                </a:cubicBezTo>
                <a:cubicBezTo>
                  <a:pt x="2912602" y="7691865"/>
                  <a:pt x="2856026" y="7668044"/>
                  <a:pt x="2799453" y="7647203"/>
                </a:cubicBezTo>
                <a:lnTo>
                  <a:pt x="2716081" y="7614447"/>
                </a:lnTo>
                <a:cubicBezTo>
                  <a:pt x="2689281" y="7602537"/>
                  <a:pt x="2659505" y="7590627"/>
                  <a:pt x="2632708" y="7578716"/>
                </a:cubicBezTo>
                <a:cubicBezTo>
                  <a:pt x="2593998" y="7566806"/>
                  <a:pt x="2558267" y="7551920"/>
                  <a:pt x="2522536" y="7540009"/>
                </a:cubicBezTo>
                <a:cubicBezTo>
                  <a:pt x="2489784" y="7525120"/>
                  <a:pt x="2457029" y="7513209"/>
                  <a:pt x="2427252" y="7498323"/>
                </a:cubicBezTo>
                <a:cubicBezTo>
                  <a:pt x="2397477" y="7486413"/>
                  <a:pt x="2373656" y="7471523"/>
                  <a:pt x="2352815" y="7459612"/>
                </a:cubicBezTo>
                <a:cubicBezTo>
                  <a:pt x="2331970" y="7444726"/>
                  <a:pt x="2317084" y="7432816"/>
                  <a:pt x="2305173" y="7420905"/>
                </a:cubicBezTo>
                <a:close/>
                <a:moveTo>
                  <a:pt x="2397480" y="7349443"/>
                </a:moveTo>
                <a:cubicBezTo>
                  <a:pt x="2415345" y="7349443"/>
                  <a:pt x="2427256" y="7349443"/>
                  <a:pt x="2445122" y="7346467"/>
                </a:cubicBezTo>
                <a:cubicBezTo>
                  <a:pt x="2501694" y="7376243"/>
                  <a:pt x="2549336" y="7403040"/>
                  <a:pt x="2608887" y="7429840"/>
                </a:cubicBezTo>
                <a:cubicBezTo>
                  <a:pt x="2602932" y="7432816"/>
                  <a:pt x="2596977" y="7435795"/>
                  <a:pt x="2588046" y="7441750"/>
                </a:cubicBezTo>
                <a:cubicBezTo>
                  <a:pt x="2525515" y="7411974"/>
                  <a:pt x="2460008" y="7379219"/>
                  <a:pt x="2397480" y="7349443"/>
                </a:cubicBezTo>
                <a:close/>
                <a:moveTo>
                  <a:pt x="7605289" y="5949975"/>
                </a:moveTo>
                <a:lnTo>
                  <a:pt x="7603779" y="5950622"/>
                </a:lnTo>
                <a:lnTo>
                  <a:pt x="7571259" y="6028673"/>
                </a:lnTo>
                <a:close/>
                <a:moveTo>
                  <a:pt x="7768327" y="5740775"/>
                </a:moveTo>
                <a:lnTo>
                  <a:pt x="7777150" y="5773700"/>
                </a:lnTo>
                <a:lnTo>
                  <a:pt x="7775014" y="5777274"/>
                </a:lnTo>
                <a:cubicBezTo>
                  <a:pt x="7751193" y="5824915"/>
                  <a:pt x="7727372" y="5869581"/>
                  <a:pt x="7706527" y="5905312"/>
                </a:cubicBezTo>
                <a:cubicBezTo>
                  <a:pt x="7682706" y="5941043"/>
                  <a:pt x="7661865" y="5967840"/>
                  <a:pt x="7644000" y="5985706"/>
                </a:cubicBezTo>
                <a:lnTo>
                  <a:pt x="7685686" y="5902333"/>
                </a:lnTo>
                <a:cubicBezTo>
                  <a:pt x="7694617" y="5875536"/>
                  <a:pt x="7709507" y="5848737"/>
                  <a:pt x="7721417" y="5818960"/>
                </a:cubicBezTo>
                <a:cubicBezTo>
                  <a:pt x="7733327" y="5801095"/>
                  <a:pt x="7739283" y="5789184"/>
                  <a:pt x="7748213" y="5774298"/>
                </a:cubicBezTo>
                <a:close/>
                <a:moveTo>
                  <a:pt x="2195719" y="7067587"/>
                </a:moveTo>
                <a:lnTo>
                  <a:pt x="2195748" y="7068434"/>
                </a:lnTo>
                <a:lnTo>
                  <a:pt x="2205804" y="7080606"/>
                </a:lnTo>
                <a:lnTo>
                  <a:pt x="2206911" y="7075504"/>
                </a:lnTo>
                <a:close/>
                <a:moveTo>
                  <a:pt x="1840668" y="7143991"/>
                </a:moveTo>
                <a:cubicBezTo>
                  <a:pt x="1938928" y="7185677"/>
                  <a:pt x="1989548" y="7224384"/>
                  <a:pt x="2043145" y="7257140"/>
                </a:cubicBezTo>
                <a:cubicBezTo>
                  <a:pt x="2055055" y="7272026"/>
                  <a:pt x="2093763" y="7301802"/>
                  <a:pt x="2084831" y="7304781"/>
                </a:cubicBezTo>
                <a:cubicBezTo>
                  <a:pt x="2049100" y="7286915"/>
                  <a:pt x="2016345" y="7272026"/>
                  <a:pt x="1989548" y="7254160"/>
                </a:cubicBezTo>
                <a:cubicBezTo>
                  <a:pt x="1962748" y="7239274"/>
                  <a:pt x="1938927" y="7224384"/>
                  <a:pt x="1918086" y="7209498"/>
                </a:cubicBezTo>
                <a:cubicBezTo>
                  <a:pt x="1879376" y="7182698"/>
                  <a:pt x="1855555" y="7161857"/>
                  <a:pt x="1840668" y="7143991"/>
                </a:cubicBezTo>
                <a:close/>
                <a:moveTo>
                  <a:pt x="7574028" y="5576942"/>
                </a:moveTo>
                <a:lnTo>
                  <a:pt x="7562090" y="5594186"/>
                </a:lnTo>
                <a:lnTo>
                  <a:pt x="7533457" y="5631001"/>
                </a:lnTo>
                <a:lnTo>
                  <a:pt x="7503173" y="5679289"/>
                </a:lnTo>
                <a:lnTo>
                  <a:pt x="7495119" y="5690923"/>
                </a:lnTo>
                <a:cubicBezTo>
                  <a:pt x="7480230" y="5714743"/>
                  <a:pt x="7468320" y="5738564"/>
                  <a:pt x="7456410" y="5762384"/>
                </a:cubicBezTo>
                <a:cubicBezTo>
                  <a:pt x="7441523" y="5786206"/>
                  <a:pt x="7429612" y="5807050"/>
                  <a:pt x="7417702" y="5827891"/>
                </a:cubicBezTo>
                <a:cubicBezTo>
                  <a:pt x="7387926" y="5869578"/>
                  <a:pt x="7358151" y="5911264"/>
                  <a:pt x="7325396" y="5949974"/>
                </a:cubicBezTo>
                <a:lnTo>
                  <a:pt x="7292334" y="6001613"/>
                </a:lnTo>
                <a:lnTo>
                  <a:pt x="7279949" y="6020421"/>
                </a:lnTo>
                <a:lnTo>
                  <a:pt x="7245002" y="6072054"/>
                </a:lnTo>
                <a:cubicBezTo>
                  <a:pt x="7221181" y="6104810"/>
                  <a:pt x="7197361" y="6137561"/>
                  <a:pt x="7173540" y="6170317"/>
                </a:cubicBezTo>
                <a:lnTo>
                  <a:pt x="7167581" y="6173958"/>
                </a:lnTo>
                <a:lnTo>
                  <a:pt x="7162704" y="6181183"/>
                </a:lnTo>
                <a:lnTo>
                  <a:pt x="7170561" y="6176272"/>
                </a:lnTo>
                <a:cubicBezTo>
                  <a:pt x="7194381" y="6143519"/>
                  <a:pt x="7218202" y="6110765"/>
                  <a:pt x="7242022" y="6078013"/>
                </a:cubicBezTo>
                <a:lnTo>
                  <a:pt x="7279949" y="6020421"/>
                </a:lnTo>
                <a:lnTo>
                  <a:pt x="7286316" y="6011014"/>
                </a:lnTo>
                <a:lnTo>
                  <a:pt x="7292334" y="6001613"/>
                </a:lnTo>
                <a:lnTo>
                  <a:pt x="7322420" y="5955930"/>
                </a:lnTo>
                <a:cubicBezTo>
                  <a:pt x="7355171" y="5917222"/>
                  <a:pt x="7384947" y="5875536"/>
                  <a:pt x="7414723" y="5833850"/>
                </a:cubicBezTo>
                <a:cubicBezTo>
                  <a:pt x="7426634" y="5813005"/>
                  <a:pt x="7441523" y="5792164"/>
                  <a:pt x="7453434" y="5768343"/>
                </a:cubicBezTo>
                <a:cubicBezTo>
                  <a:pt x="7465343" y="5744522"/>
                  <a:pt x="7480230" y="5720701"/>
                  <a:pt x="7492141" y="5696881"/>
                </a:cubicBezTo>
                <a:lnTo>
                  <a:pt x="7503173" y="5679289"/>
                </a:lnTo>
                <a:lnTo>
                  <a:pt x="7562090" y="5594186"/>
                </a:lnTo>
                <a:lnTo>
                  <a:pt x="7572537" y="5580753"/>
                </a:lnTo>
                <a:close/>
                <a:moveTo>
                  <a:pt x="7695610" y="5469390"/>
                </a:moveTo>
                <a:lnTo>
                  <a:pt x="7767960" y="5739403"/>
                </a:lnTo>
                <a:lnTo>
                  <a:pt x="7745237" y="5777274"/>
                </a:lnTo>
                <a:cubicBezTo>
                  <a:pt x="7736303" y="5789184"/>
                  <a:pt x="7730348" y="5804071"/>
                  <a:pt x="7718437" y="5821936"/>
                </a:cubicBezTo>
                <a:cubicBezTo>
                  <a:pt x="7706527" y="5851713"/>
                  <a:pt x="7694617" y="5878512"/>
                  <a:pt x="7679730" y="5908288"/>
                </a:cubicBezTo>
                <a:lnTo>
                  <a:pt x="7638044" y="5991660"/>
                </a:lnTo>
                <a:cubicBezTo>
                  <a:pt x="7617199" y="6021437"/>
                  <a:pt x="7596358" y="6054189"/>
                  <a:pt x="7572537" y="6080989"/>
                </a:cubicBezTo>
                <a:cubicBezTo>
                  <a:pt x="7551693" y="6107786"/>
                  <a:pt x="7527872" y="6137561"/>
                  <a:pt x="7507030" y="6164361"/>
                </a:cubicBezTo>
                <a:lnTo>
                  <a:pt x="7509759" y="6158741"/>
                </a:lnTo>
                <a:lnTo>
                  <a:pt x="7435565" y="6259644"/>
                </a:lnTo>
                <a:cubicBezTo>
                  <a:pt x="7417699" y="6241778"/>
                  <a:pt x="7319440" y="6381727"/>
                  <a:pt x="7274774" y="6435324"/>
                </a:cubicBezTo>
                <a:lnTo>
                  <a:pt x="7243120" y="6484028"/>
                </a:lnTo>
                <a:lnTo>
                  <a:pt x="7274775" y="6438299"/>
                </a:lnTo>
                <a:cubicBezTo>
                  <a:pt x="7319440" y="6387679"/>
                  <a:pt x="7417699" y="6247734"/>
                  <a:pt x="7435564" y="6262620"/>
                </a:cubicBezTo>
                <a:cubicBezTo>
                  <a:pt x="7426633" y="6325151"/>
                  <a:pt x="7340281" y="6405544"/>
                  <a:pt x="7313485" y="6447231"/>
                </a:cubicBezTo>
                <a:cubicBezTo>
                  <a:pt x="7289664" y="6475519"/>
                  <a:pt x="7269566" y="6496363"/>
                  <a:pt x="7250582" y="6513113"/>
                </a:cubicBezTo>
                <a:lnTo>
                  <a:pt x="7200087" y="6550232"/>
                </a:lnTo>
                <a:lnTo>
                  <a:pt x="7197357" y="6554428"/>
                </a:lnTo>
                <a:lnTo>
                  <a:pt x="7165787" y="6578714"/>
                </a:lnTo>
                <a:lnTo>
                  <a:pt x="7164606" y="6587180"/>
                </a:lnTo>
                <a:lnTo>
                  <a:pt x="7118751" y="6636309"/>
                </a:lnTo>
                <a:lnTo>
                  <a:pt x="6989132" y="6671040"/>
                </a:lnTo>
                <a:lnTo>
                  <a:pt x="7013864" y="6649337"/>
                </a:lnTo>
                <a:cubicBezTo>
                  <a:pt x="7031357" y="6633332"/>
                  <a:pt x="7048478" y="6616955"/>
                  <a:pt x="7066343" y="6599090"/>
                </a:cubicBezTo>
                <a:cubicBezTo>
                  <a:pt x="7081233" y="6572293"/>
                  <a:pt x="7099098" y="6548472"/>
                  <a:pt x="7111009" y="6524651"/>
                </a:cubicBezTo>
                <a:lnTo>
                  <a:pt x="7175165" y="6465841"/>
                </a:lnTo>
                <a:lnTo>
                  <a:pt x="7175681" y="6462146"/>
                </a:lnTo>
                <a:lnTo>
                  <a:pt x="7113987" y="6518697"/>
                </a:lnTo>
                <a:cubicBezTo>
                  <a:pt x="7102077" y="6542517"/>
                  <a:pt x="7084212" y="6566338"/>
                  <a:pt x="7069322" y="6593135"/>
                </a:cubicBezTo>
                <a:cubicBezTo>
                  <a:pt x="7051456" y="6611000"/>
                  <a:pt x="7034336" y="6627377"/>
                  <a:pt x="7016843" y="6643382"/>
                </a:cubicBezTo>
                <a:lnTo>
                  <a:pt x="6983652" y="6672509"/>
                </a:lnTo>
                <a:lnTo>
                  <a:pt x="6761122" y="6732136"/>
                </a:lnTo>
                <a:lnTo>
                  <a:pt x="6831115" y="6682462"/>
                </a:lnTo>
                <a:cubicBezTo>
                  <a:pt x="6854936" y="6658642"/>
                  <a:pt x="6881735" y="6631845"/>
                  <a:pt x="6917467" y="6593134"/>
                </a:cubicBezTo>
                <a:cubicBezTo>
                  <a:pt x="6917467" y="6590158"/>
                  <a:pt x="6917467" y="6587179"/>
                  <a:pt x="6914488" y="6581224"/>
                </a:cubicBezTo>
                <a:cubicBezTo>
                  <a:pt x="6944264" y="6551448"/>
                  <a:pt x="6971063" y="6521672"/>
                  <a:pt x="6997860" y="6488921"/>
                </a:cubicBezTo>
                <a:cubicBezTo>
                  <a:pt x="7012749" y="6477010"/>
                  <a:pt x="7030615" y="6462121"/>
                  <a:pt x="7048480" y="6447234"/>
                </a:cubicBezTo>
                <a:cubicBezTo>
                  <a:pt x="7057412" y="6435324"/>
                  <a:pt x="7069322" y="6420434"/>
                  <a:pt x="7081233" y="6405548"/>
                </a:cubicBezTo>
                <a:cubicBezTo>
                  <a:pt x="7090167" y="6390658"/>
                  <a:pt x="7102078" y="6375772"/>
                  <a:pt x="7111008" y="6363862"/>
                </a:cubicBezTo>
                <a:cubicBezTo>
                  <a:pt x="7140784" y="6331107"/>
                  <a:pt x="7167585" y="6295375"/>
                  <a:pt x="7197360" y="6262624"/>
                </a:cubicBezTo>
                <a:cubicBezTo>
                  <a:pt x="7224157" y="6229868"/>
                  <a:pt x="7250957" y="6194137"/>
                  <a:pt x="7277754" y="6158406"/>
                </a:cubicBezTo>
                <a:cubicBezTo>
                  <a:pt x="7310509" y="6101833"/>
                  <a:pt x="7355171" y="6036326"/>
                  <a:pt x="7399836" y="5973795"/>
                </a:cubicBezTo>
                <a:cubicBezTo>
                  <a:pt x="7444499" y="5908288"/>
                  <a:pt x="7486186" y="5842781"/>
                  <a:pt x="7510006" y="5786208"/>
                </a:cubicBezTo>
                <a:cubicBezTo>
                  <a:pt x="7539782" y="5735588"/>
                  <a:pt x="7575513" y="5699857"/>
                  <a:pt x="7596358" y="5646260"/>
                </a:cubicBezTo>
                <a:cubicBezTo>
                  <a:pt x="7623155" y="5601597"/>
                  <a:pt x="7649954" y="5548001"/>
                  <a:pt x="7676751" y="5503336"/>
                </a:cubicBezTo>
                <a:close/>
                <a:moveTo>
                  <a:pt x="7636506" y="5248812"/>
                </a:moveTo>
                <a:lnTo>
                  <a:pt x="7659314" y="5333933"/>
                </a:lnTo>
                <a:lnTo>
                  <a:pt x="7617200" y="5408052"/>
                </a:lnTo>
                <a:lnTo>
                  <a:pt x="7615871" y="5411110"/>
                </a:lnTo>
                <a:lnTo>
                  <a:pt x="7659444" y="5334418"/>
                </a:lnTo>
                <a:lnTo>
                  <a:pt x="7691259" y="5453153"/>
                </a:lnTo>
                <a:lnTo>
                  <a:pt x="7688661" y="5458673"/>
                </a:lnTo>
                <a:cubicBezTo>
                  <a:pt x="7679730" y="5476538"/>
                  <a:pt x="7670796" y="5494405"/>
                  <a:pt x="7658886" y="5512270"/>
                </a:cubicBezTo>
                <a:cubicBezTo>
                  <a:pt x="7632089" y="5559912"/>
                  <a:pt x="7605289" y="5610529"/>
                  <a:pt x="7578492" y="5655195"/>
                </a:cubicBezTo>
                <a:cubicBezTo>
                  <a:pt x="7557648" y="5708791"/>
                  <a:pt x="7521917" y="5744522"/>
                  <a:pt x="7492140" y="5795139"/>
                </a:cubicBezTo>
                <a:cubicBezTo>
                  <a:pt x="7468320" y="5851715"/>
                  <a:pt x="7426634" y="5920198"/>
                  <a:pt x="7381971" y="5982730"/>
                </a:cubicBezTo>
                <a:cubicBezTo>
                  <a:pt x="7337306" y="6045258"/>
                  <a:pt x="7292643" y="6110765"/>
                  <a:pt x="7259888" y="6167341"/>
                </a:cubicBezTo>
                <a:cubicBezTo>
                  <a:pt x="7233092" y="6203071"/>
                  <a:pt x="7206291" y="6238802"/>
                  <a:pt x="7179495" y="6271554"/>
                </a:cubicBezTo>
                <a:cubicBezTo>
                  <a:pt x="7149719" y="6304309"/>
                  <a:pt x="7122919" y="6337061"/>
                  <a:pt x="7093143" y="6372792"/>
                </a:cubicBezTo>
                <a:cubicBezTo>
                  <a:pt x="7084212" y="6387682"/>
                  <a:pt x="7072301" y="6399592"/>
                  <a:pt x="7063367" y="6414479"/>
                </a:cubicBezTo>
                <a:cubicBezTo>
                  <a:pt x="7051457" y="6429368"/>
                  <a:pt x="7042525" y="6441279"/>
                  <a:pt x="7030615" y="6456165"/>
                </a:cubicBezTo>
                <a:cubicBezTo>
                  <a:pt x="7012749" y="6471055"/>
                  <a:pt x="6994884" y="6485941"/>
                  <a:pt x="6979994" y="6497851"/>
                </a:cubicBezTo>
                <a:lnTo>
                  <a:pt x="6897207" y="6589515"/>
                </a:lnTo>
                <a:lnTo>
                  <a:pt x="6899598" y="6599089"/>
                </a:lnTo>
                <a:cubicBezTo>
                  <a:pt x="6863867" y="6637800"/>
                  <a:pt x="6840046" y="6664597"/>
                  <a:pt x="6813249" y="6688418"/>
                </a:cubicBezTo>
                <a:lnTo>
                  <a:pt x="6745897" y="6736215"/>
                </a:lnTo>
                <a:lnTo>
                  <a:pt x="6404257" y="6827757"/>
                </a:lnTo>
                <a:lnTo>
                  <a:pt x="6411273" y="6822407"/>
                </a:lnTo>
                <a:cubicBezTo>
                  <a:pt x="6432117" y="6807522"/>
                  <a:pt x="6452959" y="6792632"/>
                  <a:pt x="6467849" y="6786676"/>
                </a:cubicBezTo>
                <a:cubicBezTo>
                  <a:pt x="6515490" y="6750945"/>
                  <a:pt x="6566107" y="6715215"/>
                  <a:pt x="6613749" y="6676507"/>
                </a:cubicBezTo>
                <a:cubicBezTo>
                  <a:pt x="6631615" y="6634821"/>
                  <a:pt x="6688191" y="6599089"/>
                  <a:pt x="6717966" y="6578245"/>
                </a:cubicBezTo>
                <a:cubicBezTo>
                  <a:pt x="6756673" y="6545493"/>
                  <a:pt x="6795384" y="6512738"/>
                  <a:pt x="6834091" y="6479986"/>
                </a:cubicBezTo>
                <a:cubicBezTo>
                  <a:pt x="6959150" y="6354927"/>
                  <a:pt x="7099098" y="6203068"/>
                  <a:pt x="7185447" y="6083964"/>
                </a:cubicBezTo>
                <a:lnTo>
                  <a:pt x="7233801" y="6001764"/>
                </a:lnTo>
                <a:lnTo>
                  <a:pt x="7236067" y="5994637"/>
                </a:lnTo>
                <a:cubicBezTo>
                  <a:pt x="7259888" y="5958905"/>
                  <a:pt x="7289664" y="5917219"/>
                  <a:pt x="7313485" y="5875533"/>
                </a:cubicBezTo>
                <a:cubicBezTo>
                  <a:pt x="7322420" y="5863622"/>
                  <a:pt x="7328374" y="5851713"/>
                  <a:pt x="7337306" y="5839802"/>
                </a:cubicBezTo>
                <a:lnTo>
                  <a:pt x="7368979" y="5795871"/>
                </a:lnTo>
                <a:lnTo>
                  <a:pt x="7378992" y="5777274"/>
                </a:lnTo>
                <a:cubicBezTo>
                  <a:pt x="7405789" y="5738564"/>
                  <a:pt x="7426634" y="5699856"/>
                  <a:pt x="7441520" y="5670081"/>
                </a:cubicBezTo>
                <a:cubicBezTo>
                  <a:pt x="7489162" y="5586708"/>
                  <a:pt x="7524893" y="5503335"/>
                  <a:pt x="7563603" y="5416984"/>
                </a:cubicBezTo>
                <a:cubicBezTo>
                  <a:pt x="7581468" y="5373809"/>
                  <a:pt x="7600078" y="5330634"/>
                  <a:pt x="7619804" y="5285970"/>
                </a:cubicBezTo>
                <a:close/>
                <a:moveTo>
                  <a:pt x="1438185" y="6830951"/>
                </a:moveTo>
                <a:lnTo>
                  <a:pt x="1449489" y="6840648"/>
                </a:lnTo>
                <a:lnTo>
                  <a:pt x="1453350" y="6842615"/>
                </a:lnTo>
                <a:close/>
                <a:moveTo>
                  <a:pt x="1486096" y="6491655"/>
                </a:moveTo>
                <a:lnTo>
                  <a:pt x="1491992" y="6498836"/>
                </a:lnTo>
                <a:lnTo>
                  <a:pt x="1492288" y="6497852"/>
                </a:lnTo>
                <a:close/>
                <a:moveTo>
                  <a:pt x="1195061" y="6558794"/>
                </a:moveTo>
                <a:lnTo>
                  <a:pt x="1307518" y="6691203"/>
                </a:lnTo>
                <a:lnTo>
                  <a:pt x="1218350" y="6584200"/>
                </a:lnTo>
                <a:close/>
                <a:moveTo>
                  <a:pt x="1045653" y="6423410"/>
                </a:moveTo>
                <a:cubicBezTo>
                  <a:pt x="1054584" y="6414479"/>
                  <a:pt x="1084360" y="6429366"/>
                  <a:pt x="1123070" y="6474031"/>
                </a:cubicBezTo>
                <a:lnTo>
                  <a:pt x="1126871" y="6478507"/>
                </a:lnTo>
                <a:lnTo>
                  <a:pt x="1162149" y="6486313"/>
                </a:lnTo>
                <a:cubicBezTo>
                  <a:pt x="1180387" y="6498596"/>
                  <a:pt x="1204951" y="6521673"/>
                  <a:pt x="1242171" y="6560379"/>
                </a:cubicBezTo>
                <a:cubicBezTo>
                  <a:pt x="1280881" y="6593135"/>
                  <a:pt x="1322567" y="6622910"/>
                  <a:pt x="1352343" y="6649708"/>
                </a:cubicBezTo>
                <a:cubicBezTo>
                  <a:pt x="1382119" y="6676507"/>
                  <a:pt x="1399984" y="6700328"/>
                  <a:pt x="1399985" y="6715214"/>
                </a:cubicBezTo>
                <a:cubicBezTo>
                  <a:pt x="1408916" y="6727124"/>
                  <a:pt x="1414871" y="6736059"/>
                  <a:pt x="1426782" y="6747970"/>
                </a:cubicBezTo>
                <a:cubicBezTo>
                  <a:pt x="1465492" y="6780722"/>
                  <a:pt x="1498243" y="6810497"/>
                  <a:pt x="1539930" y="6843252"/>
                </a:cubicBezTo>
                <a:lnTo>
                  <a:pt x="1539890" y="6843288"/>
                </a:lnTo>
                <a:lnTo>
                  <a:pt x="1507178" y="6870049"/>
                </a:lnTo>
                <a:lnTo>
                  <a:pt x="1401804" y="6752965"/>
                </a:lnTo>
                <a:lnTo>
                  <a:pt x="1397009" y="6753924"/>
                </a:lnTo>
                <a:lnTo>
                  <a:pt x="1496727" y="6864723"/>
                </a:lnTo>
                <a:lnTo>
                  <a:pt x="1507178" y="6870049"/>
                </a:lnTo>
                <a:cubicBezTo>
                  <a:pt x="1511644" y="6865584"/>
                  <a:pt x="1517599" y="6861862"/>
                  <a:pt x="1523554" y="6857768"/>
                </a:cubicBezTo>
                <a:lnTo>
                  <a:pt x="1539890" y="6843288"/>
                </a:lnTo>
                <a:lnTo>
                  <a:pt x="1539933" y="6843252"/>
                </a:lnTo>
                <a:cubicBezTo>
                  <a:pt x="1629261" y="6920670"/>
                  <a:pt x="1724544" y="6998087"/>
                  <a:pt x="1822803" y="7066570"/>
                </a:cubicBezTo>
                <a:cubicBezTo>
                  <a:pt x="1804937" y="7072526"/>
                  <a:pt x="1790051" y="7078481"/>
                  <a:pt x="1766230" y="7084436"/>
                </a:cubicBezTo>
                <a:cubicBezTo>
                  <a:pt x="1775161" y="7090391"/>
                  <a:pt x="1778141" y="7093370"/>
                  <a:pt x="1787072" y="7099325"/>
                </a:cubicBezTo>
                <a:cubicBezTo>
                  <a:pt x="1757296" y="7099325"/>
                  <a:pt x="1733475" y="7102301"/>
                  <a:pt x="1703699" y="7102302"/>
                </a:cubicBezTo>
                <a:cubicBezTo>
                  <a:pt x="1685834" y="7090391"/>
                  <a:pt x="1667968" y="7078480"/>
                  <a:pt x="1650102" y="7066570"/>
                </a:cubicBezTo>
                <a:cubicBezTo>
                  <a:pt x="1632237" y="7054660"/>
                  <a:pt x="1617350" y="7039774"/>
                  <a:pt x="1599485" y="7027863"/>
                </a:cubicBezTo>
                <a:cubicBezTo>
                  <a:pt x="1557799" y="6992132"/>
                  <a:pt x="1513133" y="6959377"/>
                  <a:pt x="1474426" y="6923646"/>
                </a:cubicBezTo>
                <a:cubicBezTo>
                  <a:pt x="1435716" y="6887914"/>
                  <a:pt x="1397009" y="6852183"/>
                  <a:pt x="1358298" y="6819431"/>
                </a:cubicBezTo>
                <a:cubicBezTo>
                  <a:pt x="1319591" y="6783700"/>
                  <a:pt x="1286836" y="6747970"/>
                  <a:pt x="1251105" y="6715214"/>
                </a:cubicBezTo>
                <a:cubicBezTo>
                  <a:pt x="1233240" y="6697349"/>
                  <a:pt x="1215374" y="6679483"/>
                  <a:pt x="1200487" y="6664597"/>
                </a:cubicBezTo>
                <a:cubicBezTo>
                  <a:pt x="1185598" y="6646731"/>
                  <a:pt x="1167732" y="6628866"/>
                  <a:pt x="1152846" y="6611000"/>
                </a:cubicBezTo>
                <a:cubicBezTo>
                  <a:pt x="1155822" y="6605045"/>
                  <a:pt x="1185598" y="6622911"/>
                  <a:pt x="1170712" y="6587180"/>
                </a:cubicBezTo>
                <a:cubicBezTo>
                  <a:pt x="1191553" y="6605045"/>
                  <a:pt x="1212398" y="6622910"/>
                  <a:pt x="1230264" y="6640776"/>
                </a:cubicBezTo>
                <a:cubicBezTo>
                  <a:pt x="1254084" y="6658642"/>
                  <a:pt x="1274926" y="6676507"/>
                  <a:pt x="1295770" y="6691393"/>
                </a:cubicBezTo>
                <a:cubicBezTo>
                  <a:pt x="1322567" y="6721170"/>
                  <a:pt x="1349367" y="6747969"/>
                  <a:pt x="1376164" y="6777746"/>
                </a:cubicBezTo>
                <a:lnTo>
                  <a:pt x="1382998" y="6783606"/>
                </a:lnTo>
                <a:lnTo>
                  <a:pt x="1295770" y="6691393"/>
                </a:lnTo>
                <a:cubicBezTo>
                  <a:pt x="1274926" y="6673528"/>
                  <a:pt x="1254084" y="6658642"/>
                  <a:pt x="1233240" y="6640776"/>
                </a:cubicBezTo>
                <a:cubicBezTo>
                  <a:pt x="1212398" y="6622910"/>
                  <a:pt x="1194532" y="6605045"/>
                  <a:pt x="1173688" y="6587179"/>
                </a:cubicBezTo>
                <a:cubicBezTo>
                  <a:pt x="1152846" y="6560379"/>
                  <a:pt x="1129025" y="6533583"/>
                  <a:pt x="1108180" y="6506783"/>
                </a:cubicBezTo>
                <a:cubicBezTo>
                  <a:pt x="1087339" y="6479986"/>
                  <a:pt x="1066494" y="6450210"/>
                  <a:pt x="1045653" y="6423410"/>
                </a:cubicBezTo>
                <a:close/>
                <a:moveTo>
                  <a:pt x="419367" y="2532692"/>
                </a:moveTo>
                <a:lnTo>
                  <a:pt x="420849" y="2533433"/>
                </a:lnTo>
                <a:lnTo>
                  <a:pt x="420989" y="2533017"/>
                </a:lnTo>
                <a:close/>
                <a:moveTo>
                  <a:pt x="599014" y="2105903"/>
                </a:moveTo>
                <a:cubicBezTo>
                  <a:pt x="551372" y="2183321"/>
                  <a:pt x="542438" y="2207142"/>
                  <a:pt x="533506" y="2227983"/>
                </a:cubicBezTo>
                <a:lnTo>
                  <a:pt x="509686" y="2251804"/>
                </a:lnTo>
                <a:lnTo>
                  <a:pt x="506708" y="2254409"/>
                </a:lnTo>
                <a:lnTo>
                  <a:pt x="506574" y="2254516"/>
                </a:lnTo>
                <a:lnTo>
                  <a:pt x="479910" y="2272649"/>
                </a:lnTo>
                <a:lnTo>
                  <a:pt x="479782" y="2275500"/>
                </a:lnTo>
                <a:lnTo>
                  <a:pt x="474599" y="2389489"/>
                </a:lnTo>
                <a:lnTo>
                  <a:pt x="474749" y="2389217"/>
                </a:lnTo>
                <a:lnTo>
                  <a:pt x="479910" y="2275624"/>
                </a:lnTo>
                <a:lnTo>
                  <a:pt x="506574" y="2254516"/>
                </a:lnTo>
                <a:lnTo>
                  <a:pt x="507824" y="2253665"/>
                </a:lnTo>
                <a:lnTo>
                  <a:pt x="509686" y="2251804"/>
                </a:lnTo>
                <a:lnTo>
                  <a:pt x="533507" y="2230959"/>
                </a:lnTo>
                <a:cubicBezTo>
                  <a:pt x="542438" y="2210118"/>
                  <a:pt x="554348" y="2186297"/>
                  <a:pt x="599014" y="2108879"/>
                </a:cubicBezTo>
                <a:lnTo>
                  <a:pt x="601246" y="2110368"/>
                </a:lnTo>
                <a:lnTo>
                  <a:pt x="602362" y="2108135"/>
                </a:lnTo>
                <a:close/>
                <a:moveTo>
                  <a:pt x="634742" y="1846851"/>
                </a:moveTo>
                <a:cubicBezTo>
                  <a:pt x="622831" y="1855786"/>
                  <a:pt x="607945" y="1864717"/>
                  <a:pt x="593055" y="1876627"/>
                </a:cubicBezTo>
                <a:cubicBezTo>
                  <a:pt x="572214" y="1915338"/>
                  <a:pt x="557324" y="1948089"/>
                  <a:pt x="530528" y="2007641"/>
                </a:cubicBezTo>
                <a:lnTo>
                  <a:pt x="544832" y="2019086"/>
                </a:lnTo>
                <a:lnTo>
                  <a:pt x="545298" y="2017076"/>
                </a:lnTo>
                <a:lnTo>
                  <a:pt x="533507" y="2007641"/>
                </a:lnTo>
                <a:cubicBezTo>
                  <a:pt x="560303" y="1948089"/>
                  <a:pt x="575193" y="1915334"/>
                  <a:pt x="596034" y="1876627"/>
                </a:cubicBezTo>
                <a:lnTo>
                  <a:pt x="632947" y="1850262"/>
                </a:lnTo>
                <a:close/>
                <a:moveTo>
                  <a:pt x="864018" y="1677130"/>
                </a:moveTo>
                <a:lnTo>
                  <a:pt x="860257" y="1680141"/>
                </a:lnTo>
                <a:lnTo>
                  <a:pt x="844293" y="1741521"/>
                </a:lnTo>
                <a:cubicBezTo>
                  <a:pt x="840197" y="1755291"/>
                  <a:pt x="837221" y="1763482"/>
                  <a:pt x="834242" y="1772413"/>
                </a:cubicBezTo>
                <a:cubicBezTo>
                  <a:pt x="721094" y="1924269"/>
                  <a:pt x="655586" y="2126745"/>
                  <a:pt x="560303" y="2272649"/>
                </a:cubicBezTo>
                <a:cubicBezTo>
                  <a:pt x="548393" y="2311356"/>
                  <a:pt x="536482" y="2353042"/>
                  <a:pt x="521593" y="2394728"/>
                </a:cubicBezTo>
                <a:cubicBezTo>
                  <a:pt x="506707" y="2436415"/>
                  <a:pt x="497773" y="2478101"/>
                  <a:pt x="485862" y="2519787"/>
                </a:cubicBezTo>
                <a:cubicBezTo>
                  <a:pt x="456086" y="2609115"/>
                  <a:pt x="411424" y="2704398"/>
                  <a:pt x="408444" y="2781816"/>
                </a:cubicBezTo>
                <a:cubicBezTo>
                  <a:pt x="390579" y="2841367"/>
                  <a:pt x="372714" y="2900919"/>
                  <a:pt x="357827" y="2960471"/>
                </a:cubicBezTo>
                <a:cubicBezTo>
                  <a:pt x="348893" y="3005137"/>
                  <a:pt x="342937" y="3049799"/>
                  <a:pt x="334006" y="3094464"/>
                </a:cubicBezTo>
                <a:lnTo>
                  <a:pt x="322096" y="3162947"/>
                </a:lnTo>
                <a:cubicBezTo>
                  <a:pt x="319117" y="3186768"/>
                  <a:pt x="316141" y="3207613"/>
                  <a:pt x="313161" y="3231434"/>
                </a:cubicBezTo>
                <a:cubicBezTo>
                  <a:pt x="304230" y="3293962"/>
                  <a:pt x="292320" y="3353513"/>
                  <a:pt x="286365" y="3416044"/>
                </a:cubicBezTo>
                <a:cubicBezTo>
                  <a:pt x="283386" y="3454752"/>
                  <a:pt x="280409" y="3487507"/>
                  <a:pt x="277431" y="3529193"/>
                </a:cubicBezTo>
                <a:cubicBezTo>
                  <a:pt x="280410" y="3558969"/>
                  <a:pt x="286365" y="3588745"/>
                  <a:pt x="292320" y="3648297"/>
                </a:cubicBezTo>
                <a:lnTo>
                  <a:pt x="299297" y="3583399"/>
                </a:lnTo>
                <a:lnTo>
                  <a:pt x="298275" y="3561945"/>
                </a:lnTo>
                <a:cubicBezTo>
                  <a:pt x="301251" y="3520259"/>
                  <a:pt x="307207" y="3475593"/>
                  <a:pt x="310185" y="3436886"/>
                </a:cubicBezTo>
                <a:cubicBezTo>
                  <a:pt x="316141" y="3374355"/>
                  <a:pt x="328051" y="3314803"/>
                  <a:pt x="336982" y="3252275"/>
                </a:cubicBezTo>
                <a:lnTo>
                  <a:pt x="358237" y="3226770"/>
                </a:lnTo>
                <a:lnTo>
                  <a:pt x="389100" y="3020223"/>
                </a:lnTo>
                <a:lnTo>
                  <a:pt x="387603" y="2984292"/>
                </a:lnTo>
                <a:lnTo>
                  <a:pt x="417019" y="2899960"/>
                </a:lnTo>
                <a:lnTo>
                  <a:pt x="434522" y="2829157"/>
                </a:lnTo>
                <a:lnTo>
                  <a:pt x="429289" y="2841367"/>
                </a:lnTo>
                <a:cubicBezTo>
                  <a:pt x="423334" y="2838391"/>
                  <a:pt x="417379" y="2835412"/>
                  <a:pt x="411424" y="2835412"/>
                </a:cubicBezTo>
                <a:cubicBezTo>
                  <a:pt x="396534" y="2874122"/>
                  <a:pt x="381648" y="2918785"/>
                  <a:pt x="366758" y="2963450"/>
                </a:cubicBezTo>
                <a:cubicBezTo>
                  <a:pt x="366758" y="2984292"/>
                  <a:pt x="366758" y="3008113"/>
                  <a:pt x="369737" y="3034913"/>
                </a:cubicBezTo>
                <a:cubicBezTo>
                  <a:pt x="360803" y="3082554"/>
                  <a:pt x="354848" y="3124240"/>
                  <a:pt x="348893" y="3171882"/>
                </a:cubicBezTo>
                <a:cubicBezTo>
                  <a:pt x="348893" y="3177837"/>
                  <a:pt x="345917" y="3186768"/>
                  <a:pt x="345917" y="3195703"/>
                </a:cubicBezTo>
                <a:cubicBezTo>
                  <a:pt x="334006" y="3207613"/>
                  <a:pt x="328051" y="3219523"/>
                  <a:pt x="316141" y="3231434"/>
                </a:cubicBezTo>
                <a:cubicBezTo>
                  <a:pt x="319117" y="3207613"/>
                  <a:pt x="322096" y="3186768"/>
                  <a:pt x="325072" y="3162947"/>
                </a:cubicBezTo>
                <a:lnTo>
                  <a:pt x="336982" y="3094464"/>
                </a:lnTo>
                <a:cubicBezTo>
                  <a:pt x="345916" y="3049799"/>
                  <a:pt x="351872" y="3005137"/>
                  <a:pt x="360803" y="2960471"/>
                </a:cubicBezTo>
                <a:cubicBezTo>
                  <a:pt x="378669" y="2900919"/>
                  <a:pt x="396534" y="2841367"/>
                  <a:pt x="411424" y="2781816"/>
                </a:cubicBezTo>
                <a:cubicBezTo>
                  <a:pt x="414400" y="2704398"/>
                  <a:pt x="459065" y="2612094"/>
                  <a:pt x="488841" y="2519787"/>
                </a:cubicBezTo>
                <a:cubicBezTo>
                  <a:pt x="500752" y="2478101"/>
                  <a:pt x="509683" y="2436415"/>
                  <a:pt x="524572" y="2394728"/>
                </a:cubicBezTo>
                <a:cubicBezTo>
                  <a:pt x="536482" y="2353042"/>
                  <a:pt x="551369" y="2314335"/>
                  <a:pt x="563280" y="2272649"/>
                </a:cubicBezTo>
                <a:cubicBezTo>
                  <a:pt x="658562" y="2126745"/>
                  <a:pt x="721094" y="1924269"/>
                  <a:pt x="837218" y="1772413"/>
                </a:cubicBezTo>
                <a:cubicBezTo>
                  <a:pt x="843173" y="1751568"/>
                  <a:pt x="849129" y="1739658"/>
                  <a:pt x="864018" y="1677130"/>
                </a:cubicBezTo>
                <a:close/>
                <a:moveTo>
                  <a:pt x="5842554" y="212154"/>
                </a:moveTo>
                <a:cubicBezTo>
                  <a:pt x="5911037" y="238951"/>
                  <a:pt x="5958678" y="259796"/>
                  <a:pt x="5994410" y="280637"/>
                </a:cubicBezTo>
                <a:cubicBezTo>
                  <a:pt x="6030140" y="298503"/>
                  <a:pt x="6050986" y="316368"/>
                  <a:pt x="6059917" y="334234"/>
                </a:cubicBezTo>
                <a:cubicBezTo>
                  <a:pt x="6003344" y="304458"/>
                  <a:pt x="5952723" y="283617"/>
                  <a:pt x="5914016" y="262772"/>
                </a:cubicBezTo>
                <a:cubicBezTo>
                  <a:pt x="5875306" y="241930"/>
                  <a:pt x="5851485" y="224065"/>
                  <a:pt x="5842554" y="212154"/>
                </a:cubicBezTo>
                <a:close/>
                <a:moveTo>
                  <a:pt x="917614" y="1379371"/>
                </a:moveTo>
                <a:lnTo>
                  <a:pt x="932501" y="1391281"/>
                </a:lnTo>
                <a:lnTo>
                  <a:pt x="932501" y="1391278"/>
                </a:lnTo>
                <a:lnTo>
                  <a:pt x="917618" y="1379371"/>
                </a:lnTo>
                <a:close/>
                <a:moveTo>
                  <a:pt x="5364411" y="6459"/>
                </a:moveTo>
                <a:lnTo>
                  <a:pt x="5388519" y="0"/>
                </a:lnTo>
                <a:lnTo>
                  <a:pt x="5400009" y="1487"/>
                </a:lnTo>
                <a:cubicBezTo>
                  <a:pt x="5420480" y="5953"/>
                  <a:pt x="5443556" y="12652"/>
                  <a:pt x="5467377" y="21585"/>
                </a:cubicBezTo>
                <a:cubicBezTo>
                  <a:pt x="5517995" y="42430"/>
                  <a:pt x="5574570" y="72206"/>
                  <a:pt x="5634122" y="104958"/>
                </a:cubicBezTo>
                <a:cubicBezTo>
                  <a:pt x="5513531" y="66995"/>
                  <a:pt x="5423086" y="39079"/>
                  <a:pt x="5377863" y="16189"/>
                </a:cubicBezTo>
                <a:close/>
                <a:moveTo>
                  <a:pt x="939465" y="1192120"/>
                </a:moveTo>
                <a:lnTo>
                  <a:pt x="989575" y="1178693"/>
                </a:lnTo>
                <a:lnTo>
                  <a:pt x="991590" y="1182987"/>
                </a:lnTo>
                <a:lnTo>
                  <a:pt x="984857" y="1201819"/>
                </a:lnTo>
                <a:lnTo>
                  <a:pt x="1013565" y="1172265"/>
                </a:lnTo>
                <a:lnTo>
                  <a:pt x="1103330" y="1148213"/>
                </a:lnTo>
                <a:lnTo>
                  <a:pt x="1033742" y="1224536"/>
                </a:lnTo>
                <a:lnTo>
                  <a:pt x="1048629" y="1242398"/>
                </a:lnTo>
                <a:lnTo>
                  <a:pt x="1048913" y="1242148"/>
                </a:lnTo>
                <a:lnTo>
                  <a:pt x="1036718" y="1227512"/>
                </a:lnTo>
                <a:cubicBezTo>
                  <a:pt x="1051606" y="1211136"/>
                  <a:pt x="1067983" y="1194015"/>
                  <a:pt x="1083988" y="1176894"/>
                </a:cubicBezTo>
                <a:lnTo>
                  <a:pt x="1111437" y="1146040"/>
                </a:lnTo>
                <a:lnTo>
                  <a:pt x="1250892" y="1108673"/>
                </a:lnTo>
                <a:lnTo>
                  <a:pt x="1135723" y="1237561"/>
                </a:lnTo>
                <a:cubicBezTo>
                  <a:pt x="1050117" y="1338427"/>
                  <a:pt x="969722" y="1443387"/>
                  <a:pt x="893794" y="1552068"/>
                </a:cubicBezTo>
                <a:cubicBezTo>
                  <a:pt x="849128" y="1614599"/>
                  <a:pt x="813397" y="1659261"/>
                  <a:pt x="789577" y="1694992"/>
                </a:cubicBezTo>
                <a:cubicBezTo>
                  <a:pt x="765756" y="1730724"/>
                  <a:pt x="750869" y="1757523"/>
                  <a:pt x="741935" y="1781344"/>
                </a:cubicBezTo>
                <a:cubicBezTo>
                  <a:pt x="727049" y="1808141"/>
                  <a:pt x="709183" y="1834941"/>
                  <a:pt x="694294" y="1861738"/>
                </a:cubicBezTo>
                <a:cubicBezTo>
                  <a:pt x="664518" y="1918314"/>
                  <a:pt x="634742" y="1974886"/>
                  <a:pt x="604966" y="2028483"/>
                </a:cubicBezTo>
                <a:lnTo>
                  <a:pt x="507798" y="2181601"/>
                </a:lnTo>
                <a:lnTo>
                  <a:pt x="506706" y="2186297"/>
                </a:lnTo>
                <a:cubicBezTo>
                  <a:pt x="494796" y="2213097"/>
                  <a:pt x="485862" y="2245849"/>
                  <a:pt x="473952" y="2275625"/>
                </a:cubicBezTo>
                <a:cubicBezTo>
                  <a:pt x="465020" y="2293490"/>
                  <a:pt x="459065" y="2305401"/>
                  <a:pt x="450131" y="2317311"/>
                </a:cubicBezTo>
                <a:lnTo>
                  <a:pt x="444176" y="2323266"/>
                </a:lnTo>
                <a:lnTo>
                  <a:pt x="417751" y="2411106"/>
                </a:lnTo>
                <a:cubicBezTo>
                  <a:pt x="412915" y="2433439"/>
                  <a:pt x="411424" y="2449816"/>
                  <a:pt x="411424" y="2463215"/>
                </a:cubicBezTo>
                <a:cubicBezTo>
                  <a:pt x="411424" y="2490011"/>
                  <a:pt x="414400" y="2507877"/>
                  <a:pt x="405469" y="2537653"/>
                </a:cubicBezTo>
                <a:cubicBezTo>
                  <a:pt x="390579" y="2579339"/>
                  <a:pt x="378668" y="2618049"/>
                  <a:pt x="363782" y="2659736"/>
                </a:cubicBezTo>
                <a:cubicBezTo>
                  <a:pt x="351872" y="2701422"/>
                  <a:pt x="336982" y="2740129"/>
                  <a:pt x="325072" y="2781816"/>
                </a:cubicBezTo>
                <a:cubicBezTo>
                  <a:pt x="310186" y="2844347"/>
                  <a:pt x="298275" y="2900919"/>
                  <a:pt x="283386" y="2960471"/>
                </a:cubicBezTo>
                <a:cubicBezTo>
                  <a:pt x="274455" y="3017047"/>
                  <a:pt x="268499" y="3070644"/>
                  <a:pt x="259565" y="3124240"/>
                </a:cubicBezTo>
                <a:cubicBezTo>
                  <a:pt x="250633" y="3177837"/>
                  <a:pt x="247655" y="3234410"/>
                  <a:pt x="244678" y="3288006"/>
                </a:cubicBezTo>
                <a:cubicBezTo>
                  <a:pt x="253610" y="3246320"/>
                  <a:pt x="259565" y="3207613"/>
                  <a:pt x="265520" y="3174858"/>
                </a:cubicBezTo>
                <a:lnTo>
                  <a:pt x="267452" y="3165520"/>
                </a:lnTo>
                <a:lnTo>
                  <a:pt x="271475" y="3121261"/>
                </a:lnTo>
                <a:cubicBezTo>
                  <a:pt x="280410" y="3067664"/>
                  <a:pt x="286365" y="3011092"/>
                  <a:pt x="295296" y="2957495"/>
                </a:cubicBezTo>
                <a:lnTo>
                  <a:pt x="302755" y="2959983"/>
                </a:lnTo>
                <a:lnTo>
                  <a:pt x="303402" y="2957217"/>
                </a:lnTo>
                <a:lnTo>
                  <a:pt x="295299" y="2954516"/>
                </a:lnTo>
                <a:cubicBezTo>
                  <a:pt x="310186" y="2891985"/>
                  <a:pt x="322096" y="2835412"/>
                  <a:pt x="336986" y="2775860"/>
                </a:cubicBezTo>
                <a:cubicBezTo>
                  <a:pt x="348896" y="2734174"/>
                  <a:pt x="360806" y="2692488"/>
                  <a:pt x="375693" y="2653777"/>
                </a:cubicBezTo>
                <a:lnTo>
                  <a:pt x="417188" y="2532257"/>
                </a:lnTo>
                <a:lnTo>
                  <a:pt x="414403" y="2531698"/>
                </a:lnTo>
                <a:cubicBezTo>
                  <a:pt x="423334" y="2501922"/>
                  <a:pt x="420358" y="2484056"/>
                  <a:pt x="420358" y="2457259"/>
                </a:cubicBezTo>
                <a:cubicBezTo>
                  <a:pt x="420358" y="2430460"/>
                  <a:pt x="423334" y="2391752"/>
                  <a:pt x="453110" y="2317311"/>
                </a:cubicBezTo>
                <a:cubicBezTo>
                  <a:pt x="459065" y="2305401"/>
                  <a:pt x="465020" y="2290514"/>
                  <a:pt x="476931" y="2275625"/>
                </a:cubicBezTo>
                <a:lnTo>
                  <a:pt x="477731" y="2273449"/>
                </a:lnTo>
                <a:lnTo>
                  <a:pt x="509686" y="2186297"/>
                </a:lnTo>
                <a:cubicBezTo>
                  <a:pt x="542438" y="2132700"/>
                  <a:pt x="572214" y="2082082"/>
                  <a:pt x="607945" y="2031462"/>
                </a:cubicBezTo>
                <a:cubicBezTo>
                  <a:pt x="637721" y="1974889"/>
                  <a:pt x="664521" y="1918314"/>
                  <a:pt x="697273" y="1864717"/>
                </a:cubicBezTo>
                <a:cubicBezTo>
                  <a:pt x="712162" y="1840896"/>
                  <a:pt x="730028" y="1811120"/>
                  <a:pt x="744914" y="1784323"/>
                </a:cubicBezTo>
                <a:cubicBezTo>
                  <a:pt x="753848" y="1760503"/>
                  <a:pt x="768735" y="1733703"/>
                  <a:pt x="792556" y="1697972"/>
                </a:cubicBezTo>
                <a:cubicBezTo>
                  <a:pt x="816376" y="1662241"/>
                  <a:pt x="852108" y="1617578"/>
                  <a:pt x="896773" y="1555047"/>
                </a:cubicBezTo>
                <a:cubicBezTo>
                  <a:pt x="972701" y="1444876"/>
                  <a:pt x="1053096" y="1339916"/>
                  <a:pt x="1138702" y="1239423"/>
                </a:cubicBezTo>
                <a:lnTo>
                  <a:pt x="1257734" y="1106840"/>
                </a:lnTo>
                <a:lnTo>
                  <a:pt x="1346684" y="1083006"/>
                </a:lnTo>
                <a:lnTo>
                  <a:pt x="1309169" y="1125903"/>
                </a:lnTo>
                <a:cubicBezTo>
                  <a:pt x="1278649" y="1161262"/>
                  <a:pt x="1248129" y="1197738"/>
                  <a:pt x="1218353" y="1236446"/>
                </a:cubicBezTo>
                <a:cubicBezTo>
                  <a:pt x="1200488" y="1257288"/>
                  <a:pt x="1182622" y="1275153"/>
                  <a:pt x="1167733" y="1295998"/>
                </a:cubicBezTo>
                <a:cubicBezTo>
                  <a:pt x="1149867" y="1316840"/>
                  <a:pt x="1134980" y="1337685"/>
                  <a:pt x="1117115" y="1358526"/>
                </a:cubicBezTo>
                <a:lnTo>
                  <a:pt x="893284" y="1605921"/>
                </a:lnTo>
                <a:lnTo>
                  <a:pt x="1120091" y="1355550"/>
                </a:lnTo>
                <a:cubicBezTo>
                  <a:pt x="1137957" y="1334705"/>
                  <a:pt x="1152843" y="1313864"/>
                  <a:pt x="1170708" y="1293019"/>
                </a:cubicBezTo>
                <a:cubicBezTo>
                  <a:pt x="1188574" y="1272177"/>
                  <a:pt x="1206439" y="1254312"/>
                  <a:pt x="1221329" y="1233467"/>
                </a:cubicBezTo>
                <a:cubicBezTo>
                  <a:pt x="1251105" y="1194758"/>
                  <a:pt x="1281625" y="1159027"/>
                  <a:pt x="1312145" y="1124040"/>
                </a:cubicBezTo>
                <a:lnTo>
                  <a:pt x="1347941" y="1082669"/>
                </a:lnTo>
                <a:lnTo>
                  <a:pt x="5198604" y="50887"/>
                </a:lnTo>
                <a:lnTo>
                  <a:pt x="5220239" y="57319"/>
                </a:lnTo>
                <a:lnTo>
                  <a:pt x="5273835" y="72206"/>
                </a:lnTo>
                <a:lnTo>
                  <a:pt x="5327432" y="90071"/>
                </a:lnTo>
                <a:lnTo>
                  <a:pt x="5328122" y="90703"/>
                </a:lnTo>
                <a:lnTo>
                  <a:pt x="5366558" y="97330"/>
                </a:lnTo>
                <a:cubicBezTo>
                  <a:pt x="5399776" y="105145"/>
                  <a:pt x="5439136" y="118172"/>
                  <a:pt x="5459700" y="131942"/>
                </a:cubicBezTo>
                <a:lnTo>
                  <a:pt x="5472710" y="151655"/>
                </a:lnTo>
                <a:lnTo>
                  <a:pt x="5476311" y="152602"/>
                </a:lnTo>
                <a:cubicBezTo>
                  <a:pt x="5503108" y="164513"/>
                  <a:pt x="5532884" y="176423"/>
                  <a:pt x="5559684" y="185354"/>
                </a:cubicBezTo>
                <a:cubicBezTo>
                  <a:pt x="5583505" y="194289"/>
                  <a:pt x="5607325" y="203220"/>
                  <a:pt x="5631147" y="215130"/>
                </a:cubicBezTo>
                <a:cubicBezTo>
                  <a:pt x="5654967" y="227041"/>
                  <a:pt x="5678788" y="235975"/>
                  <a:pt x="5702608" y="247885"/>
                </a:cubicBezTo>
                <a:cubicBezTo>
                  <a:pt x="5714519" y="256817"/>
                  <a:pt x="5732385" y="265751"/>
                  <a:pt x="5756205" y="277661"/>
                </a:cubicBezTo>
                <a:cubicBezTo>
                  <a:pt x="5768115" y="283617"/>
                  <a:pt x="5780026" y="289572"/>
                  <a:pt x="5791937" y="295527"/>
                </a:cubicBezTo>
                <a:cubicBezTo>
                  <a:pt x="5803847" y="301482"/>
                  <a:pt x="5818733" y="307437"/>
                  <a:pt x="5830644" y="316368"/>
                </a:cubicBezTo>
                <a:cubicBezTo>
                  <a:pt x="5884240" y="343168"/>
                  <a:pt x="5937837" y="369965"/>
                  <a:pt x="5961658" y="390810"/>
                </a:cubicBezTo>
                <a:cubicBezTo>
                  <a:pt x="6015254" y="426541"/>
                  <a:pt x="6071830" y="459293"/>
                  <a:pt x="6128403" y="498003"/>
                </a:cubicBezTo>
                <a:cubicBezTo>
                  <a:pt x="6155202" y="515869"/>
                  <a:pt x="6184979" y="536710"/>
                  <a:pt x="6214755" y="557555"/>
                </a:cubicBezTo>
                <a:lnTo>
                  <a:pt x="6217256" y="559340"/>
                </a:lnTo>
                <a:lnTo>
                  <a:pt x="6261383" y="586149"/>
                </a:lnTo>
                <a:lnTo>
                  <a:pt x="6417221" y="698379"/>
                </a:lnTo>
                <a:lnTo>
                  <a:pt x="7635473" y="5244954"/>
                </a:lnTo>
                <a:lnTo>
                  <a:pt x="7555824" y="5419713"/>
                </a:lnTo>
                <a:cubicBezTo>
                  <a:pt x="7525349" y="5481984"/>
                  <a:pt x="7493226" y="5543303"/>
                  <a:pt x="7459513" y="5603611"/>
                </a:cubicBezTo>
                <a:lnTo>
                  <a:pt x="7432760" y="5645910"/>
                </a:lnTo>
                <a:lnTo>
                  <a:pt x="7432588" y="5646260"/>
                </a:lnTo>
                <a:cubicBezTo>
                  <a:pt x="7420679" y="5676036"/>
                  <a:pt x="7396857" y="5714746"/>
                  <a:pt x="7370057" y="5753453"/>
                </a:cubicBezTo>
                <a:cubicBezTo>
                  <a:pt x="7343261" y="5792164"/>
                  <a:pt x="7319440" y="5833850"/>
                  <a:pt x="7307530" y="5869581"/>
                </a:cubicBezTo>
                <a:cubicBezTo>
                  <a:pt x="7286685" y="5896378"/>
                  <a:pt x="7259888" y="5926153"/>
                  <a:pt x="7236067" y="5958909"/>
                </a:cubicBezTo>
                <a:cubicBezTo>
                  <a:pt x="7212246" y="5991661"/>
                  <a:pt x="7191402" y="6027392"/>
                  <a:pt x="7176515" y="6060147"/>
                </a:cubicBezTo>
                <a:cubicBezTo>
                  <a:pt x="7090164" y="6179251"/>
                  <a:pt x="6950219" y="6331107"/>
                  <a:pt x="6825159" y="6456166"/>
                </a:cubicBezTo>
                <a:cubicBezTo>
                  <a:pt x="6786450" y="6488920"/>
                  <a:pt x="6747742" y="6521672"/>
                  <a:pt x="6709032" y="6554427"/>
                </a:cubicBezTo>
                <a:lnTo>
                  <a:pt x="6697890" y="6562899"/>
                </a:lnTo>
                <a:lnTo>
                  <a:pt x="6693086" y="6567763"/>
                </a:lnTo>
                <a:lnTo>
                  <a:pt x="6644525" y="6607349"/>
                </a:lnTo>
                <a:lnTo>
                  <a:pt x="6604818" y="6652687"/>
                </a:lnTo>
                <a:cubicBezTo>
                  <a:pt x="6557176" y="6691397"/>
                  <a:pt x="6509535" y="6727128"/>
                  <a:pt x="6458914" y="6762859"/>
                </a:cubicBezTo>
                <a:lnTo>
                  <a:pt x="6436053" y="6777302"/>
                </a:lnTo>
                <a:lnTo>
                  <a:pt x="6373957" y="6827922"/>
                </a:lnTo>
                <a:lnTo>
                  <a:pt x="6364991" y="6833746"/>
                </a:lnTo>
                <a:lnTo>
                  <a:pt x="6358255" y="6840083"/>
                </a:lnTo>
                <a:lnTo>
                  <a:pt x="3387117" y="7636198"/>
                </a:lnTo>
                <a:lnTo>
                  <a:pt x="3347331" y="7629337"/>
                </a:lnTo>
                <a:cubicBezTo>
                  <a:pt x="3320534" y="7623382"/>
                  <a:pt x="3293734" y="7620405"/>
                  <a:pt x="3266937" y="7614450"/>
                </a:cubicBezTo>
                <a:cubicBezTo>
                  <a:pt x="3159744" y="7596585"/>
                  <a:pt x="3061482" y="7575741"/>
                  <a:pt x="2942378" y="7531078"/>
                </a:cubicBezTo>
                <a:cubicBezTo>
                  <a:pt x="2864961" y="7513212"/>
                  <a:pt x="2820299" y="7495347"/>
                  <a:pt x="2778612" y="7483437"/>
                </a:cubicBezTo>
                <a:cubicBezTo>
                  <a:pt x="2760747" y="7471526"/>
                  <a:pt x="2745857" y="7456636"/>
                  <a:pt x="2730970" y="7441750"/>
                </a:cubicBezTo>
                <a:cubicBezTo>
                  <a:pt x="2695239" y="7435795"/>
                  <a:pt x="2659508" y="7429840"/>
                  <a:pt x="2620798" y="7420906"/>
                </a:cubicBezTo>
                <a:cubicBezTo>
                  <a:pt x="2564225" y="7394109"/>
                  <a:pt x="2513604" y="7367309"/>
                  <a:pt x="2457032" y="7337533"/>
                </a:cubicBezTo>
                <a:cubicBezTo>
                  <a:pt x="2439166" y="7337533"/>
                  <a:pt x="2427256" y="7340512"/>
                  <a:pt x="2409390" y="7340512"/>
                </a:cubicBezTo>
                <a:cubicBezTo>
                  <a:pt x="2349839" y="7310736"/>
                  <a:pt x="2296241" y="7283936"/>
                  <a:pt x="2239666" y="7254160"/>
                </a:cubicBezTo>
                <a:cubicBezTo>
                  <a:pt x="2230735" y="7236294"/>
                  <a:pt x="2218824" y="7218429"/>
                  <a:pt x="2209890" y="7200563"/>
                </a:cubicBezTo>
                <a:cubicBezTo>
                  <a:pt x="2209890" y="7200563"/>
                  <a:pt x="2212869" y="7200563"/>
                  <a:pt x="2215845" y="7197588"/>
                </a:cubicBezTo>
                <a:cubicBezTo>
                  <a:pt x="2248600" y="7218429"/>
                  <a:pt x="2284332" y="7236295"/>
                  <a:pt x="2320063" y="7254160"/>
                </a:cubicBezTo>
                <a:cubicBezTo>
                  <a:pt x="2355794" y="7272026"/>
                  <a:pt x="2388546" y="7289891"/>
                  <a:pt x="2424277" y="7310736"/>
                </a:cubicBezTo>
                <a:cubicBezTo>
                  <a:pt x="2436187" y="7304781"/>
                  <a:pt x="2445122" y="7298825"/>
                  <a:pt x="2454053" y="7292870"/>
                </a:cubicBezTo>
                <a:cubicBezTo>
                  <a:pt x="2397480" y="7266071"/>
                  <a:pt x="2361749" y="7236295"/>
                  <a:pt x="2331973" y="7212474"/>
                </a:cubicBezTo>
                <a:cubicBezTo>
                  <a:pt x="2302197" y="7188653"/>
                  <a:pt x="2272421" y="7173767"/>
                  <a:pt x="2230735" y="7167811"/>
                </a:cubicBezTo>
                <a:cubicBezTo>
                  <a:pt x="2147362" y="7108260"/>
                  <a:pt x="2120562" y="7108259"/>
                  <a:pt x="2090786" y="7087415"/>
                </a:cubicBezTo>
                <a:cubicBezTo>
                  <a:pt x="2049100" y="7060618"/>
                  <a:pt x="2010393" y="7036797"/>
                  <a:pt x="1971682" y="7009998"/>
                </a:cubicBezTo>
                <a:cubicBezTo>
                  <a:pt x="1876399" y="6956401"/>
                  <a:pt x="1903199" y="7012976"/>
                  <a:pt x="1784096" y="6929604"/>
                </a:cubicBezTo>
                <a:cubicBezTo>
                  <a:pt x="1760275" y="6911738"/>
                  <a:pt x="1739430" y="6893873"/>
                  <a:pt x="1712634" y="6870053"/>
                </a:cubicBezTo>
                <a:cubicBezTo>
                  <a:pt x="1718589" y="6870053"/>
                  <a:pt x="1724544" y="6867073"/>
                  <a:pt x="1727520" y="6864097"/>
                </a:cubicBezTo>
                <a:cubicBezTo>
                  <a:pt x="1754320" y="6873029"/>
                  <a:pt x="1775161" y="6878983"/>
                  <a:pt x="1798982" y="6884939"/>
                </a:cubicBezTo>
                <a:cubicBezTo>
                  <a:pt x="1748365" y="6828366"/>
                  <a:pt x="1739430" y="6804545"/>
                  <a:pt x="1650103" y="6730104"/>
                </a:cubicBezTo>
                <a:cubicBezTo>
                  <a:pt x="1620327" y="6706283"/>
                  <a:pt x="1593530" y="6682462"/>
                  <a:pt x="1566730" y="6661621"/>
                </a:cubicBezTo>
                <a:cubicBezTo>
                  <a:pt x="1539933" y="6637800"/>
                  <a:pt x="1513133" y="6616955"/>
                  <a:pt x="1489312" y="6593135"/>
                </a:cubicBezTo>
                <a:cubicBezTo>
                  <a:pt x="1471447" y="6575269"/>
                  <a:pt x="1423806" y="6557403"/>
                  <a:pt x="1391053" y="6512741"/>
                </a:cubicBezTo>
                <a:cubicBezTo>
                  <a:pt x="1340433" y="6459144"/>
                  <a:pt x="1298746" y="6408524"/>
                  <a:pt x="1248129" y="6354927"/>
                </a:cubicBezTo>
                <a:lnTo>
                  <a:pt x="1238322" y="6324279"/>
                </a:lnTo>
                <a:lnTo>
                  <a:pt x="1209418" y="6295375"/>
                </a:lnTo>
                <a:cubicBezTo>
                  <a:pt x="1176667" y="6262623"/>
                  <a:pt x="1143912" y="6226892"/>
                  <a:pt x="1111160" y="6188182"/>
                </a:cubicBezTo>
                <a:cubicBezTo>
                  <a:pt x="1105205" y="6167340"/>
                  <a:pt x="1060539" y="6110764"/>
                  <a:pt x="1099249" y="6134585"/>
                </a:cubicBezTo>
                <a:cubicBezTo>
                  <a:pt x="1084360" y="6116720"/>
                  <a:pt x="1072449" y="6095878"/>
                  <a:pt x="1060539" y="6080988"/>
                </a:cubicBezTo>
                <a:lnTo>
                  <a:pt x="1055928" y="6073758"/>
                </a:lnTo>
                <a:lnTo>
                  <a:pt x="1009918" y="6042278"/>
                </a:lnTo>
                <a:cubicBezTo>
                  <a:pt x="974187" y="6000592"/>
                  <a:pt x="944411" y="5955930"/>
                  <a:pt x="920590" y="5914243"/>
                </a:cubicBezTo>
                <a:cubicBezTo>
                  <a:pt x="896770" y="5869578"/>
                  <a:pt x="878904" y="5827891"/>
                  <a:pt x="869973" y="5795139"/>
                </a:cubicBezTo>
                <a:lnTo>
                  <a:pt x="864018" y="5795140"/>
                </a:lnTo>
                <a:cubicBezTo>
                  <a:pt x="840197" y="5753454"/>
                  <a:pt x="816376" y="5708791"/>
                  <a:pt x="795535" y="5664126"/>
                </a:cubicBezTo>
                <a:cubicBezTo>
                  <a:pt x="774690" y="5619463"/>
                  <a:pt x="750869" y="5577777"/>
                  <a:pt x="730028" y="5533111"/>
                </a:cubicBezTo>
                <a:cubicBezTo>
                  <a:pt x="706207" y="5482494"/>
                  <a:pt x="682386" y="5431873"/>
                  <a:pt x="661541" y="5381255"/>
                </a:cubicBezTo>
                <a:cubicBezTo>
                  <a:pt x="640700" y="5330635"/>
                  <a:pt x="619855" y="5277038"/>
                  <a:pt x="599014" y="5226421"/>
                </a:cubicBezTo>
                <a:cubicBezTo>
                  <a:pt x="622834" y="5259173"/>
                  <a:pt x="643676" y="5291928"/>
                  <a:pt x="661541" y="5330635"/>
                </a:cubicBezTo>
                <a:cubicBezTo>
                  <a:pt x="679407" y="5369346"/>
                  <a:pt x="697273" y="5411032"/>
                  <a:pt x="724073" y="5461649"/>
                </a:cubicBezTo>
                <a:cubicBezTo>
                  <a:pt x="735983" y="5479515"/>
                  <a:pt x="738959" y="5509290"/>
                  <a:pt x="744914" y="5533112"/>
                </a:cubicBezTo>
                <a:lnTo>
                  <a:pt x="753530" y="5545744"/>
                </a:lnTo>
                <a:lnTo>
                  <a:pt x="742926" y="5490615"/>
                </a:lnTo>
                <a:lnTo>
                  <a:pt x="715276" y="5440433"/>
                </a:lnTo>
                <a:lnTo>
                  <a:pt x="670266" y="5339222"/>
                </a:lnTo>
                <a:lnTo>
                  <a:pt x="616876" y="5250239"/>
                </a:lnTo>
                <a:cubicBezTo>
                  <a:pt x="596034" y="5190686"/>
                  <a:pt x="572214" y="5131135"/>
                  <a:pt x="551369" y="5071583"/>
                </a:cubicBezTo>
                <a:lnTo>
                  <a:pt x="495246" y="4888441"/>
                </a:lnTo>
                <a:lnTo>
                  <a:pt x="476818" y="4835054"/>
                </a:lnTo>
                <a:cubicBezTo>
                  <a:pt x="445592" y="4730083"/>
                  <a:pt x="418767" y="4623215"/>
                  <a:pt x="396553" y="4514668"/>
                </a:cubicBezTo>
                <a:lnTo>
                  <a:pt x="361056" y="4282085"/>
                </a:lnTo>
                <a:lnTo>
                  <a:pt x="360803" y="4288478"/>
                </a:lnTo>
                <a:cubicBezTo>
                  <a:pt x="360803" y="4303367"/>
                  <a:pt x="360803" y="4315278"/>
                  <a:pt x="363782" y="4336119"/>
                </a:cubicBezTo>
                <a:cubicBezTo>
                  <a:pt x="369737" y="4371850"/>
                  <a:pt x="375692" y="4407581"/>
                  <a:pt x="378669" y="4446292"/>
                </a:cubicBezTo>
                <a:cubicBezTo>
                  <a:pt x="384624" y="4484999"/>
                  <a:pt x="390579" y="4523709"/>
                  <a:pt x="396534" y="4559440"/>
                </a:cubicBezTo>
                <a:cubicBezTo>
                  <a:pt x="381648" y="4532640"/>
                  <a:pt x="375693" y="4496909"/>
                  <a:pt x="366758" y="4461178"/>
                </a:cubicBezTo>
                <a:cubicBezTo>
                  <a:pt x="360803" y="4422471"/>
                  <a:pt x="354848" y="4380785"/>
                  <a:pt x="345917" y="4336119"/>
                </a:cubicBezTo>
                <a:cubicBezTo>
                  <a:pt x="331027" y="4336119"/>
                  <a:pt x="328051" y="4336119"/>
                  <a:pt x="322096" y="4336119"/>
                </a:cubicBezTo>
                <a:cubicBezTo>
                  <a:pt x="319117" y="4303367"/>
                  <a:pt x="316141" y="4273591"/>
                  <a:pt x="307206" y="4222971"/>
                </a:cubicBezTo>
                <a:cubicBezTo>
                  <a:pt x="301251" y="4199150"/>
                  <a:pt x="292320" y="4175329"/>
                  <a:pt x="286365" y="4151508"/>
                </a:cubicBezTo>
                <a:cubicBezTo>
                  <a:pt x="280409" y="4127688"/>
                  <a:pt x="274454" y="4103867"/>
                  <a:pt x="268499" y="4083025"/>
                </a:cubicBezTo>
                <a:cubicBezTo>
                  <a:pt x="250633" y="4062181"/>
                  <a:pt x="235744" y="4047294"/>
                  <a:pt x="217878" y="4029428"/>
                </a:cubicBezTo>
                <a:cubicBezTo>
                  <a:pt x="211924" y="4029429"/>
                  <a:pt x="208947" y="4029429"/>
                  <a:pt x="202992" y="4029429"/>
                </a:cubicBezTo>
                <a:cubicBezTo>
                  <a:pt x="197037" y="4011563"/>
                  <a:pt x="191082" y="3984763"/>
                  <a:pt x="188103" y="3954987"/>
                </a:cubicBezTo>
                <a:cubicBezTo>
                  <a:pt x="185127" y="3925211"/>
                  <a:pt x="182147" y="3892459"/>
                  <a:pt x="182148" y="3859704"/>
                </a:cubicBezTo>
                <a:cubicBezTo>
                  <a:pt x="182148" y="3797176"/>
                  <a:pt x="185127" y="3740600"/>
                  <a:pt x="194058" y="3725714"/>
                </a:cubicBezTo>
                <a:cubicBezTo>
                  <a:pt x="197037" y="3707849"/>
                  <a:pt x="197037" y="3692959"/>
                  <a:pt x="200013" y="3678073"/>
                </a:cubicBezTo>
                <a:lnTo>
                  <a:pt x="210154" y="3645396"/>
                </a:lnTo>
                <a:lnTo>
                  <a:pt x="205224" y="3570879"/>
                </a:lnTo>
                <a:cubicBezTo>
                  <a:pt x="205968" y="3533660"/>
                  <a:pt x="208944" y="3494950"/>
                  <a:pt x="211924" y="3460707"/>
                </a:cubicBezTo>
                <a:lnTo>
                  <a:pt x="223834" y="3438377"/>
                </a:lnTo>
                <a:lnTo>
                  <a:pt x="223834" y="3424976"/>
                </a:lnTo>
                <a:cubicBezTo>
                  <a:pt x="217878" y="3442841"/>
                  <a:pt x="208947" y="3454752"/>
                  <a:pt x="200013" y="3469641"/>
                </a:cubicBezTo>
                <a:cubicBezTo>
                  <a:pt x="194058" y="3457731"/>
                  <a:pt x="185126" y="3451776"/>
                  <a:pt x="179171" y="3439865"/>
                </a:cubicBezTo>
                <a:cubicBezTo>
                  <a:pt x="167261" y="3422000"/>
                  <a:pt x="170237" y="3261210"/>
                  <a:pt x="140461" y="3386268"/>
                </a:cubicBezTo>
                <a:lnTo>
                  <a:pt x="133390" y="3343838"/>
                </a:lnTo>
                <a:lnTo>
                  <a:pt x="131530" y="3347558"/>
                </a:lnTo>
                <a:cubicBezTo>
                  <a:pt x="128551" y="3386268"/>
                  <a:pt x="122595" y="3427955"/>
                  <a:pt x="119620" y="3466662"/>
                </a:cubicBezTo>
                <a:cubicBezTo>
                  <a:pt x="116641" y="3505372"/>
                  <a:pt x="110685" y="3547059"/>
                  <a:pt x="110685" y="3585766"/>
                </a:cubicBezTo>
                <a:cubicBezTo>
                  <a:pt x="107709" y="3615542"/>
                  <a:pt x="104730" y="3648297"/>
                  <a:pt x="101754" y="3678073"/>
                </a:cubicBezTo>
                <a:lnTo>
                  <a:pt x="101754" y="3868635"/>
                </a:lnTo>
                <a:cubicBezTo>
                  <a:pt x="101754" y="3901390"/>
                  <a:pt x="101754" y="3934142"/>
                  <a:pt x="104730" y="3966898"/>
                </a:cubicBezTo>
                <a:cubicBezTo>
                  <a:pt x="107709" y="3999649"/>
                  <a:pt x="110685" y="4032405"/>
                  <a:pt x="110685" y="4065157"/>
                </a:cubicBezTo>
                <a:cubicBezTo>
                  <a:pt x="98775" y="4068136"/>
                  <a:pt x="101754" y="4178305"/>
                  <a:pt x="83888" y="4157464"/>
                </a:cubicBezTo>
                <a:cubicBezTo>
                  <a:pt x="80909" y="4157464"/>
                  <a:pt x="80909" y="4157464"/>
                  <a:pt x="77933" y="4157464"/>
                </a:cubicBezTo>
                <a:cubicBezTo>
                  <a:pt x="60068" y="4091957"/>
                  <a:pt x="60068" y="4035380"/>
                  <a:pt x="60068" y="3978808"/>
                </a:cubicBezTo>
                <a:cubicBezTo>
                  <a:pt x="60068" y="3922232"/>
                  <a:pt x="68999" y="3865659"/>
                  <a:pt x="60068" y="3794197"/>
                </a:cubicBezTo>
                <a:cubicBezTo>
                  <a:pt x="63044" y="3743576"/>
                  <a:pt x="68999" y="3698914"/>
                  <a:pt x="74954" y="3651272"/>
                </a:cubicBezTo>
                <a:lnTo>
                  <a:pt x="101742" y="3678057"/>
                </a:lnTo>
                <a:lnTo>
                  <a:pt x="77933" y="3648296"/>
                </a:lnTo>
                <a:cubicBezTo>
                  <a:pt x="71978" y="3618521"/>
                  <a:pt x="71978" y="3585766"/>
                  <a:pt x="71978" y="3541103"/>
                </a:cubicBezTo>
                <a:cubicBezTo>
                  <a:pt x="71978" y="3496438"/>
                  <a:pt x="74954" y="3442841"/>
                  <a:pt x="77933" y="3377334"/>
                </a:cubicBezTo>
                <a:cubicBezTo>
                  <a:pt x="77933" y="3362448"/>
                  <a:pt x="80909" y="3347558"/>
                  <a:pt x="80909" y="3332672"/>
                </a:cubicBezTo>
                <a:cubicBezTo>
                  <a:pt x="83888" y="3308851"/>
                  <a:pt x="86864" y="3282051"/>
                  <a:pt x="89844" y="3258230"/>
                </a:cubicBezTo>
                <a:cubicBezTo>
                  <a:pt x="101754" y="3216544"/>
                  <a:pt x="113664" y="3165927"/>
                  <a:pt x="125575" y="3124240"/>
                </a:cubicBezTo>
                <a:lnTo>
                  <a:pt x="143378" y="3035228"/>
                </a:lnTo>
                <a:lnTo>
                  <a:pt x="137485" y="3014068"/>
                </a:lnTo>
                <a:cubicBezTo>
                  <a:pt x="131530" y="3052778"/>
                  <a:pt x="122595" y="3088509"/>
                  <a:pt x="116640" y="3133172"/>
                </a:cubicBezTo>
                <a:cubicBezTo>
                  <a:pt x="104730" y="3174858"/>
                  <a:pt x="92820" y="3225478"/>
                  <a:pt x="80910" y="3267165"/>
                </a:cubicBezTo>
                <a:cubicBezTo>
                  <a:pt x="77933" y="3290986"/>
                  <a:pt x="74954" y="3317782"/>
                  <a:pt x="71978" y="3341603"/>
                </a:cubicBezTo>
                <a:cubicBezTo>
                  <a:pt x="71978" y="3356493"/>
                  <a:pt x="68999" y="3371379"/>
                  <a:pt x="68999" y="3386268"/>
                </a:cubicBezTo>
                <a:cubicBezTo>
                  <a:pt x="68999" y="3451776"/>
                  <a:pt x="66023" y="3505372"/>
                  <a:pt x="63044" y="3550035"/>
                </a:cubicBezTo>
                <a:cubicBezTo>
                  <a:pt x="63044" y="3594700"/>
                  <a:pt x="66023" y="3627452"/>
                  <a:pt x="68999" y="3657228"/>
                </a:cubicBezTo>
                <a:cubicBezTo>
                  <a:pt x="63044" y="3707849"/>
                  <a:pt x="57089" y="3752511"/>
                  <a:pt x="54113" y="3800152"/>
                </a:cubicBezTo>
                <a:cubicBezTo>
                  <a:pt x="63044" y="3871615"/>
                  <a:pt x="54112" y="3928190"/>
                  <a:pt x="54112" y="3984763"/>
                </a:cubicBezTo>
                <a:cubicBezTo>
                  <a:pt x="54112" y="4041339"/>
                  <a:pt x="54112" y="4097911"/>
                  <a:pt x="71978" y="4163419"/>
                </a:cubicBezTo>
                <a:cubicBezTo>
                  <a:pt x="71978" y="4163419"/>
                  <a:pt x="74954" y="4163419"/>
                  <a:pt x="77933" y="4163419"/>
                </a:cubicBezTo>
                <a:cubicBezTo>
                  <a:pt x="89843" y="4219995"/>
                  <a:pt x="101754" y="4273591"/>
                  <a:pt x="116640" y="4333143"/>
                </a:cubicBezTo>
                <a:cubicBezTo>
                  <a:pt x="119620" y="4371850"/>
                  <a:pt x="128551" y="4407581"/>
                  <a:pt x="137485" y="4473088"/>
                </a:cubicBezTo>
                <a:cubicBezTo>
                  <a:pt x="152372" y="4523709"/>
                  <a:pt x="167261" y="4571351"/>
                  <a:pt x="182148" y="4616013"/>
                </a:cubicBezTo>
                <a:cubicBezTo>
                  <a:pt x="188847" y="4700874"/>
                  <a:pt x="234069" y="4835983"/>
                  <a:pt x="252494" y="4923357"/>
                </a:cubicBezTo>
                <a:lnTo>
                  <a:pt x="258633" y="4982258"/>
                </a:lnTo>
                <a:lnTo>
                  <a:pt x="271478" y="4982258"/>
                </a:lnTo>
                <a:cubicBezTo>
                  <a:pt x="304230" y="5065631"/>
                  <a:pt x="325075" y="5110293"/>
                  <a:pt x="336985" y="5140069"/>
                </a:cubicBezTo>
                <a:cubicBezTo>
                  <a:pt x="351872" y="5169845"/>
                  <a:pt x="357827" y="5190690"/>
                  <a:pt x="360806" y="5220465"/>
                </a:cubicBezTo>
                <a:cubicBezTo>
                  <a:pt x="348896" y="5217487"/>
                  <a:pt x="334006" y="5187711"/>
                  <a:pt x="316141" y="5151980"/>
                </a:cubicBezTo>
                <a:cubicBezTo>
                  <a:pt x="298275" y="5116248"/>
                  <a:pt x="283389" y="5074562"/>
                  <a:pt x="268499" y="5044786"/>
                </a:cubicBezTo>
                <a:cubicBezTo>
                  <a:pt x="253613" y="5006079"/>
                  <a:pt x="280410" y="5113273"/>
                  <a:pt x="265523" y="5074562"/>
                </a:cubicBezTo>
                <a:lnTo>
                  <a:pt x="239617" y="4994260"/>
                </a:lnTo>
                <a:lnTo>
                  <a:pt x="220858" y="4997144"/>
                </a:lnTo>
                <a:cubicBezTo>
                  <a:pt x="211923" y="4973324"/>
                  <a:pt x="205968" y="4949503"/>
                  <a:pt x="200013" y="4928662"/>
                </a:cubicBezTo>
                <a:cubicBezTo>
                  <a:pt x="167261" y="4895906"/>
                  <a:pt x="143440" y="4827423"/>
                  <a:pt x="128551" y="4764892"/>
                </a:cubicBezTo>
                <a:cubicBezTo>
                  <a:pt x="113664" y="4702365"/>
                  <a:pt x="101754" y="4642812"/>
                  <a:pt x="83889" y="4618992"/>
                </a:cubicBezTo>
                <a:cubicBezTo>
                  <a:pt x="68999" y="4565395"/>
                  <a:pt x="68999" y="4508820"/>
                  <a:pt x="80909" y="4496909"/>
                </a:cubicBezTo>
                <a:cubicBezTo>
                  <a:pt x="74954" y="4449268"/>
                  <a:pt x="66023" y="4401626"/>
                  <a:pt x="60068" y="4353985"/>
                </a:cubicBezTo>
                <a:cubicBezTo>
                  <a:pt x="54113" y="4306343"/>
                  <a:pt x="51134" y="4258702"/>
                  <a:pt x="45178" y="4211060"/>
                </a:cubicBezTo>
                <a:cubicBezTo>
                  <a:pt x="33268" y="4175329"/>
                  <a:pt x="21357" y="4145553"/>
                  <a:pt x="12426" y="4106846"/>
                </a:cubicBezTo>
                <a:cubicBezTo>
                  <a:pt x="-5440" y="3904370"/>
                  <a:pt x="-8418" y="3669139"/>
                  <a:pt x="33268" y="3553014"/>
                </a:cubicBezTo>
                <a:cubicBezTo>
                  <a:pt x="36247" y="3502393"/>
                  <a:pt x="39223" y="3439865"/>
                  <a:pt x="54112" y="3410089"/>
                </a:cubicBezTo>
                <a:cubicBezTo>
                  <a:pt x="48157" y="3383289"/>
                  <a:pt x="42202" y="3359469"/>
                  <a:pt x="36247" y="3332672"/>
                </a:cubicBezTo>
                <a:cubicBezTo>
                  <a:pt x="42202" y="3282051"/>
                  <a:pt x="36247" y="3165927"/>
                  <a:pt x="71978" y="3118285"/>
                </a:cubicBezTo>
                <a:cubicBezTo>
                  <a:pt x="74954" y="3097440"/>
                  <a:pt x="77933" y="3082554"/>
                  <a:pt x="80909" y="3067664"/>
                </a:cubicBezTo>
                <a:cubicBezTo>
                  <a:pt x="86864" y="2993226"/>
                  <a:pt x="92820" y="2942606"/>
                  <a:pt x="104730" y="2894964"/>
                </a:cubicBezTo>
                <a:cubicBezTo>
                  <a:pt x="125575" y="2853278"/>
                  <a:pt x="152371" y="2784795"/>
                  <a:pt x="167261" y="2769905"/>
                </a:cubicBezTo>
                <a:cubicBezTo>
                  <a:pt x="182147" y="2802660"/>
                  <a:pt x="146416" y="2886033"/>
                  <a:pt x="152372" y="2939630"/>
                </a:cubicBezTo>
                <a:lnTo>
                  <a:pt x="167255" y="2910538"/>
                </a:lnTo>
                <a:lnTo>
                  <a:pt x="176192" y="2840995"/>
                </a:lnTo>
                <a:cubicBezTo>
                  <a:pt x="182148" y="2809356"/>
                  <a:pt x="186615" y="2780328"/>
                  <a:pt x="179172" y="2763950"/>
                </a:cubicBezTo>
                <a:cubicBezTo>
                  <a:pt x="188103" y="2728219"/>
                  <a:pt x="197037" y="2701419"/>
                  <a:pt x="205968" y="2665688"/>
                </a:cubicBezTo>
                <a:cubicBezTo>
                  <a:pt x="220858" y="2618046"/>
                  <a:pt x="232768" y="2567429"/>
                  <a:pt x="247655" y="2516808"/>
                </a:cubicBezTo>
                <a:cubicBezTo>
                  <a:pt x="262544" y="2466191"/>
                  <a:pt x="280409" y="2415570"/>
                  <a:pt x="298275" y="2364953"/>
                </a:cubicBezTo>
                <a:lnTo>
                  <a:pt x="302067" y="2360685"/>
                </a:lnTo>
                <a:lnTo>
                  <a:pt x="325075" y="2239894"/>
                </a:lnTo>
                <a:cubicBezTo>
                  <a:pt x="336985" y="2216073"/>
                  <a:pt x="348896" y="2183318"/>
                  <a:pt x="357827" y="2153542"/>
                </a:cubicBezTo>
                <a:cubicBezTo>
                  <a:pt x="369738" y="2123766"/>
                  <a:pt x="384627" y="2099945"/>
                  <a:pt x="396537" y="2082080"/>
                </a:cubicBezTo>
                <a:cubicBezTo>
                  <a:pt x="423334" y="2031462"/>
                  <a:pt x="444179" y="1980841"/>
                  <a:pt x="473955" y="1933200"/>
                </a:cubicBezTo>
                <a:cubicBezTo>
                  <a:pt x="494796" y="1885558"/>
                  <a:pt x="515641" y="1846851"/>
                  <a:pt x="536483" y="1799210"/>
                </a:cubicBezTo>
                <a:cubicBezTo>
                  <a:pt x="539462" y="1757523"/>
                  <a:pt x="599013" y="1680106"/>
                  <a:pt x="625810" y="1626509"/>
                </a:cubicBezTo>
                <a:cubicBezTo>
                  <a:pt x="640700" y="1608644"/>
                  <a:pt x="658565" y="1590778"/>
                  <a:pt x="691317" y="1552068"/>
                </a:cubicBezTo>
                <a:cubicBezTo>
                  <a:pt x="712162" y="1507406"/>
                  <a:pt x="730028" y="1474651"/>
                  <a:pt x="744914" y="1447854"/>
                </a:cubicBezTo>
                <a:cubicBezTo>
                  <a:pt x="759804" y="1421054"/>
                  <a:pt x="774690" y="1403188"/>
                  <a:pt x="789580" y="1382347"/>
                </a:cubicBezTo>
                <a:cubicBezTo>
                  <a:pt x="807445" y="1364481"/>
                  <a:pt x="834242" y="1334705"/>
                  <a:pt x="837221" y="1358526"/>
                </a:cubicBezTo>
                <a:cubicBezTo>
                  <a:pt x="840197" y="1355547"/>
                  <a:pt x="846152" y="1346616"/>
                  <a:pt x="849132" y="1340660"/>
                </a:cubicBezTo>
                <a:cubicBezTo>
                  <a:pt x="864018" y="1307905"/>
                  <a:pt x="878907" y="1278129"/>
                  <a:pt x="896773" y="1245378"/>
                </a:cubicBezTo>
                <a:cubicBezTo>
                  <a:pt x="904217" y="1237189"/>
                  <a:pt x="912033" y="1227511"/>
                  <a:pt x="919989" y="1217322"/>
                </a:cubicBezTo>
                <a:close/>
              </a:path>
            </a:pathLst>
          </a:custGeom>
          <a:gradFill flip="none" rotWithShape="1">
            <a:gsLst>
              <a:gs pos="0">
                <a:schemeClr val="accent3">
                  <a:lumMod val="75000"/>
                </a:schemeClr>
              </a:gs>
              <a:gs pos="100000">
                <a:schemeClr val="accent3">
                  <a:lumMod val="5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rtl="0"/>
            <a:endParaRPr lang="ru-RU" noProof="0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A2515AF-700C-45E8-AA05-EBCBEACBF23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171062" y="3133725"/>
            <a:ext cx="4099187" cy="2078700"/>
          </a:xfrm>
        </p:spPr>
        <p:txBody>
          <a:bodyPr rtlCol="0" anchor="b"/>
          <a:lstStyle>
            <a:lvl1pPr algn="r">
              <a:lnSpc>
                <a:spcPts val="5000"/>
              </a:lnSpc>
              <a:defRPr sz="4400" cap="all" baseline="0">
                <a:solidFill>
                  <a:schemeClr val="bg1"/>
                </a:solidFill>
              </a:defRPr>
            </a:lvl1pPr>
          </a:lstStyle>
          <a:p>
            <a:pPr rtl="0"/>
            <a:r>
              <a:rPr lang="ru-RU" noProof="0" smtClean="0"/>
              <a:t>Образец заголовка</a:t>
            </a:r>
            <a:endParaRPr lang="ru-RU" noProof="0" dirty="0"/>
          </a:p>
        </p:txBody>
      </p:sp>
      <p:sp>
        <p:nvSpPr>
          <p:cNvPr id="3" name="Подзаголовок 2">
            <a:extLst>
              <a:ext uri="{FF2B5EF4-FFF2-40B4-BE49-F238E27FC236}">
                <a16:creationId xmlns:a16="http://schemas.microsoft.com/office/drawing/2014/main" id="{B89FC95D-4CD8-4192-B0C2-D1B82FBB1DC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171062" y="5428423"/>
            <a:ext cx="4099187" cy="1048939"/>
          </a:xfrm>
        </p:spPr>
        <p:txBody>
          <a:bodyPr rtlCol="0"/>
          <a:lstStyle>
            <a:lvl1pPr marL="0" indent="0" algn="r">
              <a:buNone/>
              <a:defRPr sz="2000" b="1" cap="all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ru-RU" noProof="0" smtClean="0"/>
              <a:t>Образец подзаголовка</a:t>
            </a:r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333783263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B1948E38-8FB0-4E51-A01C-C88794372E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ru-RU" noProof="0" smtClean="0"/>
              <a:t>Образец текста</a:t>
            </a:r>
          </a:p>
          <a:p>
            <a:pPr lvl="1" rtl="0"/>
            <a:r>
              <a:rPr lang="ru-RU" noProof="0" smtClean="0"/>
              <a:t>Второй уровень</a:t>
            </a:r>
          </a:p>
          <a:p>
            <a:pPr lvl="2" rtl="0"/>
            <a:r>
              <a:rPr lang="ru-RU" noProof="0" smtClean="0"/>
              <a:t>Третий уровень</a:t>
            </a:r>
          </a:p>
          <a:p>
            <a:pPr lvl="3" rtl="0"/>
            <a:r>
              <a:rPr lang="ru-RU" noProof="0" smtClean="0"/>
              <a:t>Четвертый уровень</a:t>
            </a:r>
          </a:p>
          <a:p>
            <a:pPr lvl="4" rtl="0"/>
            <a:r>
              <a:rPr lang="ru-RU" noProof="0" smtClean="0"/>
              <a:t>Пятый уровень</a:t>
            </a:r>
            <a:endParaRPr lang="ru-RU" noProof="0" dirty="0"/>
          </a:p>
        </p:txBody>
      </p:sp>
      <p:sp>
        <p:nvSpPr>
          <p:cNvPr id="6" name="Заголовок 5">
            <a:extLst>
              <a:ext uri="{FF2B5EF4-FFF2-40B4-BE49-F238E27FC236}">
                <a16:creationId xmlns:a16="http://schemas.microsoft.com/office/drawing/2014/main" id="{703B4A2F-5217-4795-8F6B-BFD7CF459B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ru-RU" noProof="0" smtClean="0"/>
              <a:t>Образец заголовка</a:t>
            </a:r>
            <a:endParaRPr lang="ru-RU" noProof="0" dirty="0"/>
          </a:p>
        </p:txBody>
      </p:sp>
      <p:sp>
        <p:nvSpPr>
          <p:cNvPr id="7" name="Нижний колонтитул 6">
            <a:extLst>
              <a:ext uri="{FF2B5EF4-FFF2-40B4-BE49-F238E27FC236}">
                <a16:creationId xmlns:a16="http://schemas.microsoft.com/office/drawing/2014/main" id="{332C6E1E-0AF9-4CBB-8AF8-AE4DF400FCA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 rtlCol="0"/>
          <a:lstStyle/>
          <a:p>
            <a:pPr rtl="0"/>
            <a:endParaRPr lang="ru-RU" noProof="0" dirty="0"/>
          </a:p>
        </p:txBody>
      </p:sp>
      <p:sp>
        <p:nvSpPr>
          <p:cNvPr id="8" name="Номер слайда 7">
            <a:extLst>
              <a:ext uri="{FF2B5EF4-FFF2-40B4-BE49-F238E27FC236}">
                <a16:creationId xmlns:a16="http://schemas.microsoft.com/office/drawing/2014/main" id="{B21A256C-91C2-4AC0-B272-C68D44C3EE3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pPr algn="ctr" rtl="0"/>
            <a:fld id="{B67B645E-C5E5-4727-B977-D372A0AA71D9}" type="slidenum">
              <a:rPr lang="ru-RU" noProof="0" smtClean="0"/>
              <a:pPr algn="ctr"/>
              <a:t>‹#›</a:t>
            </a:fld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173450163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Два 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 2">
            <a:extLst>
              <a:ext uri="{FF2B5EF4-FFF2-40B4-BE49-F238E27FC236}">
                <a16:creationId xmlns:a16="http://schemas.microsoft.com/office/drawing/2014/main" id="{A22238F2-C6EC-476F-8371-119AECBA562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32000" y="1152000"/>
            <a:ext cx="5508000" cy="5040000"/>
          </a:xfr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ru-RU" noProof="0" smtClean="0"/>
              <a:t>Образец текста</a:t>
            </a:r>
          </a:p>
          <a:p>
            <a:pPr lvl="1" rtl="0"/>
            <a:r>
              <a:rPr lang="ru-RU" noProof="0" smtClean="0"/>
              <a:t>Второй уровень</a:t>
            </a:r>
          </a:p>
          <a:p>
            <a:pPr lvl="2" rtl="0"/>
            <a:r>
              <a:rPr lang="ru-RU" noProof="0" smtClean="0"/>
              <a:t>Третий уровень</a:t>
            </a:r>
          </a:p>
          <a:p>
            <a:pPr lvl="3" rtl="0"/>
            <a:r>
              <a:rPr lang="ru-RU" noProof="0" smtClean="0"/>
              <a:t>Четвертый уровень</a:t>
            </a:r>
          </a:p>
          <a:p>
            <a:pPr lvl="4" rtl="0"/>
            <a:r>
              <a:rPr lang="ru-RU" noProof="0" smtClean="0"/>
              <a:t>Пятый уровень</a:t>
            </a:r>
            <a:endParaRPr lang="ru-RU" noProof="0" dirty="0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7867C73D-EE16-41D1-B7CE-A35C765E3B8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253200" y="1152525"/>
            <a:ext cx="5508000" cy="5038725"/>
          </a:xfrm>
        </p:spPr>
        <p:txBody>
          <a:bodyPr rtlCol="0"/>
          <a:lstStyle/>
          <a:p>
            <a:pPr lvl="0" rtl="0"/>
            <a:r>
              <a:rPr lang="ru-RU" noProof="0" smtClean="0"/>
              <a:t>Образец текста</a:t>
            </a:r>
          </a:p>
          <a:p>
            <a:pPr lvl="1" rtl="0"/>
            <a:r>
              <a:rPr lang="ru-RU" noProof="0" smtClean="0"/>
              <a:t>Второй уровень</a:t>
            </a:r>
          </a:p>
          <a:p>
            <a:pPr lvl="2" rtl="0"/>
            <a:r>
              <a:rPr lang="ru-RU" noProof="0" smtClean="0"/>
              <a:t>Третий уровень</a:t>
            </a:r>
          </a:p>
          <a:p>
            <a:pPr lvl="3" rtl="0"/>
            <a:r>
              <a:rPr lang="ru-RU" noProof="0" smtClean="0"/>
              <a:t>Четвертый уровень</a:t>
            </a:r>
          </a:p>
          <a:p>
            <a:pPr lvl="4" rtl="0"/>
            <a:r>
              <a:rPr lang="ru-RU" noProof="0" smtClean="0"/>
              <a:t>Пятый уровень</a:t>
            </a:r>
            <a:endParaRPr lang="ru-RU" noProof="0" dirty="0"/>
          </a:p>
        </p:txBody>
      </p:sp>
      <p:sp>
        <p:nvSpPr>
          <p:cNvPr id="2" name="Заголовок 1">
            <a:extLst>
              <a:ext uri="{FF2B5EF4-FFF2-40B4-BE49-F238E27FC236}">
                <a16:creationId xmlns:a16="http://schemas.microsoft.com/office/drawing/2014/main" id="{5312EF92-D0F7-4157-AFAF-E4A3058C58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432000"/>
            <a:ext cx="11329200" cy="432000"/>
          </a:xfrm>
        </p:spPr>
        <p:txBody>
          <a:bodyPr rtlCol="0"/>
          <a:lstStyle/>
          <a:p>
            <a:pPr rtl="0"/>
            <a:r>
              <a:rPr lang="ru-RU" noProof="0" smtClean="0"/>
              <a:t>Образец заголовка</a:t>
            </a:r>
            <a:endParaRPr lang="ru-RU" noProof="0" dirty="0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80B74888-33BB-4321-ABBD-249FF7900128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 rtlCol="0"/>
          <a:lstStyle/>
          <a:p>
            <a:pPr rtl="0"/>
            <a:endParaRPr lang="ru-RU" noProof="0" dirty="0"/>
          </a:p>
        </p:txBody>
      </p:sp>
      <p:sp>
        <p:nvSpPr>
          <p:cNvPr id="9" name="Номер слайда 8">
            <a:extLst>
              <a:ext uri="{FF2B5EF4-FFF2-40B4-BE49-F238E27FC236}">
                <a16:creationId xmlns:a16="http://schemas.microsoft.com/office/drawing/2014/main" id="{F53E52F9-0BF1-4A0A-B070-5CF233041DC4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 rtlCol="0"/>
          <a:lstStyle/>
          <a:p>
            <a:pPr algn="ctr" rtl="0"/>
            <a:fld id="{B67B645E-C5E5-4727-B977-D372A0AA71D9}" type="slidenum">
              <a:rPr lang="ru-RU" noProof="0" smtClean="0"/>
              <a:pPr algn="ctr"/>
              <a:t>‹#›</a:t>
            </a:fld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89155218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 2">
            <a:extLst>
              <a:ext uri="{FF2B5EF4-FFF2-40B4-BE49-F238E27FC236}">
                <a16:creationId xmlns:a16="http://schemas.microsoft.com/office/drawing/2014/main" id="{9322B50D-6A7D-41C6-BA57-613BC231DF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32000" y="1152000"/>
            <a:ext cx="5508000" cy="360000"/>
          </a:xfrm>
        </p:spPr>
        <p:txBody>
          <a:bodyPr rtlCol="0" anchor="t"/>
          <a:lstStyle>
            <a:lvl1pPr marL="0" indent="0">
              <a:buNone/>
              <a:defRPr sz="2400" b="1">
                <a:solidFill>
                  <a:schemeClr val="accent3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ru-RU" noProof="0" smtClean="0"/>
              <a:t>Образец текста</a:t>
            </a:r>
          </a:p>
        </p:txBody>
      </p:sp>
      <p:sp>
        <p:nvSpPr>
          <p:cNvPr id="4" name="Объект 3">
            <a:extLst>
              <a:ext uri="{FF2B5EF4-FFF2-40B4-BE49-F238E27FC236}">
                <a16:creationId xmlns:a16="http://schemas.microsoft.com/office/drawing/2014/main" id="{9FD584DA-F775-47B8-A1D7-6556AD5FCB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32000" y="1584000"/>
            <a:ext cx="5508000" cy="4608000"/>
          </a:xfr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ru-RU" noProof="0" smtClean="0"/>
              <a:t>Образец текста</a:t>
            </a:r>
          </a:p>
          <a:p>
            <a:pPr lvl="1" rtl="0"/>
            <a:r>
              <a:rPr lang="ru-RU" noProof="0" smtClean="0"/>
              <a:t>Второй уровень</a:t>
            </a:r>
          </a:p>
          <a:p>
            <a:pPr lvl="2" rtl="0"/>
            <a:r>
              <a:rPr lang="ru-RU" noProof="0" smtClean="0"/>
              <a:t>Третий уровень</a:t>
            </a:r>
          </a:p>
          <a:p>
            <a:pPr lvl="3" rtl="0"/>
            <a:r>
              <a:rPr lang="ru-RU" noProof="0" smtClean="0"/>
              <a:t>Четвертый уровень</a:t>
            </a:r>
          </a:p>
          <a:p>
            <a:pPr lvl="4" rtl="0"/>
            <a:r>
              <a:rPr lang="ru-RU" noProof="0" smtClean="0"/>
              <a:t>Пятый уровень</a:t>
            </a:r>
            <a:endParaRPr lang="ru-RU" noProof="0" dirty="0"/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DF0A5256-B267-47DA-858A-0F3867CB613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253200" y="1584325"/>
            <a:ext cx="5508000" cy="4606925"/>
          </a:xfrm>
        </p:spPr>
        <p:txBody>
          <a:bodyPr rtlCol="0"/>
          <a:lstStyle/>
          <a:p>
            <a:pPr lvl="0" rtl="0"/>
            <a:r>
              <a:rPr lang="ru-RU" noProof="0" smtClean="0"/>
              <a:t>Образец текста</a:t>
            </a:r>
          </a:p>
          <a:p>
            <a:pPr lvl="1" rtl="0"/>
            <a:r>
              <a:rPr lang="ru-RU" noProof="0" smtClean="0"/>
              <a:t>Второй уровень</a:t>
            </a:r>
          </a:p>
          <a:p>
            <a:pPr lvl="2" rtl="0"/>
            <a:r>
              <a:rPr lang="ru-RU" noProof="0" smtClean="0"/>
              <a:t>Третий уровень</a:t>
            </a:r>
          </a:p>
          <a:p>
            <a:pPr lvl="3" rtl="0"/>
            <a:r>
              <a:rPr lang="ru-RU" noProof="0" smtClean="0"/>
              <a:t>Четвертый уровень</a:t>
            </a:r>
          </a:p>
          <a:p>
            <a:pPr lvl="4" rtl="0"/>
            <a:r>
              <a:rPr lang="ru-RU" noProof="0" smtClean="0"/>
              <a:t>Пятый уровень</a:t>
            </a:r>
            <a:endParaRPr lang="ru-RU" noProof="0" dirty="0"/>
          </a:p>
        </p:txBody>
      </p:sp>
      <p:sp>
        <p:nvSpPr>
          <p:cNvPr id="12" name="Текст 11">
            <a:extLst>
              <a:ext uri="{FF2B5EF4-FFF2-40B4-BE49-F238E27FC236}">
                <a16:creationId xmlns:a16="http://schemas.microsoft.com/office/drawing/2014/main" id="{78A963F8-6F6E-440E-B3B3-DDE13C083A3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253200" y="1152525"/>
            <a:ext cx="5508000" cy="358775"/>
          </a:xfrm>
        </p:spPr>
        <p:txBody>
          <a:bodyPr rtlCol="0"/>
          <a:lstStyle>
            <a:lvl1pPr marL="0" indent="0">
              <a:buNone/>
              <a:defRPr sz="2400" b="1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pPr lvl="0" rtl="0"/>
            <a:r>
              <a:rPr lang="ru-RU" noProof="0" smtClean="0"/>
              <a:t>Образец текста</a:t>
            </a:r>
          </a:p>
        </p:txBody>
      </p:sp>
      <p:sp>
        <p:nvSpPr>
          <p:cNvPr id="2" name="Заголовок 1">
            <a:extLst>
              <a:ext uri="{FF2B5EF4-FFF2-40B4-BE49-F238E27FC236}">
                <a16:creationId xmlns:a16="http://schemas.microsoft.com/office/drawing/2014/main" id="{E4307A33-2967-4899-A40F-2B187086D2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432000"/>
            <a:ext cx="11329200" cy="432000"/>
          </a:xfrm>
        </p:spPr>
        <p:txBody>
          <a:bodyPr rtlCol="0"/>
          <a:lstStyle/>
          <a:p>
            <a:pPr rtl="0"/>
            <a:r>
              <a:rPr lang="ru-RU" noProof="0" smtClean="0"/>
              <a:t>Образец заголовка</a:t>
            </a:r>
            <a:endParaRPr lang="ru-RU" noProof="0" dirty="0"/>
          </a:p>
        </p:txBody>
      </p:sp>
      <p:sp>
        <p:nvSpPr>
          <p:cNvPr id="7" name="Нижний колонтитул 6">
            <a:extLst>
              <a:ext uri="{FF2B5EF4-FFF2-40B4-BE49-F238E27FC236}">
                <a16:creationId xmlns:a16="http://schemas.microsoft.com/office/drawing/2014/main" id="{21E492D2-A4F7-402D-8D63-336C43272949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 rtlCol="0"/>
          <a:lstStyle/>
          <a:p>
            <a:pPr rtl="0"/>
            <a:endParaRPr lang="ru-RU" noProof="0" dirty="0"/>
          </a:p>
        </p:txBody>
      </p:sp>
      <p:sp>
        <p:nvSpPr>
          <p:cNvPr id="10" name="Номер слайда 9">
            <a:extLst>
              <a:ext uri="{FF2B5EF4-FFF2-40B4-BE49-F238E27FC236}">
                <a16:creationId xmlns:a16="http://schemas.microsoft.com/office/drawing/2014/main" id="{59C6AEB5-34C4-41E3-AF24-81740A75559C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pPr algn="ctr" rtl="0"/>
            <a:fld id="{B67B645E-C5E5-4727-B977-D372A0AA71D9}" type="slidenum">
              <a:rPr lang="ru-RU" noProof="0" smtClean="0"/>
              <a:pPr algn="ctr"/>
              <a:t>‹#›</a:t>
            </a:fld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213909862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9E2E0109-A852-4B1A-84CE-848A1D6405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ru-RU" noProof="0" smtClean="0"/>
              <a:t>Образец заголовка</a:t>
            </a:r>
            <a:endParaRPr lang="ru-RU" noProof="0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9C962B4-1A24-4802-B0E3-A18DD380153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 rtlCol="0"/>
          <a:lstStyle/>
          <a:p>
            <a:pPr rtl="0"/>
            <a:endParaRPr lang="ru-RU" noProof="0" dirty="0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5050B94B-1D31-4C5A-8138-5F7EC4E5AA6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pPr algn="ctr" rtl="0"/>
            <a:fld id="{B67B645E-C5E5-4727-B977-D372A0AA71D9}" type="slidenum">
              <a:rPr lang="ru-RU" noProof="0" smtClean="0"/>
              <a:pPr algn="ctr"/>
              <a:t>‹#›</a:t>
            </a:fld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150585527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3C1F9D68-D408-4753-A4A2-75AC2CD429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ru-RU" noProof="0" smtClean="0"/>
              <a:t>Образец заголовка</a:t>
            </a:r>
            <a:endParaRPr lang="ru-RU" noProof="0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D7B0D1A-A27D-4434-9AAE-AAE33E2C5C7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 rtlCol="0"/>
          <a:lstStyle/>
          <a:p>
            <a:pPr rtl="0"/>
            <a:endParaRPr lang="ru-RU" noProof="0" dirty="0"/>
          </a:p>
        </p:txBody>
      </p:sp>
      <p:sp>
        <p:nvSpPr>
          <p:cNvPr id="6" name="Номер слайда 5">
            <a:extLst>
              <a:ext uri="{FF2B5EF4-FFF2-40B4-BE49-F238E27FC236}">
                <a16:creationId xmlns:a16="http://schemas.microsoft.com/office/drawing/2014/main" id="{E17A8530-3866-411E-B986-53F7E2467FD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pPr algn="ctr" rtl="0"/>
            <a:fld id="{B67B645E-C5E5-4727-B977-D372A0AA71D9}" type="slidenum">
              <a:rPr lang="ru-RU" noProof="0" smtClean="0"/>
              <a:pPr algn="ctr"/>
              <a:t>‹#›</a:t>
            </a:fld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113976703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Полилиния: Фигура 16">
            <a:extLst>
              <a:ext uri="{FF2B5EF4-FFF2-40B4-BE49-F238E27FC236}">
                <a16:creationId xmlns:a16="http://schemas.microsoft.com/office/drawing/2014/main" id="{019DB6E4-6C15-4E62-A17A-F29ECC34AA96}"/>
              </a:ext>
            </a:extLst>
          </p:cNvPr>
          <p:cNvSpPr/>
          <p:nvPr userDrawn="1"/>
        </p:nvSpPr>
        <p:spPr>
          <a:xfrm rot="10800000">
            <a:off x="2289031" y="4124464"/>
            <a:ext cx="6004835" cy="2733536"/>
          </a:xfrm>
          <a:custGeom>
            <a:avLst/>
            <a:gdLst>
              <a:gd name="connsiteX0" fmla="*/ 5889866 w 6004835"/>
              <a:gd name="connsiteY0" fmla="*/ 308613 h 2733536"/>
              <a:gd name="connsiteX1" fmla="*/ 5902881 w 6004835"/>
              <a:gd name="connsiteY1" fmla="*/ 299937 h 2733536"/>
              <a:gd name="connsiteX2" fmla="*/ 5903209 w 6004835"/>
              <a:gd name="connsiteY2" fmla="*/ 298272 h 2733536"/>
              <a:gd name="connsiteX3" fmla="*/ 5894204 w 6004835"/>
              <a:gd name="connsiteY3" fmla="*/ 304275 h 2733536"/>
              <a:gd name="connsiteX4" fmla="*/ 5872512 w 6004835"/>
              <a:gd name="connsiteY4" fmla="*/ 284751 h 2733536"/>
              <a:gd name="connsiteX5" fmla="*/ 5864801 w 6004835"/>
              <a:gd name="connsiteY5" fmla="*/ 275498 h 2733536"/>
              <a:gd name="connsiteX6" fmla="*/ 5864022 w 6004835"/>
              <a:gd name="connsiteY6" fmla="*/ 279335 h 2733536"/>
              <a:gd name="connsiteX7" fmla="*/ 5870342 w 6004835"/>
              <a:gd name="connsiteY7" fmla="*/ 286921 h 2733536"/>
              <a:gd name="connsiteX8" fmla="*/ 5889866 w 6004835"/>
              <a:gd name="connsiteY8" fmla="*/ 308613 h 2733536"/>
              <a:gd name="connsiteX9" fmla="*/ 5848652 w 6004835"/>
              <a:gd name="connsiteY9" fmla="*/ 620980 h 2733536"/>
              <a:gd name="connsiteX10" fmla="*/ 5852991 w 6004835"/>
              <a:gd name="connsiteY10" fmla="*/ 607965 h 2733536"/>
              <a:gd name="connsiteX11" fmla="*/ 5861668 w 6004835"/>
              <a:gd name="connsiteY11" fmla="*/ 516858 h 2733536"/>
              <a:gd name="connsiteX12" fmla="*/ 5894204 w 6004835"/>
              <a:gd name="connsiteY12" fmla="*/ 421412 h 2733536"/>
              <a:gd name="connsiteX13" fmla="*/ 5920235 w 6004835"/>
              <a:gd name="connsiteY13" fmla="*/ 406229 h 2733536"/>
              <a:gd name="connsiteX14" fmla="*/ 5920235 w 6004835"/>
              <a:gd name="connsiteY14" fmla="*/ 406227 h 2733536"/>
              <a:gd name="connsiteX15" fmla="*/ 5948436 w 6004835"/>
              <a:gd name="connsiteY15" fmla="*/ 241367 h 2733536"/>
              <a:gd name="connsiteX16" fmla="*/ 5963619 w 6004835"/>
              <a:gd name="connsiteY16" fmla="*/ 163275 h 2733536"/>
              <a:gd name="connsiteX17" fmla="*/ 5976634 w 6004835"/>
              <a:gd name="connsiteY17" fmla="*/ 83015 h 2733536"/>
              <a:gd name="connsiteX18" fmla="*/ 5987481 w 6004835"/>
              <a:gd name="connsiteY18" fmla="*/ 7092 h 2733536"/>
              <a:gd name="connsiteX19" fmla="*/ 5987911 w 6004835"/>
              <a:gd name="connsiteY19" fmla="*/ 0 h 2733536"/>
              <a:gd name="connsiteX20" fmla="*/ 6004835 w 6004835"/>
              <a:gd name="connsiteY20" fmla="*/ 0 h 2733536"/>
              <a:gd name="connsiteX21" fmla="*/ 6004835 w 6004835"/>
              <a:gd name="connsiteY21" fmla="*/ 18481 h 2733536"/>
              <a:gd name="connsiteX22" fmla="*/ 5998327 w 6004835"/>
              <a:gd name="connsiteY22" fmla="*/ 80845 h 2733536"/>
              <a:gd name="connsiteX23" fmla="*/ 5991820 w 6004835"/>
              <a:gd name="connsiteY23" fmla="*/ 145921 h 2733536"/>
              <a:gd name="connsiteX24" fmla="*/ 5972296 w 6004835"/>
              <a:gd name="connsiteY24" fmla="*/ 241367 h 2733536"/>
              <a:gd name="connsiteX25" fmla="*/ 5965789 w 6004835"/>
              <a:gd name="connsiteY25" fmla="*/ 321629 h 2733536"/>
              <a:gd name="connsiteX26" fmla="*/ 5933250 w 6004835"/>
              <a:gd name="connsiteY26" fmla="*/ 469135 h 2733536"/>
              <a:gd name="connsiteX27" fmla="*/ 5902881 w 6004835"/>
              <a:gd name="connsiteY27" fmla="*/ 597118 h 2733536"/>
              <a:gd name="connsiteX28" fmla="*/ 5848652 w 6004835"/>
              <a:gd name="connsiteY28" fmla="*/ 620980 h 2733536"/>
              <a:gd name="connsiteX29" fmla="*/ 239070 w 6004835"/>
              <a:gd name="connsiteY29" fmla="*/ 761980 h 2733536"/>
              <a:gd name="connsiteX30" fmla="*/ 206531 w 6004835"/>
              <a:gd name="connsiteY30" fmla="*/ 712087 h 2733536"/>
              <a:gd name="connsiteX31" fmla="*/ 171823 w 6004835"/>
              <a:gd name="connsiteY31" fmla="*/ 633995 h 2733536"/>
              <a:gd name="connsiteX32" fmla="*/ 169655 w 6004835"/>
              <a:gd name="connsiteY32" fmla="*/ 655687 h 2733536"/>
              <a:gd name="connsiteX33" fmla="*/ 150782 w 6004835"/>
              <a:gd name="connsiteY33" fmla="*/ 597186 h 2733536"/>
              <a:gd name="connsiteX34" fmla="*/ 137116 w 6004835"/>
              <a:gd name="connsiteY34" fmla="*/ 599288 h 2733536"/>
              <a:gd name="connsiteX35" fmla="*/ 121930 w 6004835"/>
              <a:gd name="connsiteY35" fmla="*/ 549397 h 2733536"/>
              <a:gd name="connsiteX36" fmla="*/ 69869 w 6004835"/>
              <a:gd name="connsiteY36" fmla="*/ 430089 h 2733536"/>
              <a:gd name="connsiteX37" fmla="*/ 37332 w 6004835"/>
              <a:gd name="connsiteY37" fmla="*/ 323799 h 2733536"/>
              <a:gd name="connsiteX38" fmla="*/ 35162 w 6004835"/>
              <a:gd name="connsiteY38" fmla="*/ 234860 h 2733536"/>
              <a:gd name="connsiteX39" fmla="*/ 19978 w 6004835"/>
              <a:gd name="connsiteY39" fmla="*/ 130738 h 2733536"/>
              <a:gd name="connsiteX40" fmla="*/ 9131 w 6004835"/>
              <a:gd name="connsiteY40" fmla="*/ 26616 h 2733536"/>
              <a:gd name="connsiteX41" fmla="*/ 0 w 6004835"/>
              <a:gd name="connsiteY41" fmla="*/ 0 h 2733536"/>
              <a:gd name="connsiteX42" fmla="*/ 34839 w 6004835"/>
              <a:gd name="connsiteY42" fmla="*/ 0 h 2733536"/>
              <a:gd name="connsiteX43" fmla="*/ 61192 w 6004835"/>
              <a:gd name="connsiteY43" fmla="*/ 115555 h 2733536"/>
              <a:gd name="connsiteX44" fmla="*/ 76378 w 6004835"/>
              <a:gd name="connsiteY44" fmla="*/ 217507 h 2733536"/>
              <a:gd name="connsiteX45" fmla="*/ 108915 w 6004835"/>
              <a:gd name="connsiteY45" fmla="*/ 321629 h 2733536"/>
              <a:gd name="connsiteX46" fmla="*/ 160163 w 6004835"/>
              <a:gd name="connsiteY46" fmla="*/ 545532 h 2733536"/>
              <a:gd name="connsiteX47" fmla="*/ 164636 w 6004835"/>
              <a:gd name="connsiteY47" fmla="*/ 588443 h 2733536"/>
              <a:gd name="connsiteX48" fmla="*/ 173993 w 6004835"/>
              <a:gd name="connsiteY48" fmla="*/ 588443 h 2733536"/>
              <a:gd name="connsiteX49" fmla="*/ 221716 w 6004835"/>
              <a:gd name="connsiteY49" fmla="*/ 703410 h 2733536"/>
              <a:gd name="connsiteX50" fmla="*/ 239070 w 6004835"/>
              <a:gd name="connsiteY50" fmla="*/ 761980 h 2733536"/>
              <a:gd name="connsiteX51" fmla="*/ 5524471 w 6004835"/>
              <a:gd name="connsiteY51" fmla="*/ 900866 h 2733536"/>
              <a:gd name="connsiteX52" fmla="*/ 5577500 w 6004835"/>
              <a:gd name="connsiteY52" fmla="*/ 807532 h 2733536"/>
              <a:gd name="connsiteX53" fmla="*/ 5578092 w 6004835"/>
              <a:gd name="connsiteY53" fmla="*/ 805972 h 2733536"/>
              <a:gd name="connsiteX54" fmla="*/ 5525438 w 6004835"/>
              <a:gd name="connsiteY54" fmla="*/ 898639 h 2733536"/>
              <a:gd name="connsiteX55" fmla="*/ 5544962 w 6004835"/>
              <a:gd name="connsiteY55" fmla="*/ 1319466 h 2733536"/>
              <a:gd name="connsiteX56" fmla="*/ 5575331 w 6004835"/>
              <a:gd name="connsiteY56" fmla="*/ 1258728 h 2733536"/>
              <a:gd name="connsiteX57" fmla="*/ 5601362 w 6004835"/>
              <a:gd name="connsiteY57" fmla="*/ 1197991 h 2733536"/>
              <a:gd name="connsiteX58" fmla="*/ 5620883 w 6004835"/>
              <a:gd name="connsiteY58" fmla="*/ 1165453 h 2733536"/>
              <a:gd name="connsiteX59" fmla="*/ 5646914 w 6004835"/>
              <a:gd name="connsiteY59" fmla="*/ 1122069 h 2733536"/>
              <a:gd name="connsiteX60" fmla="*/ 5670776 w 6004835"/>
              <a:gd name="connsiteY60" fmla="*/ 1078685 h 2733536"/>
              <a:gd name="connsiteX61" fmla="*/ 5718499 w 6004835"/>
              <a:gd name="connsiteY61" fmla="*/ 991917 h 2733536"/>
              <a:gd name="connsiteX62" fmla="*/ 5690298 w 6004835"/>
              <a:gd name="connsiteY62" fmla="*/ 1076515 h 2733536"/>
              <a:gd name="connsiteX63" fmla="*/ 5640407 w 6004835"/>
              <a:gd name="connsiteY63" fmla="*/ 1167622 h 2733536"/>
              <a:gd name="connsiteX64" fmla="*/ 5590514 w 6004835"/>
              <a:gd name="connsiteY64" fmla="*/ 1260899 h 2733536"/>
              <a:gd name="connsiteX65" fmla="*/ 5544962 w 6004835"/>
              <a:gd name="connsiteY65" fmla="*/ 1319466 h 2733536"/>
              <a:gd name="connsiteX66" fmla="*/ 5491969 w 6004835"/>
              <a:gd name="connsiteY66" fmla="*/ 1350769 h 2733536"/>
              <a:gd name="connsiteX67" fmla="*/ 5516761 w 6004835"/>
              <a:gd name="connsiteY67" fmla="*/ 1293436 h 2733536"/>
              <a:gd name="connsiteX68" fmla="*/ 5515661 w 6004835"/>
              <a:gd name="connsiteY68" fmla="*/ 1293907 h 2733536"/>
              <a:gd name="connsiteX69" fmla="*/ 5194333 w 6004835"/>
              <a:gd name="connsiteY69" fmla="*/ 1461874 h 2733536"/>
              <a:gd name="connsiteX70" fmla="*/ 5200056 w 6004835"/>
              <a:gd name="connsiteY70" fmla="*/ 1458296 h 2733536"/>
              <a:gd name="connsiteX71" fmla="*/ 5252117 w 6004835"/>
              <a:gd name="connsiteY71" fmla="*/ 1386713 h 2733536"/>
              <a:gd name="connsiteX72" fmla="*/ 5310687 w 6004835"/>
              <a:gd name="connsiteY72" fmla="*/ 1297774 h 2733536"/>
              <a:gd name="connsiteX73" fmla="*/ 5377932 w 6004835"/>
              <a:gd name="connsiteY73" fmla="*/ 1208838 h 2733536"/>
              <a:gd name="connsiteX74" fmla="*/ 5406132 w 6004835"/>
              <a:gd name="connsiteY74" fmla="*/ 1161115 h 2733536"/>
              <a:gd name="connsiteX75" fmla="*/ 5434331 w 6004835"/>
              <a:gd name="connsiteY75" fmla="*/ 1109054 h 2733536"/>
              <a:gd name="connsiteX76" fmla="*/ 5442366 w 6004835"/>
              <a:gd name="connsiteY76" fmla="*/ 1096242 h 2733536"/>
              <a:gd name="connsiteX77" fmla="*/ 5485295 w 6004835"/>
              <a:gd name="connsiteY77" fmla="*/ 1034233 h 2733536"/>
              <a:gd name="connsiteX78" fmla="*/ 5492901 w 6004835"/>
              <a:gd name="connsiteY78" fmla="*/ 1024454 h 2733536"/>
              <a:gd name="connsiteX79" fmla="*/ 5493987 w 6004835"/>
              <a:gd name="connsiteY79" fmla="*/ 1021677 h 2733536"/>
              <a:gd name="connsiteX80" fmla="*/ 5485295 w 6004835"/>
              <a:gd name="connsiteY80" fmla="*/ 1034233 h 2733536"/>
              <a:gd name="connsiteX81" fmla="*/ 5464430 w 6004835"/>
              <a:gd name="connsiteY81" fmla="*/ 1061060 h 2733536"/>
              <a:gd name="connsiteX82" fmla="*/ 5442366 w 6004835"/>
              <a:gd name="connsiteY82" fmla="*/ 1096242 h 2733536"/>
              <a:gd name="connsiteX83" fmla="*/ 5436501 w 6004835"/>
              <a:gd name="connsiteY83" fmla="*/ 1104713 h 2733536"/>
              <a:gd name="connsiteX84" fmla="*/ 5408301 w 6004835"/>
              <a:gd name="connsiteY84" fmla="*/ 1156774 h 2733536"/>
              <a:gd name="connsiteX85" fmla="*/ 5380102 w 6004835"/>
              <a:gd name="connsiteY85" fmla="*/ 1204497 h 2733536"/>
              <a:gd name="connsiteX86" fmla="*/ 5312856 w 6004835"/>
              <a:gd name="connsiteY86" fmla="*/ 1293436 h 2733536"/>
              <a:gd name="connsiteX87" fmla="*/ 5254288 w 6004835"/>
              <a:gd name="connsiteY87" fmla="*/ 1382372 h 2733536"/>
              <a:gd name="connsiteX88" fmla="*/ 5202227 w 6004835"/>
              <a:gd name="connsiteY88" fmla="*/ 1453958 h 2733536"/>
              <a:gd name="connsiteX89" fmla="*/ 5197886 w 6004835"/>
              <a:gd name="connsiteY89" fmla="*/ 1456611 h 2733536"/>
              <a:gd name="connsiteX90" fmla="*/ 1063152 w 6004835"/>
              <a:gd name="connsiteY90" fmla="*/ 1693288 h 2733536"/>
              <a:gd name="connsiteX91" fmla="*/ 1063368 w 6004835"/>
              <a:gd name="connsiteY91" fmla="*/ 1692571 h 2733536"/>
              <a:gd name="connsiteX92" fmla="*/ 1058857 w 6004835"/>
              <a:gd name="connsiteY92" fmla="*/ 1688057 h 2733536"/>
              <a:gd name="connsiteX93" fmla="*/ 4881181 w 6004835"/>
              <a:gd name="connsiteY93" fmla="*/ 1831400 h 2733536"/>
              <a:gd name="connsiteX94" fmla="*/ 4883666 w 6004835"/>
              <a:gd name="connsiteY94" fmla="*/ 1830829 h 2733536"/>
              <a:gd name="connsiteX95" fmla="*/ 4922398 w 6004835"/>
              <a:gd name="connsiteY95" fmla="*/ 1788016 h 2733536"/>
              <a:gd name="connsiteX96" fmla="*/ 4957104 w 6004835"/>
              <a:gd name="connsiteY96" fmla="*/ 1748970 h 2733536"/>
              <a:gd name="connsiteX97" fmla="*/ 4958733 w 6004835"/>
              <a:gd name="connsiteY97" fmla="*/ 1736905 h 2733536"/>
              <a:gd name="connsiteX98" fmla="*/ 4958540 w 6004835"/>
              <a:gd name="connsiteY98" fmla="*/ 1736973 h 2733536"/>
              <a:gd name="connsiteX99" fmla="*/ 4957104 w 6004835"/>
              <a:gd name="connsiteY99" fmla="*/ 1746802 h 2733536"/>
              <a:gd name="connsiteX100" fmla="*/ 4922398 w 6004835"/>
              <a:gd name="connsiteY100" fmla="*/ 1785848 h 2733536"/>
              <a:gd name="connsiteX101" fmla="*/ 4881181 w 6004835"/>
              <a:gd name="connsiteY101" fmla="*/ 1831400 h 2733536"/>
              <a:gd name="connsiteX102" fmla="*/ 928761 w 6004835"/>
              <a:gd name="connsiteY102" fmla="*/ 1833430 h 2733536"/>
              <a:gd name="connsiteX103" fmla="*/ 863801 w 6004835"/>
              <a:gd name="connsiteY103" fmla="*/ 1755477 h 2733536"/>
              <a:gd name="connsiteX104" fmla="*/ 846834 w 6004835"/>
              <a:gd name="connsiteY104" fmla="*/ 1736969 h 2733536"/>
              <a:gd name="connsiteX105" fmla="*/ 4790074 w 6004835"/>
              <a:gd name="connsiteY105" fmla="*/ 1857431 h 2733536"/>
              <a:gd name="connsiteX106" fmla="*/ 4798856 w 6004835"/>
              <a:gd name="connsiteY106" fmla="*/ 1851810 h 2733536"/>
              <a:gd name="connsiteX107" fmla="*/ 4805146 w 6004835"/>
              <a:gd name="connsiteY107" fmla="*/ 1846231 h 2733536"/>
              <a:gd name="connsiteX108" fmla="*/ 4792338 w 6004835"/>
              <a:gd name="connsiteY108" fmla="*/ 1855078 h 2733536"/>
              <a:gd name="connsiteX109" fmla="*/ 4760985 w 6004835"/>
              <a:gd name="connsiteY109" fmla="*/ 1880234 h 2733536"/>
              <a:gd name="connsiteX110" fmla="*/ 4761875 w 6004835"/>
              <a:gd name="connsiteY110" fmla="*/ 1879123 h 2733536"/>
              <a:gd name="connsiteX111" fmla="*/ 4758282 w 6004835"/>
              <a:gd name="connsiteY111" fmla="*/ 1878611 h 2733536"/>
              <a:gd name="connsiteX112" fmla="*/ 4757537 w 6004835"/>
              <a:gd name="connsiteY112" fmla="*/ 1879123 h 2733536"/>
              <a:gd name="connsiteX113" fmla="*/ 4757537 w 6004835"/>
              <a:gd name="connsiteY113" fmla="*/ 1879743 h 2733536"/>
              <a:gd name="connsiteX114" fmla="*/ 1035001 w 6004835"/>
              <a:gd name="connsiteY114" fmla="*/ 1943735 h 2733536"/>
              <a:gd name="connsiteX115" fmla="*/ 1023953 w 6004835"/>
              <a:gd name="connsiteY115" fmla="*/ 1935238 h 2733536"/>
              <a:gd name="connsiteX116" fmla="*/ 1032188 w 6004835"/>
              <a:gd name="connsiteY116" fmla="*/ 1942302 h 2733536"/>
              <a:gd name="connsiteX117" fmla="*/ 4766902 w 6004835"/>
              <a:gd name="connsiteY117" fmla="*/ 1960050 h 2733536"/>
              <a:gd name="connsiteX118" fmla="*/ 4774891 w 6004835"/>
              <a:gd name="connsiteY118" fmla="*/ 1959385 h 2733536"/>
              <a:gd name="connsiteX119" fmla="*/ 4831290 w 6004835"/>
              <a:gd name="connsiteY119" fmla="*/ 1918169 h 2733536"/>
              <a:gd name="connsiteX120" fmla="*/ 4885522 w 6004835"/>
              <a:gd name="connsiteY120" fmla="*/ 1874785 h 2733536"/>
              <a:gd name="connsiteX121" fmla="*/ 4952766 w 6004835"/>
              <a:gd name="connsiteY121" fmla="*/ 1827062 h 2733536"/>
              <a:gd name="connsiteX122" fmla="*/ 5015674 w 6004835"/>
              <a:gd name="connsiteY122" fmla="*/ 1761986 h 2733536"/>
              <a:gd name="connsiteX123" fmla="*/ 5013504 w 6004835"/>
              <a:gd name="connsiteY123" fmla="*/ 1753309 h 2733536"/>
              <a:gd name="connsiteX124" fmla="*/ 5074242 w 6004835"/>
              <a:gd name="connsiteY124" fmla="*/ 1686064 h 2733536"/>
              <a:gd name="connsiteX125" fmla="*/ 5111120 w 6004835"/>
              <a:gd name="connsiteY125" fmla="*/ 1655695 h 2733536"/>
              <a:gd name="connsiteX126" fmla="*/ 5134980 w 6004835"/>
              <a:gd name="connsiteY126" fmla="*/ 1625326 h 2733536"/>
              <a:gd name="connsiteX127" fmla="*/ 5156672 w 6004835"/>
              <a:gd name="connsiteY127" fmla="*/ 1594957 h 2733536"/>
              <a:gd name="connsiteX128" fmla="*/ 5219580 w 6004835"/>
              <a:gd name="connsiteY128" fmla="*/ 1521204 h 2733536"/>
              <a:gd name="connsiteX129" fmla="*/ 5278148 w 6004835"/>
              <a:gd name="connsiteY129" fmla="*/ 1445281 h 2733536"/>
              <a:gd name="connsiteX130" fmla="*/ 5367087 w 6004835"/>
              <a:gd name="connsiteY130" fmla="*/ 1310790 h 2733536"/>
              <a:gd name="connsiteX131" fmla="*/ 5447346 w 6004835"/>
              <a:gd name="connsiteY131" fmla="*/ 1174130 h 2733536"/>
              <a:gd name="connsiteX132" fmla="*/ 5510255 w 6004835"/>
              <a:gd name="connsiteY132" fmla="*/ 1072176 h 2733536"/>
              <a:gd name="connsiteX133" fmla="*/ 5568822 w 6004835"/>
              <a:gd name="connsiteY133" fmla="*/ 968054 h 2733536"/>
              <a:gd name="connsiteX134" fmla="*/ 5590514 w 6004835"/>
              <a:gd name="connsiteY134" fmla="*/ 929008 h 2733536"/>
              <a:gd name="connsiteX135" fmla="*/ 5607868 w 6004835"/>
              <a:gd name="connsiteY135" fmla="*/ 892133 h 2733536"/>
              <a:gd name="connsiteX136" fmla="*/ 5636069 w 6004835"/>
              <a:gd name="connsiteY136" fmla="*/ 822718 h 2733536"/>
              <a:gd name="connsiteX137" fmla="*/ 5696807 w 6004835"/>
              <a:gd name="connsiteY137" fmla="*/ 690395 h 2733536"/>
              <a:gd name="connsiteX138" fmla="*/ 5720667 w 6004835"/>
              <a:gd name="connsiteY138" fmla="*/ 601458 h 2733536"/>
              <a:gd name="connsiteX139" fmla="*/ 5779237 w 6004835"/>
              <a:gd name="connsiteY139" fmla="*/ 423583 h 2733536"/>
              <a:gd name="connsiteX140" fmla="*/ 5805267 w 6004835"/>
              <a:gd name="connsiteY140" fmla="*/ 284753 h 2733536"/>
              <a:gd name="connsiteX141" fmla="*/ 5839975 w 6004835"/>
              <a:gd name="connsiteY141" fmla="*/ 117723 h 2733536"/>
              <a:gd name="connsiteX142" fmla="*/ 5847800 w 6004835"/>
              <a:gd name="connsiteY142" fmla="*/ 88383 h 2733536"/>
              <a:gd name="connsiteX143" fmla="*/ 5842143 w 6004835"/>
              <a:gd name="connsiteY143" fmla="*/ 87354 h 2733536"/>
              <a:gd name="connsiteX144" fmla="*/ 5844311 w 6004835"/>
              <a:gd name="connsiteY144" fmla="*/ 33125 h 2733536"/>
              <a:gd name="connsiteX145" fmla="*/ 5845466 w 6004835"/>
              <a:gd name="connsiteY145" fmla="*/ 29082 h 2733536"/>
              <a:gd name="connsiteX146" fmla="*/ 5843951 w 6004835"/>
              <a:gd name="connsiteY146" fmla="*/ 29167 h 2733536"/>
              <a:gd name="connsiteX147" fmla="*/ 5841207 w 6004835"/>
              <a:gd name="connsiteY147" fmla="*/ 29319 h 2733536"/>
              <a:gd name="connsiteX148" fmla="*/ 5842143 w 6004835"/>
              <a:gd name="connsiteY148" fmla="*/ 39631 h 2733536"/>
              <a:gd name="connsiteX149" fmla="*/ 5839975 w 6004835"/>
              <a:gd name="connsiteY149" fmla="*/ 93863 h 2733536"/>
              <a:gd name="connsiteX150" fmla="*/ 5831299 w 6004835"/>
              <a:gd name="connsiteY150" fmla="*/ 126400 h 2733536"/>
              <a:gd name="connsiteX151" fmla="*/ 5779237 w 6004835"/>
              <a:gd name="connsiteY151" fmla="*/ 208830 h 2733536"/>
              <a:gd name="connsiteX152" fmla="*/ 5766222 w 6004835"/>
              <a:gd name="connsiteY152" fmla="*/ 280415 h 2733536"/>
              <a:gd name="connsiteX153" fmla="*/ 5753207 w 6004835"/>
              <a:gd name="connsiteY153" fmla="*/ 304275 h 2733536"/>
              <a:gd name="connsiteX154" fmla="*/ 5731514 w 6004835"/>
              <a:gd name="connsiteY154" fmla="*/ 408397 h 2733536"/>
              <a:gd name="connsiteX155" fmla="*/ 5707652 w 6004835"/>
              <a:gd name="connsiteY155" fmla="*/ 490827 h 2733536"/>
              <a:gd name="connsiteX156" fmla="*/ 5681621 w 6004835"/>
              <a:gd name="connsiteY156" fmla="*/ 571089 h 2733536"/>
              <a:gd name="connsiteX157" fmla="*/ 5666438 w 6004835"/>
              <a:gd name="connsiteY157" fmla="*/ 633995 h 2733536"/>
              <a:gd name="connsiteX158" fmla="*/ 5649084 w 6004835"/>
              <a:gd name="connsiteY158" fmla="*/ 699072 h 2733536"/>
              <a:gd name="connsiteX159" fmla="*/ 5662924 w 6004835"/>
              <a:gd name="connsiteY159" fmla="*/ 677546 h 2733536"/>
              <a:gd name="connsiteX160" fmla="*/ 5675115 w 6004835"/>
              <a:gd name="connsiteY160" fmla="*/ 631825 h 2733536"/>
              <a:gd name="connsiteX161" fmla="*/ 5685960 w 6004835"/>
              <a:gd name="connsiteY161" fmla="*/ 566749 h 2733536"/>
              <a:gd name="connsiteX162" fmla="*/ 5711990 w 6004835"/>
              <a:gd name="connsiteY162" fmla="*/ 486489 h 2733536"/>
              <a:gd name="connsiteX163" fmla="*/ 5735853 w 6004835"/>
              <a:gd name="connsiteY163" fmla="*/ 404059 h 2733536"/>
              <a:gd name="connsiteX164" fmla="*/ 5757545 w 6004835"/>
              <a:gd name="connsiteY164" fmla="*/ 299937 h 2733536"/>
              <a:gd name="connsiteX165" fmla="*/ 5770560 w 6004835"/>
              <a:gd name="connsiteY165" fmla="*/ 276074 h 2733536"/>
              <a:gd name="connsiteX166" fmla="*/ 5783576 w 6004835"/>
              <a:gd name="connsiteY166" fmla="*/ 204491 h 2733536"/>
              <a:gd name="connsiteX167" fmla="*/ 5835636 w 6004835"/>
              <a:gd name="connsiteY167" fmla="*/ 122061 h 2733536"/>
              <a:gd name="connsiteX168" fmla="*/ 5800929 w 6004835"/>
              <a:gd name="connsiteY168" fmla="*/ 289089 h 2733536"/>
              <a:gd name="connsiteX169" fmla="*/ 5774899 w 6004835"/>
              <a:gd name="connsiteY169" fmla="*/ 427919 h 2733536"/>
              <a:gd name="connsiteX170" fmla="*/ 5716329 w 6004835"/>
              <a:gd name="connsiteY170" fmla="*/ 605794 h 2733536"/>
              <a:gd name="connsiteX171" fmla="*/ 5704744 w 6004835"/>
              <a:gd name="connsiteY171" fmla="*/ 623818 h 2733536"/>
              <a:gd name="connsiteX172" fmla="*/ 5699791 w 6004835"/>
              <a:gd name="connsiteY172" fmla="*/ 650807 h 2733536"/>
              <a:gd name="connsiteX173" fmla="*/ 5683792 w 6004835"/>
              <a:gd name="connsiteY173" fmla="*/ 696904 h 2733536"/>
              <a:gd name="connsiteX174" fmla="*/ 5623054 w 6004835"/>
              <a:gd name="connsiteY174" fmla="*/ 829224 h 2733536"/>
              <a:gd name="connsiteX175" fmla="*/ 5594853 w 6004835"/>
              <a:gd name="connsiteY175" fmla="*/ 898639 h 2733536"/>
              <a:gd name="connsiteX176" fmla="*/ 5577500 w 6004835"/>
              <a:gd name="connsiteY176" fmla="*/ 935517 h 2733536"/>
              <a:gd name="connsiteX177" fmla="*/ 5555807 w 6004835"/>
              <a:gd name="connsiteY177" fmla="*/ 974563 h 2733536"/>
              <a:gd name="connsiteX178" fmla="*/ 5497239 w 6004835"/>
              <a:gd name="connsiteY178" fmla="*/ 1078685 h 2733536"/>
              <a:gd name="connsiteX179" fmla="*/ 5434331 w 6004835"/>
              <a:gd name="connsiteY179" fmla="*/ 1180637 h 2733536"/>
              <a:gd name="connsiteX180" fmla="*/ 5354071 w 6004835"/>
              <a:gd name="connsiteY180" fmla="*/ 1317298 h 2733536"/>
              <a:gd name="connsiteX181" fmla="*/ 5265133 w 6004835"/>
              <a:gd name="connsiteY181" fmla="*/ 1451789 h 2733536"/>
              <a:gd name="connsiteX182" fmla="*/ 5206565 w 6004835"/>
              <a:gd name="connsiteY182" fmla="*/ 1527711 h 2733536"/>
              <a:gd name="connsiteX183" fmla="*/ 5143657 w 6004835"/>
              <a:gd name="connsiteY183" fmla="*/ 1601464 h 2733536"/>
              <a:gd name="connsiteX184" fmla="*/ 5121965 w 6004835"/>
              <a:gd name="connsiteY184" fmla="*/ 1631833 h 2733536"/>
              <a:gd name="connsiteX185" fmla="*/ 5098105 w 6004835"/>
              <a:gd name="connsiteY185" fmla="*/ 1662202 h 2733536"/>
              <a:gd name="connsiteX186" fmla="*/ 5061227 w 6004835"/>
              <a:gd name="connsiteY186" fmla="*/ 1692571 h 2733536"/>
              <a:gd name="connsiteX187" fmla="*/ 5000915 w 6004835"/>
              <a:gd name="connsiteY187" fmla="*/ 1759348 h 2733536"/>
              <a:gd name="connsiteX188" fmla="*/ 5002657 w 6004835"/>
              <a:gd name="connsiteY188" fmla="*/ 1766324 h 2733536"/>
              <a:gd name="connsiteX189" fmla="*/ 4939751 w 6004835"/>
              <a:gd name="connsiteY189" fmla="*/ 1831400 h 2733536"/>
              <a:gd name="connsiteX190" fmla="*/ 4872505 w 6004835"/>
              <a:gd name="connsiteY190" fmla="*/ 1879123 h 2733536"/>
              <a:gd name="connsiteX191" fmla="*/ 4818275 w 6004835"/>
              <a:gd name="connsiteY191" fmla="*/ 1922507 h 2733536"/>
              <a:gd name="connsiteX192" fmla="*/ 1583173 w 6004835"/>
              <a:gd name="connsiteY192" fmla="*/ 2117115 h 2733536"/>
              <a:gd name="connsiteX193" fmla="*/ 1583979 w 6004835"/>
              <a:gd name="connsiteY193" fmla="*/ 2113398 h 2733536"/>
              <a:gd name="connsiteX194" fmla="*/ 1575826 w 6004835"/>
              <a:gd name="connsiteY194" fmla="*/ 2107629 h 2733536"/>
              <a:gd name="connsiteX195" fmla="*/ 1575847 w 6004835"/>
              <a:gd name="connsiteY195" fmla="*/ 2108247 h 2733536"/>
              <a:gd name="connsiteX196" fmla="*/ 1217383 w 6004835"/>
              <a:gd name="connsiteY196" fmla="*/ 2132920 h 2733536"/>
              <a:gd name="connsiteX197" fmla="*/ 1178338 w 6004835"/>
              <a:gd name="connsiteY197" fmla="*/ 2106889 h 2733536"/>
              <a:gd name="connsiteX198" fmla="*/ 1141462 w 6004835"/>
              <a:gd name="connsiteY198" fmla="*/ 2078691 h 2733536"/>
              <a:gd name="connsiteX199" fmla="*/ 1050355 w 6004835"/>
              <a:gd name="connsiteY199" fmla="*/ 2002767 h 2733536"/>
              <a:gd name="connsiteX200" fmla="*/ 965755 w 6004835"/>
              <a:gd name="connsiteY200" fmla="*/ 1926846 h 2733536"/>
              <a:gd name="connsiteX201" fmla="*/ 887663 w 6004835"/>
              <a:gd name="connsiteY201" fmla="*/ 1850922 h 2733536"/>
              <a:gd name="connsiteX202" fmla="*/ 850788 w 6004835"/>
              <a:gd name="connsiteY202" fmla="*/ 1814047 h 2733536"/>
              <a:gd name="connsiteX203" fmla="*/ 816080 w 6004835"/>
              <a:gd name="connsiteY203" fmla="*/ 1775001 h 2733536"/>
              <a:gd name="connsiteX204" fmla="*/ 829096 w 6004835"/>
              <a:gd name="connsiteY204" fmla="*/ 1757647 h 2733536"/>
              <a:gd name="connsiteX205" fmla="*/ 872480 w 6004835"/>
              <a:gd name="connsiteY205" fmla="*/ 1796693 h 2733536"/>
              <a:gd name="connsiteX206" fmla="*/ 920202 w 6004835"/>
              <a:gd name="connsiteY206" fmla="*/ 1833568 h 2733536"/>
              <a:gd name="connsiteX207" fmla="*/ 978770 w 6004835"/>
              <a:gd name="connsiteY207" fmla="*/ 1896477 h 2733536"/>
              <a:gd name="connsiteX208" fmla="*/ 983748 w 6004835"/>
              <a:gd name="connsiteY208" fmla="*/ 1900747 h 2733536"/>
              <a:gd name="connsiteX209" fmla="*/ 920202 w 6004835"/>
              <a:gd name="connsiteY209" fmla="*/ 1833568 h 2733536"/>
              <a:gd name="connsiteX210" fmla="*/ 874648 w 6004835"/>
              <a:gd name="connsiteY210" fmla="*/ 1796693 h 2733536"/>
              <a:gd name="connsiteX211" fmla="*/ 831264 w 6004835"/>
              <a:gd name="connsiteY211" fmla="*/ 1757647 h 2733536"/>
              <a:gd name="connsiteX212" fmla="*/ 783541 w 6004835"/>
              <a:gd name="connsiteY212" fmla="*/ 1699077 h 2733536"/>
              <a:gd name="connsiteX213" fmla="*/ 737989 w 6004835"/>
              <a:gd name="connsiteY213" fmla="*/ 1638339 h 2733536"/>
              <a:gd name="connsiteX214" fmla="*/ 794388 w 6004835"/>
              <a:gd name="connsiteY214" fmla="*/ 1675217 h 2733536"/>
              <a:gd name="connsiteX215" fmla="*/ 797157 w 6004835"/>
              <a:gd name="connsiteY215" fmla="*/ 1678478 h 2733536"/>
              <a:gd name="connsiteX216" fmla="*/ 822858 w 6004835"/>
              <a:gd name="connsiteY216" fmla="*/ 1684165 h 2733536"/>
              <a:gd name="connsiteX217" fmla="*/ 881154 w 6004835"/>
              <a:gd name="connsiteY217" fmla="*/ 1738123 h 2733536"/>
              <a:gd name="connsiteX218" fmla="*/ 961416 w 6004835"/>
              <a:gd name="connsiteY218" fmla="*/ 1803200 h 2733536"/>
              <a:gd name="connsiteX219" fmla="*/ 996124 w 6004835"/>
              <a:gd name="connsiteY219" fmla="*/ 1850922 h 2733536"/>
              <a:gd name="connsiteX220" fmla="*/ 1015645 w 6004835"/>
              <a:gd name="connsiteY220" fmla="*/ 1874785 h 2733536"/>
              <a:gd name="connsiteX221" fmla="*/ 1098076 w 6004835"/>
              <a:gd name="connsiteY221" fmla="*/ 1944199 h 2733536"/>
              <a:gd name="connsiteX222" fmla="*/ 1074215 w 6004835"/>
              <a:gd name="connsiteY222" fmla="*/ 1963721 h 2733536"/>
              <a:gd name="connsiteX223" fmla="*/ 997449 w 6004835"/>
              <a:gd name="connsiteY223" fmla="*/ 1878424 h 2733536"/>
              <a:gd name="connsiteX224" fmla="*/ 993956 w 6004835"/>
              <a:gd name="connsiteY224" fmla="*/ 1879123 h 2733536"/>
              <a:gd name="connsiteX225" fmla="*/ 1066602 w 6004835"/>
              <a:gd name="connsiteY225" fmla="*/ 1959841 h 2733536"/>
              <a:gd name="connsiteX226" fmla="*/ 1074215 w 6004835"/>
              <a:gd name="connsiteY226" fmla="*/ 1963721 h 2733536"/>
              <a:gd name="connsiteX227" fmla="*/ 1098078 w 6004835"/>
              <a:gd name="connsiteY227" fmla="*/ 1944199 h 2733536"/>
              <a:gd name="connsiteX228" fmla="*/ 1304152 w 6004835"/>
              <a:gd name="connsiteY228" fmla="*/ 2106889 h 2733536"/>
              <a:gd name="connsiteX229" fmla="*/ 1262938 w 6004835"/>
              <a:gd name="connsiteY229" fmla="*/ 2119904 h 2733536"/>
              <a:gd name="connsiteX230" fmla="*/ 1278121 w 6004835"/>
              <a:gd name="connsiteY230" fmla="*/ 2130752 h 2733536"/>
              <a:gd name="connsiteX231" fmla="*/ 1217383 w 6004835"/>
              <a:gd name="connsiteY231" fmla="*/ 2132920 h 2733536"/>
              <a:gd name="connsiteX232" fmla="*/ 1495043 w 6004835"/>
              <a:gd name="connsiteY232" fmla="*/ 2280428 h 2733536"/>
              <a:gd name="connsiteX233" fmla="*/ 1425628 w 6004835"/>
              <a:gd name="connsiteY233" fmla="*/ 2243551 h 2733536"/>
              <a:gd name="connsiteX234" fmla="*/ 1373567 w 6004835"/>
              <a:gd name="connsiteY234" fmla="*/ 2211014 h 2733536"/>
              <a:gd name="connsiteX235" fmla="*/ 1317167 w 6004835"/>
              <a:gd name="connsiteY235" fmla="*/ 2163291 h 2733536"/>
              <a:gd name="connsiteX236" fmla="*/ 1464674 w 6004835"/>
              <a:gd name="connsiteY236" fmla="*/ 2245721 h 2733536"/>
              <a:gd name="connsiteX237" fmla="*/ 1495043 w 6004835"/>
              <a:gd name="connsiteY237" fmla="*/ 2280428 h 2733536"/>
              <a:gd name="connsiteX238" fmla="*/ 1861641 w 6004835"/>
              <a:gd name="connsiteY238" fmla="*/ 2380212 h 2733536"/>
              <a:gd name="connsiteX239" fmla="*/ 1722811 w 6004835"/>
              <a:gd name="connsiteY239" fmla="*/ 2312965 h 2733536"/>
              <a:gd name="connsiteX240" fmla="*/ 1757518 w 6004835"/>
              <a:gd name="connsiteY240" fmla="*/ 2310797 h 2733536"/>
              <a:gd name="connsiteX241" fmla="*/ 1876824 w 6004835"/>
              <a:gd name="connsiteY241" fmla="*/ 2371535 h 2733536"/>
              <a:gd name="connsiteX242" fmla="*/ 1861641 w 6004835"/>
              <a:gd name="connsiteY242" fmla="*/ 2380212 h 2733536"/>
              <a:gd name="connsiteX243" fmla="*/ 3611567 w 6004835"/>
              <a:gd name="connsiteY243" fmla="*/ 2391251 h 2733536"/>
              <a:gd name="connsiteX244" fmla="*/ 3772715 w 6004835"/>
              <a:gd name="connsiteY244" fmla="*/ 2360688 h 2733536"/>
              <a:gd name="connsiteX245" fmla="*/ 3803084 w 6004835"/>
              <a:gd name="connsiteY245" fmla="*/ 2354179 h 2733536"/>
              <a:gd name="connsiteX246" fmla="*/ 3900697 w 6004835"/>
              <a:gd name="connsiteY246" fmla="*/ 2319472 h 2733536"/>
              <a:gd name="connsiteX247" fmla="*/ 3961435 w 6004835"/>
              <a:gd name="connsiteY247" fmla="*/ 2299950 h 2733536"/>
              <a:gd name="connsiteX248" fmla="*/ 4059051 w 6004835"/>
              <a:gd name="connsiteY248" fmla="*/ 2250057 h 2733536"/>
              <a:gd name="connsiteX249" fmla="*/ 4169679 w 6004835"/>
              <a:gd name="connsiteY249" fmla="*/ 2211011 h 2733536"/>
              <a:gd name="connsiteX250" fmla="*/ 4240558 w 6004835"/>
              <a:gd name="connsiteY250" fmla="*/ 2183216 h 2733536"/>
              <a:gd name="connsiteX251" fmla="*/ 4271633 w 6004835"/>
              <a:gd name="connsiteY251" fmla="*/ 2165459 h 2733536"/>
              <a:gd name="connsiteX252" fmla="*/ 4299830 w 6004835"/>
              <a:gd name="connsiteY252" fmla="*/ 2156784 h 2733536"/>
              <a:gd name="connsiteX253" fmla="*/ 4338878 w 6004835"/>
              <a:gd name="connsiteY253" fmla="*/ 2135090 h 2733536"/>
              <a:gd name="connsiteX254" fmla="*/ 4349137 w 6004835"/>
              <a:gd name="connsiteY254" fmla="*/ 2127960 h 2733536"/>
              <a:gd name="connsiteX255" fmla="*/ 4375756 w 6004835"/>
              <a:gd name="connsiteY255" fmla="*/ 2102553 h 2733536"/>
              <a:gd name="connsiteX256" fmla="*/ 4434323 w 6004835"/>
              <a:gd name="connsiteY256" fmla="*/ 2067846 h 2733536"/>
              <a:gd name="connsiteX257" fmla="*/ 4500956 w 6004835"/>
              <a:gd name="connsiteY257" fmla="*/ 2035183 h 2733536"/>
              <a:gd name="connsiteX258" fmla="*/ 4525430 w 6004835"/>
              <a:gd name="connsiteY258" fmla="*/ 2020121 h 2733536"/>
              <a:gd name="connsiteX259" fmla="*/ 4610031 w 6004835"/>
              <a:gd name="connsiteY259" fmla="*/ 1963721 h 2733536"/>
              <a:gd name="connsiteX260" fmla="*/ 4646906 w 6004835"/>
              <a:gd name="connsiteY260" fmla="*/ 1929014 h 2733536"/>
              <a:gd name="connsiteX261" fmla="*/ 4688122 w 6004835"/>
              <a:gd name="connsiteY261" fmla="*/ 1902983 h 2733536"/>
              <a:gd name="connsiteX262" fmla="*/ 4794412 w 6004835"/>
              <a:gd name="connsiteY262" fmla="*/ 1822724 h 2733536"/>
              <a:gd name="connsiteX263" fmla="*/ 4870336 w 6004835"/>
              <a:gd name="connsiteY263" fmla="*/ 1751138 h 2733536"/>
              <a:gd name="connsiteX264" fmla="*/ 4954934 w 6004835"/>
              <a:gd name="connsiteY264" fmla="*/ 1679556 h 2733536"/>
              <a:gd name="connsiteX265" fmla="*/ 5210901 w 6004835"/>
              <a:gd name="connsiteY265" fmla="*/ 1391049 h 2733536"/>
              <a:gd name="connsiteX266" fmla="*/ 5246128 w 6004835"/>
              <a:gd name="connsiteY266" fmla="*/ 1331165 h 2733536"/>
              <a:gd name="connsiteX267" fmla="*/ 5247779 w 6004835"/>
              <a:gd name="connsiteY267" fmla="*/ 1325973 h 2733536"/>
              <a:gd name="connsiteX268" fmla="*/ 5304178 w 6004835"/>
              <a:gd name="connsiteY268" fmla="*/ 1239204 h 2733536"/>
              <a:gd name="connsiteX269" fmla="*/ 5321533 w 6004835"/>
              <a:gd name="connsiteY269" fmla="*/ 1213174 h 2733536"/>
              <a:gd name="connsiteX270" fmla="*/ 5344607 w 6004835"/>
              <a:gd name="connsiteY270" fmla="*/ 1181170 h 2733536"/>
              <a:gd name="connsiteX271" fmla="*/ 5351902 w 6004835"/>
              <a:gd name="connsiteY271" fmla="*/ 1167622 h 2733536"/>
              <a:gd name="connsiteX272" fmla="*/ 5397453 w 6004835"/>
              <a:gd name="connsiteY272" fmla="*/ 1089530 h 2733536"/>
              <a:gd name="connsiteX273" fmla="*/ 5486392 w 6004835"/>
              <a:gd name="connsiteY273" fmla="*/ 905146 h 2733536"/>
              <a:gd name="connsiteX274" fmla="*/ 5573161 w 6004835"/>
              <a:gd name="connsiteY274" fmla="*/ 707748 h 2733536"/>
              <a:gd name="connsiteX275" fmla="*/ 5598649 w 6004835"/>
              <a:gd name="connsiteY275" fmla="*/ 627486 h 2733536"/>
              <a:gd name="connsiteX276" fmla="*/ 5606968 w 6004835"/>
              <a:gd name="connsiteY276" fmla="*/ 596090 h 2733536"/>
              <a:gd name="connsiteX277" fmla="*/ 5543685 w 6004835"/>
              <a:gd name="connsiteY277" fmla="*/ 768994 h 2733536"/>
              <a:gd name="connsiteX278" fmla="*/ 5410562 w 6004835"/>
              <a:gd name="connsiteY278" fmla="*/ 1041106 h 2733536"/>
              <a:gd name="connsiteX279" fmla="*/ 5391072 w 6004835"/>
              <a:gd name="connsiteY279" fmla="*/ 1071921 h 2733536"/>
              <a:gd name="connsiteX280" fmla="*/ 5390947 w 6004835"/>
              <a:gd name="connsiteY280" fmla="*/ 1072176 h 2733536"/>
              <a:gd name="connsiteX281" fmla="*/ 5345392 w 6004835"/>
              <a:gd name="connsiteY281" fmla="*/ 1150268 h 2733536"/>
              <a:gd name="connsiteX282" fmla="*/ 5299840 w 6004835"/>
              <a:gd name="connsiteY282" fmla="*/ 1234868 h 2733536"/>
              <a:gd name="connsiteX283" fmla="*/ 5247779 w 6004835"/>
              <a:gd name="connsiteY283" fmla="*/ 1299945 h 2733536"/>
              <a:gd name="connsiteX284" fmla="*/ 5204395 w 6004835"/>
              <a:gd name="connsiteY284" fmla="*/ 1373698 h 2733536"/>
              <a:gd name="connsiteX285" fmla="*/ 4948428 w 6004835"/>
              <a:gd name="connsiteY285" fmla="*/ 1662202 h 2733536"/>
              <a:gd name="connsiteX286" fmla="*/ 4863827 w 6004835"/>
              <a:gd name="connsiteY286" fmla="*/ 1733787 h 2733536"/>
              <a:gd name="connsiteX287" fmla="*/ 4855711 w 6004835"/>
              <a:gd name="connsiteY287" fmla="*/ 1739959 h 2733536"/>
              <a:gd name="connsiteX288" fmla="*/ 4852211 w 6004835"/>
              <a:gd name="connsiteY288" fmla="*/ 1743502 h 2733536"/>
              <a:gd name="connsiteX289" fmla="*/ 4816833 w 6004835"/>
              <a:gd name="connsiteY289" fmla="*/ 1772341 h 2733536"/>
              <a:gd name="connsiteX290" fmla="*/ 4787906 w 6004835"/>
              <a:gd name="connsiteY290" fmla="*/ 1805370 h 2733536"/>
              <a:gd name="connsiteX291" fmla="*/ 4681613 w 6004835"/>
              <a:gd name="connsiteY291" fmla="*/ 1885632 h 2733536"/>
              <a:gd name="connsiteX292" fmla="*/ 4664959 w 6004835"/>
              <a:gd name="connsiteY292" fmla="*/ 1896153 h 2733536"/>
              <a:gd name="connsiteX293" fmla="*/ 4619721 w 6004835"/>
              <a:gd name="connsiteY293" fmla="*/ 1933031 h 2733536"/>
              <a:gd name="connsiteX294" fmla="*/ 4613189 w 6004835"/>
              <a:gd name="connsiteY294" fmla="*/ 1937274 h 2733536"/>
              <a:gd name="connsiteX295" fmla="*/ 4603522 w 6004835"/>
              <a:gd name="connsiteY295" fmla="*/ 1946370 h 2733536"/>
              <a:gd name="connsiteX296" fmla="*/ 4518924 w 6004835"/>
              <a:gd name="connsiteY296" fmla="*/ 2002769 h 2733536"/>
              <a:gd name="connsiteX297" fmla="*/ 4434323 w 6004835"/>
              <a:gd name="connsiteY297" fmla="*/ 2054830 h 2733536"/>
              <a:gd name="connsiteX298" fmla="*/ 4424640 w 6004835"/>
              <a:gd name="connsiteY298" fmla="*/ 2059738 h 2733536"/>
              <a:gd name="connsiteX299" fmla="*/ 4367359 w 6004835"/>
              <a:gd name="connsiteY299" fmla="*/ 2096944 h 2733536"/>
              <a:gd name="connsiteX300" fmla="*/ 4349602 w 6004835"/>
              <a:gd name="connsiteY300" fmla="*/ 2105901 h 2733536"/>
              <a:gd name="connsiteX301" fmla="*/ 4332371 w 6004835"/>
              <a:gd name="connsiteY301" fmla="*/ 2117736 h 2733536"/>
              <a:gd name="connsiteX302" fmla="*/ 4273802 w 6004835"/>
              <a:gd name="connsiteY302" fmla="*/ 2150276 h 2733536"/>
              <a:gd name="connsiteX303" fmla="*/ 4219078 w 6004835"/>
              <a:gd name="connsiteY303" fmla="*/ 2171738 h 2733536"/>
              <a:gd name="connsiteX304" fmla="*/ 4097113 w 6004835"/>
              <a:gd name="connsiteY304" fmla="*/ 2233257 h 2733536"/>
              <a:gd name="connsiteX305" fmla="*/ 3810966 w 6004835"/>
              <a:gd name="connsiteY305" fmla="*/ 2339980 h 2733536"/>
              <a:gd name="connsiteX306" fmla="*/ 3434318 w 6004835"/>
              <a:gd name="connsiteY306" fmla="*/ 2432271 h 2733536"/>
              <a:gd name="connsiteX307" fmla="*/ 3489904 w 6004835"/>
              <a:gd name="connsiteY307" fmla="*/ 2421968 h 2733536"/>
              <a:gd name="connsiteX308" fmla="*/ 3508260 w 6004835"/>
              <a:gd name="connsiteY308" fmla="*/ 2413988 h 2733536"/>
              <a:gd name="connsiteX309" fmla="*/ 3395689 w 6004835"/>
              <a:gd name="connsiteY309" fmla="*/ 2431169 h 2733536"/>
              <a:gd name="connsiteX310" fmla="*/ 3115443 w 6004835"/>
              <a:gd name="connsiteY310" fmla="*/ 2471317 h 2733536"/>
              <a:gd name="connsiteX311" fmla="*/ 3134967 w 6004835"/>
              <a:gd name="connsiteY311" fmla="*/ 2466978 h 2733536"/>
              <a:gd name="connsiteX312" fmla="*/ 3269458 w 6004835"/>
              <a:gd name="connsiteY312" fmla="*/ 2451795 h 2733536"/>
              <a:gd name="connsiteX313" fmla="*/ 3291589 w 6004835"/>
              <a:gd name="connsiteY313" fmla="*/ 2447491 h 2733536"/>
              <a:gd name="connsiteX314" fmla="*/ 3302325 w 6004835"/>
              <a:gd name="connsiteY314" fmla="*/ 2445418 h 2733536"/>
              <a:gd name="connsiteX315" fmla="*/ 3269182 w 6004835"/>
              <a:gd name="connsiteY315" fmla="*/ 2450476 h 2733536"/>
              <a:gd name="connsiteX316" fmla="*/ 3039972 w 6004835"/>
              <a:gd name="connsiteY316" fmla="*/ 2462050 h 2733536"/>
              <a:gd name="connsiteX317" fmla="*/ 3566117 w 6004835"/>
              <a:gd name="connsiteY317" fmla="*/ 2502995 h 2733536"/>
              <a:gd name="connsiteX318" fmla="*/ 3744787 w 6004835"/>
              <a:gd name="connsiteY318" fmla="*/ 2463184 h 2733536"/>
              <a:gd name="connsiteX319" fmla="*/ 3919185 w 6004835"/>
              <a:gd name="connsiteY319" fmla="*/ 2408971 h 2733536"/>
              <a:gd name="connsiteX320" fmla="*/ 3719971 w 6004835"/>
              <a:gd name="connsiteY320" fmla="*/ 2526104 h 2733536"/>
              <a:gd name="connsiteX321" fmla="*/ 3722825 w 6004835"/>
              <a:gd name="connsiteY321" fmla="*/ 2525548 h 2733536"/>
              <a:gd name="connsiteX322" fmla="*/ 3725537 w 6004835"/>
              <a:gd name="connsiteY322" fmla="*/ 2524533 h 2733536"/>
              <a:gd name="connsiteX323" fmla="*/ 3245598 w 6004835"/>
              <a:gd name="connsiteY323" fmla="*/ 2558088 h 2733536"/>
              <a:gd name="connsiteX324" fmla="*/ 3337099 w 6004835"/>
              <a:gd name="connsiteY324" fmla="*/ 2535211 h 2733536"/>
              <a:gd name="connsiteX325" fmla="*/ 3338873 w 6004835"/>
              <a:gd name="connsiteY325" fmla="*/ 2529887 h 2733536"/>
              <a:gd name="connsiteX326" fmla="*/ 3510242 w 6004835"/>
              <a:gd name="connsiteY326" fmla="*/ 2501688 h 2733536"/>
              <a:gd name="connsiteX327" fmla="*/ 3631717 w 6004835"/>
              <a:gd name="connsiteY327" fmla="*/ 2471319 h 2733536"/>
              <a:gd name="connsiteX328" fmla="*/ 3729331 w 6004835"/>
              <a:gd name="connsiteY328" fmla="*/ 2443118 h 2733536"/>
              <a:gd name="connsiteX329" fmla="*/ 3818270 w 6004835"/>
              <a:gd name="connsiteY329" fmla="*/ 2414920 h 2733536"/>
              <a:gd name="connsiteX330" fmla="*/ 3915883 w 6004835"/>
              <a:gd name="connsiteY330" fmla="*/ 2384551 h 2733536"/>
              <a:gd name="connsiteX331" fmla="*/ 3991807 w 6004835"/>
              <a:gd name="connsiteY331" fmla="*/ 2371535 h 2733536"/>
              <a:gd name="connsiteX332" fmla="*/ 3940410 w 6004835"/>
              <a:gd name="connsiteY332" fmla="*/ 2402373 h 2733536"/>
              <a:gd name="connsiteX333" fmla="*/ 3941914 w 6004835"/>
              <a:gd name="connsiteY333" fmla="*/ 2401904 h 2733536"/>
              <a:gd name="connsiteX334" fmla="*/ 3996145 w 6004835"/>
              <a:gd name="connsiteY334" fmla="*/ 2369365 h 2733536"/>
              <a:gd name="connsiteX335" fmla="*/ 4026514 w 6004835"/>
              <a:gd name="connsiteY335" fmla="*/ 2358520 h 2733536"/>
              <a:gd name="connsiteX336" fmla="*/ 4028536 w 6004835"/>
              <a:gd name="connsiteY336" fmla="*/ 2357960 h 2733536"/>
              <a:gd name="connsiteX337" fmla="*/ 4041697 w 6004835"/>
              <a:gd name="connsiteY337" fmla="*/ 2343334 h 2733536"/>
              <a:gd name="connsiteX338" fmla="*/ 4113282 w 6004835"/>
              <a:gd name="connsiteY338" fmla="*/ 2317304 h 2733536"/>
              <a:gd name="connsiteX339" fmla="*/ 4182697 w 6004835"/>
              <a:gd name="connsiteY339" fmla="*/ 2289105 h 2733536"/>
              <a:gd name="connsiteX340" fmla="*/ 4230420 w 6004835"/>
              <a:gd name="connsiteY340" fmla="*/ 2260904 h 2733536"/>
              <a:gd name="connsiteX341" fmla="*/ 4293326 w 6004835"/>
              <a:gd name="connsiteY341" fmla="*/ 2228367 h 2733536"/>
              <a:gd name="connsiteX342" fmla="*/ 4345387 w 6004835"/>
              <a:gd name="connsiteY342" fmla="*/ 2206675 h 2733536"/>
              <a:gd name="connsiteX343" fmla="*/ 4381087 w 6004835"/>
              <a:gd name="connsiteY343" fmla="*/ 2191155 h 2733536"/>
              <a:gd name="connsiteX344" fmla="*/ 4399618 w 6004835"/>
              <a:gd name="connsiteY344" fmla="*/ 2178474 h 2733536"/>
              <a:gd name="connsiteX345" fmla="*/ 4490725 w 6004835"/>
              <a:gd name="connsiteY345" fmla="*/ 2124245 h 2733536"/>
              <a:gd name="connsiteX346" fmla="*/ 4618708 w 6004835"/>
              <a:gd name="connsiteY346" fmla="*/ 2054830 h 2733536"/>
              <a:gd name="connsiteX347" fmla="*/ 4743722 w 6004835"/>
              <a:gd name="connsiteY347" fmla="*/ 1965236 h 2733536"/>
              <a:gd name="connsiteX348" fmla="*/ 4735845 w 6004835"/>
              <a:gd name="connsiteY348" fmla="*/ 1965892 h 2733536"/>
              <a:gd name="connsiteX349" fmla="*/ 4605692 w 6004835"/>
              <a:gd name="connsiteY349" fmla="*/ 2059169 h 2733536"/>
              <a:gd name="connsiteX350" fmla="*/ 4477707 w 6004835"/>
              <a:gd name="connsiteY350" fmla="*/ 2128584 h 2733536"/>
              <a:gd name="connsiteX351" fmla="*/ 4386601 w 6004835"/>
              <a:gd name="connsiteY351" fmla="*/ 2182813 h 2733536"/>
              <a:gd name="connsiteX352" fmla="*/ 4336710 w 6004835"/>
              <a:gd name="connsiteY352" fmla="*/ 2204505 h 2733536"/>
              <a:gd name="connsiteX353" fmla="*/ 4284649 w 6004835"/>
              <a:gd name="connsiteY353" fmla="*/ 2226197 h 2733536"/>
              <a:gd name="connsiteX354" fmla="*/ 4221740 w 6004835"/>
              <a:gd name="connsiteY354" fmla="*/ 2258736 h 2733536"/>
              <a:gd name="connsiteX355" fmla="*/ 4174018 w 6004835"/>
              <a:gd name="connsiteY355" fmla="*/ 2286935 h 2733536"/>
              <a:gd name="connsiteX356" fmla="*/ 4104603 w 6004835"/>
              <a:gd name="connsiteY356" fmla="*/ 2315136 h 2733536"/>
              <a:gd name="connsiteX357" fmla="*/ 4033020 w 6004835"/>
              <a:gd name="connsiteY357" fmla="*/ 2341166 h 2733536"/>
              <a:gd name="connsiteX358" fmla="*/ 4013496 w 6004835"/>
              <a:gd name="connsiteY358" fmla="*/ 2360688 h 2733536"/>
              <a:gd name="connsiteX359" fmla="*/ 3983127 w 6004835"/>
              <a:gd name="connsiteY359" fmla="*/ 2371535 h 2733536"/>
              <a:gd name="connsiteX360" fmla="*/ 3907206 w 6004835"/>
              <a:gd name="connsiteY360" fmla="*/ 2384551 h 2733536"/>
              <a:gd name="connsiteX361" fmla="*/ 3809590 w 6004835"/>
              <a:gd name="connsiteY361" fmla="*/ 2414920 h 2733536"/>
              <a:gd name="connsiteX362" fmla="*/ 3720654 w 6004835"/>
              <a:gd name="connsiteY362" fmla="*/ 2443118 h 2733536"/>
              <a:gd name="connsiteX363" fmla="*/ 3623038 w 6004835"/>
              <a:gd name="connsiteY363" fmla="*/ 2471319 h 2733536"/>
              <a:gd name="connsiteX364" fmla="*/ 3501563 w 6004835"/>
              <a:gd name="connsiteY364" fmla="*/ 2501688 h 2733536"/>
              <a:gd name="connsiteX365" fmla="*/ 3330196 w 6004835"/>
              <a:gd name="connsiteY365" fmla="*/ 2529887 h 2733536"/>
              <a:gd name="connsiteX366" fmla="*/ 3325858 w 6004835"/>
              <a:gd name="connsiteY366" fmla="*/ 2536395 h 2733536"/>
              <a:gd name="connsiteX367" fmla="*/ 3243464 w 6004835"/>
              <a:gd name="connsiteY367" fmla="*/ 2556994 h 2733536"/>
              <a:gd name="connsiteX368" fmla="*/ 2174005 w 6004835"/>
              <a:gd name="connsiteY368" fmla="*/ 2581948 h 2733536"/>
              <a:gd name="connsiteX369" fmla="*/ 2139297 w 6004835"/>
              <a:gd name="connsiteY369" fmla="*/ 2575439 h 2733536"/>
              <a:gd name="connsiteX370" fmla="*/ 2015653 w 6004835"/>
              <a:gd name="connsiteY370" fmla="*/ 2529887 h 2733536"/>
              <a:gd name="connsiteX371" fmla="*/ 1954915 w 6004835"/>
              <a:gd name="connsiteY371" fmla="*/ 2506024 h 2733536"/>
              <a:gd name="connsiteX372" fmla="*/ 1894178 w 6004835"/>
              <a:gd name="connsiteY372" fmla="*/ 2479994 h 2733536"/>
              <a:gd name="connsiteX373" fmla="*/ 1813916 w 6004835"/>
              <a:gd name="connsiteY373" fmla="*/ 2451795 h 2733536"/>
              <a:gd name="connsiteX374" fmla="*/ 1744501 w 6004835"/>
              <a:gd name="connsiteY374" fmla="*/ 2421426 h 2733536"/>
              <a:gd name="connsiteX375" fmla="*/ 1690272 w 6004835"/>
              <a:gd name="connsiteY375" fmla="*/ 2393225 h 2733536"/>
              <a:gd name="connsiteX376" fmla="*/ 1655564 w 6004835"/>
              <a:gd name="connsiteY376" fmla="*/ 2365027 h 2733536"/>
              <a:gd name="connsiteX377" fmla="*/ 1905022 w 6004835"/>
              <a:gd name="connsiteY377" fmla="*/ 2471317 h 2733536"/>
              <a:gd name="connsiteX378" fmla="*/ 1993961 w 6004835"/>
              <a:gd name="connsiteY378" fmla="*/ 2499518 h 2733536"/>
              <a:gd name="connsiteX379" fmla="*/ 2061206 w 6004835"/>
              <a:gd name="connsiteY379" fmla="*/ 2523378 h 2733536"/>
              <a:gd name="connsiteX380" fmla="*/ 2128453 w 6004835"/>
              <a:gd name="connsiteY380" fmla="*/ 2545070 h 2733536"/>
              <a:gd name="connsiteX381" fmla="*/ 2187020 w 6004835"/>
              <a:gd name="connsiteY381" fmla="*/ 2571101 h 2733536"/>
              <a:gd name="connsiteX382" fmla="*/ 2174005 w 6004835"/>
              <a:gd name="connsiteY382" fmla="*/ 2581948 h 2733536"/>
              <a:gd name="connsiteX383" fmla="*/ 3260781 w 6004835"/>
              <a:gd name="connsiteY383" fmla="*/ 2586286 h 2733536"/>
              <a:gd name="connsiteX384" fmla="*/ 3254275 w 6004835"/>
              <a:gd name="connsiteY384" fmla="*/ 2568932 h 2733536"/>
              <a:gd name="connsiteX385" fmla="*/ 3349720 w 6004835"/>
              <a:gd name="connsiteY385" fmla="*/ 2560256 h 2733536"/>
              <a:gd name="connsiteX386" fmla="*/ 3488550 w 6004835"/>
              <a:gd name="connsiteY386" fmla="*/ 2547240 h 2733536"/>
              <a:gd name="connsiteX387" fmla="*/ 3397443 w 6004835"/>
              <a:gd name="connsiteY387" fmla="*/ 2568932 h 2733536"/>
              <a:gd name="connsiteX388" fmla="*/ 3260781 w 6004835"/>
              <a:gd name="connsiteY388" fmla="*/ 2586286 h 2733536"/>
              <a:gd name="connsiteX389" fmla="*/ 3076397 w 6004835"/>
              <a:gd name="connsiteY389" fmla="*/ 2696917 h 2733536"/>
              <a:gd name="connsiteX390" fmla="*/ 3024336 w 6004835"/>
              <a:gd name="connsiteY390" fmla="*/ 2696917 h 2733536"/>
              <a:gd name="connsiteX391" fmla="*/ 2957092 w 6004835"/>
              <a:gd name="connsiteY391" fmla="*/ 2692578 h 2733536"/>
              <a:gd name="connsiteX392" fmla="*/ 2811753 w 6004835"/>
              <a:gd name="connsiteY392" fmla="*/ 2688240 h 2733536"/>
              <a:gd name="connsiteX393" fmla="*/ 2703293 w 6004835"/>
              <a:gd name="connsiteY393" fmla="*/ 2679563 h 2733536"/>
              <a:gd name="connsiteX394" fmla="*/ 2607847 w 6004835"/>
              <a:gd name="connsiteY394" fmla="*/ 2666548 h 2733536"/>
              <a:gd name="connsiteX395" fmla="*/ 2512402 w 6004835"/>
              <a:gd name="connsiteY395" fmla="*/ 2651363 h 2733536"/>
              <a:gd name="connsiteX396" fmla="*/ 2367066 w 6004835"/>
              <a:gd name="connsiteY396" fmla="*/ 2629670 h 2733536"/>
              <a:gd name="connsiteX397" fmla="*/ 2254267 w 6004835"/>
              <a:gd name="connsiteY397" fmla="*/ 2592795 h 2733536"/>
              <a:gd name="connsiteX398" fmla="*/ 2255572 w 6004835"/>
              <a:gd name="connsiteY398" fmla="*/ 2591848 h 2733536"/>
              <a:gd name="connsiteX399" fmla="*/ 2189190 w 6004835"/>
              <a:gd name="connsiteY399" fmla="*/ 2571103 h 2733536"/>
              <a:gd name="connsiteX400" fmla="*/ 2130621 w 6004835"/>
              <a:gd name="connsiteY400" fmla="*/ 2545072 h 2733536"/>
              <a:gd name="connsiteX401" fmla="*/ 2063376 w 6004835"/>
              <a:gd name="connsiteY401" fmla="*/ 2523380 h 2733536"/>
              <a:gd name="connsiteX402" fmla="*/ 1993961 w 6004835"/>
              <a:gd name="connsiteY402" fmla="*/ 2499518 h 2733536"/>
              <a:gd name="connsiteX403" fmla="*/ 2025414 w 6004835"/>
              <a:gd name="connsiteY403" fmla="*/ 2491925 h 2733536"/>
              <a:gd name="connsiteX404" fmla="*/ 2121944 w 6004835"/>
              <a:gd name="connsiteY404" fmla="*/ 2516871 h 2733536"/>
              <a:gd name="connsiteX405" fmla="*/ 2163160 w 6004835"/>
              <a:gd name="connsiteY405" fmla="*/ 2519039 h 2733536"/>
              <a:gd name="connsiteX406" fmla="*/ 2278127 w 6004835"/>
              <a:gd name="connsiteY406" fmla="*/ 2575441 h 2733536"/>
              <a:gd name="connsiteX407" fmla="*/ 2330188 w 6004835"/>
              <a:gd name="connsiteY407" fmla="*/ 2586286 h 2733536"/>
              <a:gd name="connsiteX408" fmla="*/ 2333445 w 6004835"/>
              <a:gd name="connsiteY408" fmla="*/ 2587372 h 2733536"/>
              <a:gd name="connsiteX409" fmla="*/ 2345374 w 6004835"/>
              <a:gd name="connsiteY409" fmla="*/ 2575441 h 2733536"/>
              <a:gd name="connsiteX410" fmla="*/ 2390926 w 6004835"/>
              <a:gd name="connsiteY410" fmla="*/ 2588457 h 2733536"/>
              <a:gd name="connsiteX411" fmla="*/ 2436481 w 6004835"/>
              <a:gd name="connsiteY411" fmla="*/ 2599301 h 2733536"/>
              <a:gd name="connsiteX412" fmla="*/ 2526239 w 6004835"/>
              <a:gd name="connsiteY412" fmla="*/ 2620176 h 2733536"/>
              <a:gd name="connsiteX413" fmla="*/ 2527588 w 6004835"/>
              <a:gd name="connsiteY413" fmla="*/ 2618825 h 2733536"/>
              <a:gd name="connsiteX414" fmla="*/ 2631710 w 6004835"/>
              <a:gd name="connsiteY414" fmla="*/ 2636179 h 2733536"/>
              <a:gd name="connsiteX415" fmla="*/ 2681600 w 6004835"/>
              <a:gd name="connsiteY415" fmla="*/ 2644856 h 2733536"/>
              <a:gd name="connsiteX416" fmla="*/ 2731493 w 6004835"/>
              <a:gd name="connsiteY416" fmla="*/ 2649194 h 2733536"/>
              <a:gd name="connsiteX417" fmla="*/ 2833445 w 6004835"/>
              <a:gd name="connsiteY417" fmla="*/ 2653533 h 2733536"/>
              <a:gd name="connsiteX418" fmla="*/ 2972275 w 6004835"/>
              <a:gd name="connsiteY418" fmla="*/ 2651363 h 2733536"/>
              <a:gd name="connsiteX419" fmla="*/ 2978301 w 6004835"/>
              <a:gd name="connsiteY419" fmla="*/ 2651363 h 2733536"/>
              <a:gd name="connsiteX420" fmla="*/ 2991799 w 6004835"/>
              <a:gd name="connsiteY420" fmla="*/ 2643770 h 2733536"/>
              <a:gd name="connsiteX421" fmla="*/ 3022168 w 6004835"/>
              <a:gd name="connsiteY421" fmla="*/ 2634009 h 2733536"/>
              <a:gd name="connsiteX422" fmla="*/ 3053079 w 6004835"/>
              <a:gd name="connsiteY422" fmla="*/ 2633467 h 2733536"/>
              <a:gd name="connsiteX423" fmla="*/ 3074229 w 6004835"/>
              <a:gd name="connsiteY423" fmla="*/ 2636177 h 2733536"/>
              <a:gd name="connsiteX424" fmla="*/ 3079922 w 6004835"/>
              <a:gd name="connsiteY424" fmla="*/ 2651363 h 2733536"/>
              <a:gd name="connsiteX425" fmla="*/ 3128458 w 6004835"/>
              <a:gd name="connsiteY425" fmla="*/ 2651363 h 2733536"/>
              <a:gd name="connsiteX426" fmla="*/ 3113275 w 6004835"/>
              <a:gd name="connsiteY426" fmla="*/ 2673055 h 2733536"/>
              <a:gd name="connsiteX427" fmla="*/ 3104598 w 6004835"/>
              <a:gd name="connsiteY427" fmla="*/ 2683901 h 2733536"/>
              <a:gd name="connsiteX428" fmla="*/ 3076397 w 6004835"/>
              <a:gd name="connsiteY428" fmla="*/ 2696917 h 2733536"/>
              <a:gd name="connsiteX429" fmla="*/ 3227761 w 6004835"/>
              <a:gd name="connsiteY429" fmla="*/ 2717163 h 2733536"/>
              <a:gd name="connsiteX430" fmla="*/ 3254252 w 6004835"/>
              <a:gd name="connsiteY430" fmla="*/ 2701267 h 2733536"/>
              <a:gd name="connsiteX431" fmla="*/ 3226074 w 6004835"/>
              <a:gd name="connsiteY431" fmla="*/ 2716438 h 2733536"/>
              <a:gd name="connsiteX432" fmla="*/ 3181606 w 6004835"/>
              <a:gd name="connsiteY432" fmla="*/ 2733521 h 2733536"/>
              <a:gd name="connsiteX433" fmla="*/ 3121952 w 6004835"/>
              <a:gd name="connsiteY433" fmla="*/ 2722945 h 2733536"/>
              <a:gd name="connsiteX434" fmla="*/ 3124122 w 6004835"/>
              <a:gd name="connsiteY434" fmla="*/ 2720777 h 2733536"/>
              <a:gd name="connsiteX435" fmla="*/ 3134967 w 6004835"/>
              <a:gd name="connsiteY435" fmla="*/ 2705591 h 2733536"/>
              <a:gd name="connsiteX436" fmla="*/ 3085076 w 6004835"/>
              <a:gd name="connsiteY436" fmla="*/ 2699085 h 2733536"/>
              <a:gd name="connsiteX437" fmla="*/ 3108936 w 6004835"/>
              <a:gd name="connsiteY437" fmla="*/ 2686069 h 2733536"/>
              <a:gd name="connsiteX438" fmla="*/ 3180522 w 6004835"/>
              <a:gd name="connsiteY438" fmla="*/ 2683899 h 2733536"/>
              <a:gd name="connsiteX439" fmla="*/ 3249936 w 6004835"/>
              <a:gd name="connsiteY439" fmla="*/ 2681731 h 2733536"/>
              <a:gd name="connsiteX440" fmla="*/ 3349718 w 6004835"/>
              <a:gd name="connsiteY440" fmla="*/ 2683899 h 2733536"/>
              <a:gd name="connsiteX441" fmla="*/ 3419133 w 6004835"/>
              <a:gd name="connsiteY441" fmla="*/ 2677393 h 2733536"/>
              <a:gd name="connsiteX442" fmla="*/ 3549285 w 6004835"/>
              <a:gd name="connsiteY442" fmla="*/ 2649192 h 2733536"/>
              <a:gd name="connsiteX443" fmla="*/ 3636054 w 6004835"/>
              <a:gd name="connsiteY443" fmla="*/ 2629670 h 2733536"/>
              <a:gd name="connsiteX444" fmla="*/ 3701130 w 6004835"/>
              <a:gd name="connsiteY444" fmla="*/ 2627500 h 2733536"/>
              <a:gd name="connsiteX445" fmla="*/ 3705658 w 6004835"/>
              <a:gd name="connsiteY445" fmla="*/ 2625398 h 2733536"/>
              <a:gd name="connsiteX446" fmla="*/ 3642563 w 6004835"/>
              <a:gd name="connsiteY446" fmla="*/ 2627502 h 2733536"/>
              <a:gd name="connsiteX447" fmla="*/ 3555794 w 6004835"/>
              <a:gd name="connsiteY447" fmla="*/ 2647024 h 2733536"/>
              <a:gd name="connsiteX448" fmla="*/ 3425641 w 6004835"/>
              <a:gd name="connsiteY448" fmla="*/ 2675225 h 2733536"/>
              <a:gd name="connsiteX449" fmla="*/ 3356227 w 6004835"/>
              <a:gd name="connsiteY449" fmla="*/ 2681731 h 2733536"/>
              <a:gd name="connsiteX450" fmla="*/ 3256443 w 6004835"/>
              <a:gd name="connsiteY450" fmla="*/ 2679563 h 2733536"/>
              <a:gd name="connsiteX451" fmla="*/ 3187028 w 6004835"/>
              <a:gd name="connsiteY451" fmla="*/ 2681731 h 2733536"/>
              <a:gd name="connsiteX452" fmla="*/ 3115443 w 6004835"/>
              <a:gd name="connsiteY452" fmla="*/ 2683901 h 2733536"/>
              <a:gd name="connsiteX453" fmla="*/ 3117613 w 6004835"/>
              <a:gd name="connsiteY453" fmla="*/ 2675225 h 2733536"/>
              <a:gd name="connsiteX454" fmla="*/ 3132797 w 6004835"/>
              <a:gd name="connsiteY454" fmla="*/ 2653533 h 2733536"/>
              <a:gd name="connsiteX455" fmla="*/ 3800914 w 6004835"/>
              <a:gd name="connsiteY455" fmla="*/ 2542902 h 2733536"/>
              <a:gd name="connsiteX456" fmla="*/ 4254280 w 6004835"/>
              <a:gd name="connsiteY456" fmla="*/ 2371535 h 2733536"/>
              <a:gd name="connsiteX457" fmla="*/ 4373586 w 6004835"/>
              <a:gd name="connsiteY457" fmla="*/ 2308627 h 2733536"/>
              <a:gd name="connsiteX458" fmla="*/ 4440832 w 6004835"/>
              <a:gd name="connsiteY458" fmla="*/ 2273920 h 2733536"/>
              <a:gd name="connsiteX459" fmla="*/ 4510247 w 6004835"/>
              <a:gd name="connsiteY459" fmla="*/ 2237044 h 2733536"/>
              <a:gd name="connsiteX460" fmla="*/ 4640399 w 6004835"/>
              <a:gd name="connsiteY460" fmla="*/ 2158953 h 2733536"/>
              <a:gd name="connsiteX461" fmla="*/ 4744522 w 6004835"/>
              <a:gd name="connsiteY461" fmla="*/ 2078691 h 2733536"/>
              <a:gd name="connsiteX462" fmla="*/ 4939751 w 6004835"/>
              <a:gd name="connsiteY462" fmla="*/ 1926846 h 2733536"/>
              <a:gd name="connsiteX463" fmla="*/ 4993980 w 6004835"/>
              <a:gd name="connsiteY463" fmla="*/ 1883461 h 2733536"/>
              <a:gd name="connsiteX464" fmla="*/ 5046041 w 6004835"/>
              <a:gd name="connsiteY464" fmla="*/ 1837909 h 2733536"/>
              <a:gd name="connsiteX465" fmla="*/ 5124133 w 6004835"/>
              <a:gd name="connsiteY465" fmla="*/ 1766324 h 2733536"/>
              <a:gd name="connsiteX466" fmla="*/ 5156672 w 6004835"/>
              <a:gd name="connsiteY466" fmla="*/ 1712095 h 2733536"/>
              <a:gd name="connsiteX467" fmla="*/ 5203411 w 6004835"/>
              <a:gd name="connsiteY467" fmla="*/ 1669250 h 2733536"/>
              <a:gd name="connsiteX468" fmla="*/ 5203787 w 6004835"/>
              <a:gd name="connsiteY468" fmla="*/ 1666559 h 2733536"/>
              <a:gd name="connsiteX469" fmla="*/ 5158842 w 6004835"/>
              <a:gd name="connsiteY469" fmla="*/ 1707756 h 2733536"/>
              <a:gd name="connsiteX470" fmla="*/ 5126303 w 6004835"/>
              <a:gd name="connsiteY470" fmla="*/ 1761986 h 2733536"/>
              <a:gd name="connsiteX471" fmla="*/ 5048212 w 6004835"/>
              <a:gd name="connsiteY471" fmla="*/ 1833571 h 2733536"/>
              <a:gd name="connsiteX472" fmla="*/ 4996150 w 6004835"/>
              <a:gd name="connsiteY472" fmla="*/ 1879123 h 2733536"/>
              <a:gd name="connsiteX473" fmla="*/ 4941922 w 6004835"/>
              <a:gd name="connsiteY473" fmla="*/ 1922507 h 2733536"/>
              <a:gd name="connsiteX474" fmla="*/ 4746692 w 6004835"/>
              <a:gd name="connsiteY474" fmla="*/ 2074352 h 2733536"/>
              <a:gd name="connsiteX475" fmla="*/ 4642570 w 6004835"/>
              <a:gd name="connsiteY475" fmla="*/ 2154614 h 2733536"/>
              <a:gd name="connsiteX476" fmla="*/ 4512418 w 6004835"/>
              <a:gd name="connsiteY476" fmla="*/ 2232706 h 2733536"/>
              <a:gd name="connsiteX477" fmla="*/ 4443003 w 6004835"/>
              <a:gd name="connsiteY477" fmla="*/ 2269581 h 2733536"/>
              <a:gd name="connsiteX478" fmla="*/ 4375756 w 6004835"/>
              <a:gd name="connsiteY478" fmla="*/ 2304289 h 2733536"/>
              <a:gd name="connsiteX479" fmla="*/ 4256451 w 6004835"/>
              <a:gd name="connsiteY479" fmla="*/ 2367197 h 2733536"/>
              <a:gd name="connsiteX480" fmla="*/ 3803084 w 6004835"/>
              <a:gd name="connsiteY480" fmla="*/ 2538564 h 2733536"/>
              <a:gd name="connsiteX481" fmla="*/ 3134967 w 6004835"/>
              <a:gd name="connsiteY481" fmla="*/ 2649194 h 2733536"/>
              <a:gd name="connsiteX482" fmla="*/ 3085076 w 6004835"/>
              <a:gd name="connsiteY482" fmla="*/ 2649194 h 2733536"/>
              <a:gd name="connsiteX483" fmla="*/ 3078567 w 6004835"/>
              <a:gd name="connsiteY483" fmla="*/ 2631841 h 2733536"/>
              <a:gd name="connsiteX484" fmla="*/ 3026506 w 6004835"/>
              <a:gd name="connsiteY484" fmla="*/ 2629670 h 2733536"/>
              <a:gd name="connsiteX485" fmla="*/ 2978784 w 6004835"/>
              <a:gd name="connsiteY485" fmla="*/ 2649194 h 2733536"/>
              <a:gd name="connsiteX486" fmla="*/ 2839954 w 6004835"/>
              <a:gd name="connsiteY486" fmla="*/ 2651363 h 2733536"/>
              <a:gd name="connsiteX487" fmla="*/ 2738002 w 6004835"/>
              <a:gd name="connsiteY487" fmla="*/ 2647024 h 2733536"/>
              <a:gd name="connsiteX488" fmla="*/ 2688109 w 6004835"/>
              <a:gd name="connsiteY488" fmla="*/ 2642686 h 2733536"/>
              <a:gd name="connsiteX489" fmla="*/ 2638218 w 6004835"/>
              <a:gd name="connsiteY489" fmla="*/ 2634009 h 2733536"/>
              <a:gd name="connsiteX490" fmla="*/ 2668273 w 6004835"/>
              <a:gd name="connsiteY490" fmla="*/ 2601952 h 2733536"/>
              <a:gd name="connsiteX491" fmla="*/ 2662079 w 6004835"/>
              <a:gd name="connsiteY491" fmla="*/ 2603640 h 2733536"/>
              <a:gd name="connsiteX492" fmla="*/ 2550104 w 6004835"/>
              <a:gd name="connsiteY492" fmla="*/ 2582904 h 2733536"/>
              <a:gd name="connsiteX493" fmla="*/ 2544941 w 6004835"/>
              <a:gd name="connsiteY493" fmla="*/ 2584118 h 2733536"/>
              <a:gd name="connsiteX494" fmla="*/ 2330190 w 6004835"/>
              <a:gd name="connsiteY494" fmla="*/ 2545072 h 2733536"/>
              <a:gd name="connsiteX495" fmla="*/ 2245590 w 6004835"/>
              <a:gd name="connsiteY495" fmla="*/ 2527719 h 2733536"/>
              <a:gd name="connsiteX496" fmla="*/ 2171837 w 6004835"/>
              <a:gd name="connsiteY496" fmla="*/ 2514703 h 2733536"/>
              <a:gd name="connsiteX497" fmla="*/ 2082900 w 6004835"/>
              <a:gd name="connsiteY497" fmla="*/ 2473487 h 2733536"/>
              <a:gd name="connsiteX498" fmla="*/ 1972269 w 6004835"/>
              <a:gd name="connsiteY498" fmla="*/ 2432273 h 2733536"/>
              <a:gd name="connsiteX499" fmla="*/ 1857302 w 6004835"/>
              <a:gd name="connsiteY499" fmla="*/ 2386719 h 2733536"/>
              <a:gd name="connsiteX500" fmla="*/ 1876824 w 6004835"/>
              <a:gd name="connsiteY500" fmla="*/ 2371535 h 2733536"/>
              <a:gd name="connsiteX501" fmla="*/ 1957086 w 6004835"/>
              <a:gd name="connsiteY501" fmla="*/ 2386719 h 2733536"/>
              <a:gd name="connsiteX502" fmla="*/ 1991793 w 6004835"/>
              <a:gd name="connsiteY502" fmla="*/ 2417088 h 2733536"/>
              <a:gd name="connsiteX503" fmla="*/ 2111099 w 6004835"/>
              <a:gd name="connsiteY503" fmla="*/ 2451795 h 2733536"/>
              <a:gd name="connsiteX504" fmla="*/ 2347544 w 6004835"/>
              <a:gd name="connsiteY504" fmla="*/ 2512533 h 2733536"/>
              <a:gd name="connsiteX505" fmla="*/ 2406112 w 6004835"/>
              <a:gd name="connsiteY505" fmla="*/ 2523380 h 2733536"/>
              <a:gd name="connsiteX506" fmla="*/ 2469020 w 6004835"/>
              <a:gd name="connsiteY506" fmla="*/ 2534225 h 2733536"/>
              <a:gd name="connsiteX507" fmla="*/ 2538435 w 6004835"/>
              <a:gd name="connsiteY507" fmla="*/ 2549411 h 2733536"/>
              <a:gd name="connsiteX508" fmla="*/ 2614930 w 6004835"/>
              <a:gd name="connsiteY508" fmla="*/ 2565951 h 2733536"/>
              <a:gd name="connsiteX509" fmla="*/ 2620863 w 6004835"/>
              <a:gd name="connsiteY509" fmla="*/ 2564594 h 2733536"/>
              <a:gd name="connsiteX510" fmla="*/ 2692448 w 6004835"/>
              <a:gd name="connsiteY510" fmla="*/ 2575441 h 2733536"/>
              <a:gd name="connsiteX511" fmla="*/ 2694616 w 6004835"/>
              <a:gd name="connsiteY511" fmla="*/ 2571103 h 2733536"/>
              <a:gd name="connsiteX512" fmla="*/ 2798738 w 6004835"/>
              <a:gd name="connsiteY512" fmla="*/ 2575441 h 2733536"/>
              <a:gd name="connsiteX513" fmla="*/ 2816092 w 6004835"/>
              <a:gd name="connsiteY513" fmla="*/ 2577609 h 2733536"/>
              <a:gd name="connsiteX514" fmla="*/ 2976613 w 6004835"/>
              <a:gd name="connsiteY514" fmla="*/ 2577609 h 2733536"/>
              <a:gd name="connsiteX515" fmla="*/ 3093751 w 6004835"/>
              <a:gd name="connsiteY515" fmla="*/ 2581948 h 2733536"/>
              <a:gd name="connsiteX516" fmla="*/ 3232580 w 6004835"/>
              <a:gd name="connsiteY516" fmla="*/ 2571103 h 2733536"/>
              <a:gd name="connsiteX517" fmla="*/ 3249934 w 6004835"/>
              <a:gd name="connsiteY517" fmla="*/ 2571103 h 2733536"/>
              <a:gd name="connsiteX518" fmla="*/ 3256443 w 6004835"/>
              <a:gd name="connsiteY518" fmla="*/ 2588457 h 2733536"/>
              <a:gd name="connsiteX519" fmla="*/ 3393102 w 6004835"/>
              <a:gd name="connsiteY519" fmla="*/ 2571103 h 2733536"/>
              <a:gd name="connsiteX520" fmla="*/ 3484209 w 6004835"/>
              <a:gd name="connsiteY520" fmla="*/ 2549411 h 2733536"/>
              <a:gd name="connsiteX521" fmla="*/ 3536270 w 6004835"/>
              <a:gd name="connsiteY521" fmla="*/ 2540734 h 2733536"/>
              <a:gd name="connsiteX522" fmla="*/ 3568809 w 6004835"/>
              <a:gd name="connsiteY522" fmla="*/ 2536395 h 2733536"/>
              <a:gd name="connsiteX523" fmla="*/ 3640392 w 6004835"/>
              <a:gd name="connsiteY523" fmla="*/ 2519042 h 2733536"/>
              <a:gd name="connsiteX524" fmla="*/ 3698962 w 6004835"/>
              <a:gd name="connsiteY524" fmla="*/ 2506026 h 2733536"/>
              <a:gd name="connsiteX525" fmla="*/ 3757530 w 6004835"/>
              <a:gd name="connsiteY525" fmla="*/ 2490841 h 2733536"/>
              <a:gd name="connsiteX526" fmla="*/ 3864961 w 6004835"/>
              <a:gd name="connsiteY526" fmla="*/ 2472248 h 2733536"/>
              <a:gd name="connsiteX527" fmla="*/ 3879008 w 6004835"/>
              <a:gd name="connsiteY527" fmla="*/ 2466981 h 2733536"/>
              <a:gd name="connsiteX528" fmla="*/ 3766209 w 6004835"/>
              <a:gd name="connsiteY528" fmla="*/ 2486502 h 2733536"/>
              <a:gd name="connsiteX529" fmla="*/ 3707639 w 6004835"/>
              <a:gd name="connsiteY529" fmla="*/ 2501688 h 2733536"/>
              <a:gd name="connsiteX530" fmla="*/ 3649071 w 6004835"/>
              <a:gd name="connsiteY530" fmla="*/ 2514703 h 2733536"/>
              <a:gd name="connsiteX531" fmla="*/ 3577486 w 6004835"/>
              <a:gd name="connsiteY531" fmla="*/ 2532057 h 2733536"/>
              <a:gd name="connsiteX532" fmla="*/ 3544949 w 6004835"/>
              <a:gd name="connsiteY532" fmla="*/ 2536395 h 2733536"/>
              <a:gd name="connsiteX533" fmla="*/ 3492888 w 6004835"/>
              <a:gd name="connsiteY533" fmla="*/ 2545072 h 2733536"/>
              <a:gd name="connsiteX534" fmla="*/ 3351888 w 6004835"/>
              <a:gd name="connsiteY534" fmla="*/ 2558088 h 2733536"/>
              <a:gd name="connsiteX535" fmla="*/ 3256443 w 6004835"/>
              <a:gd name="connsiteY535" fmla="*/ 2566764 h 2733536"/>
              <a:gd name="connsiteX536" fmla="*/ 3239089 w 6004835"/>
              <a:gd name="connsiteY536" fmla="*/ 2566764 h 2733536"/>
              <a:gd name="connsiteX537" fmla="*/ 3100260 w 6004835"/>
              <a:gd name="connsiteY537" fmla="*/ 2577609 h 2733536"/>
              <a:gd name="connsiteX538" fmla="*/ 2983122 w 6004835"/>
              <a:gd name="connsiteY538" fmla="*/ 2573271 h 2733536"/>
              <a:gd name="connsiteX539" fmla="*/ 2822600 w 6004835"/>
              <a:gd name="connsiteY539" fmla="*/ 2573271 h 2733536"/>
              <a:gd name="connsiteX540" fmla="*/ 2805247 w 6004835"/>
              <a:gd name="connsiteY540" fmla="*/ 2571103 h 2733536"/>
              <a:gd name="connsiteX541" fmla="*/ 2738002 w 6004835"/>
              <a:gd name="connsiteY541" fmla="*/ 2542902 h 2733536"/>
              <a:gd name="connsiteX542" fmla="*/ 2701125 w 6004835"/>
              <a:gd name="connsiteY542" fmla="*/ 2566764 h 2733536"/>
              <a:gd name="connsiteX543" fmla="*/ 2701031 w 6004835"/>
              <a:gd name="connsiteY543" fmla="*/ 2566951 h 2733536"/>
              <a:gd name="connsiteX544" fmla="*/ 2731493 w 6004835"/>
              <a:gd name="connsiteY544" fmla="*/ 2547240 h 2733536"/>
              <a:gd name="connsiteX545" fmla="*/ 2798740 w 6004835"/>
              <a:gd name="connsiteY545" fmla="*/ 2575439 h 2733536"/>
              <a:gd name="connsiteX546" fmla="*/ 2694618 w 6004835"/>
              <a:gd name="connsiteY546" fmla="*/ 2571101 h 2733536"/>
              <a:gd name="connsiteX547" fmla="*/ 2695438 w 6004835"/>
              <a:gd name="connsiteY547" fmla="*/ 2570570 h 2733536"/>
              <a:gd name="connsiteX548" fmla="*/ 2627371 w 6004835"/>
              <a:gd name="connsiteY548" fmla="*/ 2560256 h 2733536"/>
              <a:gd name="connsiteX549" fmla="*/ 2547112 w 6004835"/>
              <a:gd name="connsiteY549" fmla="*/ 2542902 h 2733536"/>
              <a:gd name="connsiteX550" fmla="*/ 2477697 w 6004835"/>
              <a:gd name="connsiteY550" fmla="*/ 2527719 h 2733536"/>
              <a:gd name="connsiteX551" fmla="*/ 2414789 w 6004835"/>
              <a:gd name="connsiteY551" fmla="*/ 2516871 h 2733536"/>
              <a:gd name="connsiteX552" fmla="*/ 2356221 w 6004835"/>
              <a:gd name="connsiteY552" fmla="*/ 2506026 h 2733536"/>
              <a:gd name="connsiteX553" fmla="*/ 2119775 w 6004835"/>
              <a:gd name="connsiteY553" fmla="*/ 2445289 h 2733536"/>
              <a:gd name="connsiteX554" fmla="*/ 2000470 w 6004835"/>
              <a:gd name="connsiteY554" fmla="*/ 2410581 h 2733536"/>
              <a:gd name="connsiteX555" fmla="*/ 1965763 w 6004835"/>
              <a:gd name="connsiteY555" fmla="*/ 2380212 h 2733536"/>
              <a:gd name="connsiteX556" fmla="*/ 1885501 w 6004835"/>
              <a:gd name="connsiteY556" fmla="*/ 2365027 h 2733536"/>
              <a:gd name="connsiteX557" fmla="*/ 1766195 w 6004835"/>
              <a:gd name="connsiteY557" fmla="*/ 2304289 h 2733536"/>
              <a:gd name="connsiteX558" fmla="*/ 1731488 w 6004835"/>
              <a:gd name="connsiteY558" fmla="*/ 2306459 h 2733536"/>
              <a:gd name="connsiteX559" fmla="*/ 1607842 w 6004835"/>
              <a:gd name="connsiteY559" fmla="*/ 2243551 h 2733536"/>
              <a:gd name="connsiteX560" fmla="*/ 1586149 w 6004835"/>
              <a:gd name="connsiteY560" fmla="*/ 2204505 h 2733536"/>
              <a:gd name="connsiteX561" fmla="*/ 1590488 w 6004835"/>
              <a:gd name="connsiteY561" fmla="*/ 2202337 h 2733536"/>
              <a:gd name="connsiteX562" fmla="*/ 1666411 w 6004835"/>
              <a:gd name="connsiteY562" fmla="*/ 2243551 h 2733536"/>
              <a:gd name="connsiteX563" fmla="*/ 1742333 w 6004835"/>
              <a:gd name="connsiteY563" fmla="*/ 2284767 h 2733536"/>
              <a:gd name="connsiteX564" fmla="*/ 1764025 w 6004835"/>
              <a:gd name="connsiteY564" fmla="*/ 2271752 h 2733536"/>
              <a:gd name="connsiteX565" fmla="*/ 1675088 w 6004835"/>
              <a:gd name="connsiteY565" fmla="*/ 2213182 h 2733536"/>
              <a:gd name="connsiteX566" fmla="*/ 1601335 w 6004835"/>
              <a:gd name="connsiteY566" fmla="*/ 2180645 h 2733536"/>
              <a:gd name="connsiteX567" fmla="*/ 1499381 w 6004835"/>
              <a:gd name="connsiteY567" fmla="*/ 2122075 h 2733536"/>
              <a:gd name="connsiteX568" fmla="*/ 1412612 w 6004835"/>
              <a:gd name="connsiteY568" fmla="*/ 2065675 h 2733536"/>
              <a:gd name="connsiteX569" fmla="*/ 1275953 w 6004835"/>
              <a:gd name="connsiteY569" fmla="*/ 2007108 h 2733536"/>
              <a:gd name="connsiteX570" fmla="*/ 1223892 w 6004835"/>
              <a:gd name="connsiteY570" fmla="*/ 1963723 h 2733536"/>
              <a:gd name="connsiteX571" fmla="*/ 1234737 w 6004835"/>
              <a:gd name="connsiteY571" fmla="*/ 1959385 h 2733536"/>
              <a:gd name="connsiteX572" fmla="*/ 1286798 w 6004835"/>
              <a:gd name="connsiteY572" fmla="*/ 1974568 h 2733536"/>
              <a:gd name="connsiteX573" fmla="*/ 1178338 w 6004835"/>
              <a:gd name="connsiteY573" fmla="*/ 1861769 h 2733536"/>
              <a:gd name="connsiteX574" fmla="*/ 1117600 w 6004835"/>
              <a:gd name="connsiteY574" fmla="*/ 1811879 h 2733536"/>
              <a:gd name="connsiteX575" fmla="*/ 1061200 w 6004835"/>
              <a:gd name="connsiteY575" fmla="*/ 1761986 h 2733536"/>
              <a:gd name="connsiteX576" fmla="*/ 989617 w 6004835"/>
              <a:gd name="connsiteY576" fmla="*/ 1703418 h 2733536"/>
              <a:gd name="connsiteX577" fmla="*/ 885495 w 6004835"/>
              <a:gd name="connsiteY577" fmla="*/ 1588449 h 2733536"/>
              <a:gd name="connsiteX578" fmla="*/ 878351 w 6004835"/>
              <a:gd name="connsiteY578" fmla="*/ 1566121 h 2733536"/>
              <a:gd name="connsiteX579" fmla="*/ 857294 w 6004835"/>
              <a:gd name="connsiteY579" fmla="*/ 1545064 h 2733536"/>
              <a:gd name="connsiteX580" fmla="*/ 785711 w 6004835"/>
              <a:gd name="connsiteY580" fmla="*/ 1466973 h 2733536"/>
              <a:gd name="connsiteX581" fmla="*/ 777034 w 6004835"/>
              <a:gd name="connsiteY581" fmla="*/ 1427927 h 2733536"/>
              <a:gd name="connsiteX582" fmla="*/ 748834 w 6004835"/>
              <a:gd name="connsiteY582" fmla="*/ 1388881 h 2733536"/>
              <a:gd name="connsiteX583" fmla="*/ 745474 w 6004835"/>
              <a:gd name="connsiteY583" fmla="*/ 1383614 h 2733536"/>
              <a:gd name="connsiteX584" fmla="*/ 711956 w 6004835"/>
              <a:gd name="connsiteY584" fmla="*/ 1360680 h 2733536"/>
              <a:gd name="connsiteX585" fmla="*/ 646879 w 6004835"/>
              <a:gd name="connsiteY585" fmla="*/ 1267405 h 2733536"/>
              <a:gd name="connsiteX586" fmla="*/ 610004 w 6004835"/>
              <a:gd name="connsiteY586" fmla="*/ 1180637 h 2733536"/>
              <a:gd name="connsiteX587" fmla="*/ 605666 w 6004835"/>
              <a:gd name="connsiteY587" fmla="*/ 1180637 h 2733536"/>
              <a:gd name="connsiteX588" fmla="*/ 555775 w 6004835"/>
              <a:gd name="connsiteY588" fmla="*/ 1085191 h 2733536"/>
              <a:gd name="connsiteX589" fmla="*/ 508052 w 6004835"/>
              <a:gd name="connsiteY589" fmla="*/ 989746 h 2733536"/>
              <a:gd name="connsiteX590" fmla="*/ 458159 w 6004835"/>
              <a:gd name="connsiteY590" fmla="*/ 879117 h 2733536"/>
              <a:gd name="connsiteX591" fmla="*/ 412607 w 6004835"/>
              <a:gd name="connsiteY591" fmla="*/ 766318 h 2733536"/>
              <a:gd name="connsiteX592" fmla="*/ 458159 w 6004835"/>
              <a:gd name="connsiteY592" fmla="*/ 842240 h 2733536"/>
              <a:gd name="connsiteX593" fmla="*/ 503714 w 6004835"/>
              <a:gd name="connsiteY593" fmla="*/ 937685 h 2733536"/>
              <a:gd name="connsiteX594" fmla="*/ 518897 w 6004835"/>
              <a:gd name="connsiteY594" fmla="*/ 989746 h 2733536"/>
              <a:gd name="connsiteX595" fmla="*/ 525173 w 6004835"/>
              <a:gd name="connsiteY595" fmla="*/ 998949 h 2733536"/>
              <a:gd name="connsiteX596" fmla="*/ 517449 w 6004835"/>
              <a:gd name="connsiteY596" fmla="*/ 958787 h 2733536"/>
              <a:gd name="connsiteX597" fmla="*/ 497305 w 6004835"/>
              <a:gd name="connsiteY597" fmla="*/ 922228 h 2733536"/>
              <a:gd name="connsiteX598" fmla="*/ 464515 w 6004835"/>
              <a:gd name="connsiteY598" fmla="*/ 848496 h 2733536"/>
              <a:gd name="connsiteX599" fmla="*/ 425620 w 6004835"/>
              <a:gd name="connsiteY599" fmla="*/ 783670 h 2733536"/>
              <a:gd name="connsiteX600" fmla="*/ 377897 w 6004835"/>
              <a:gd name="connsiteY600" fmla="*/ 653517 h 2733536"/>
              <a:gd name="connsiteX601" fmla="*/ 337011 w 6004835"/>
              <a:gd name="connsiteY601" fmla="*/ 520096 h 2733536"/>
              <a:gd name="connsiteX602" fmla="*/ 323586 w 6004835"/>
              <a:gd name="connsiteY602" fmla="*/ 481203 h 2733536"/>
              <a:gd name="connsiteX603" fmla="*/ 265112 w 6004835"/>
              <a:gd name="connsiteY603" fmla="*/ 247798 h 2733536"/>
              <a:gd name="connsiteX604" fmla="*/ 239252 w 6004835"/>
              <a:gd name="connsiteY604" fmla="*/ 78358 h 2733536"/>
              <a:gd name="connsiteX605" fmla="*/ 239068 w 6004835"/>
              <a:gd name="connsiteY605" fmla="*/ 83015 h 2733536"/>
              <a:gd name="connsiteX606" fmla="*/ 241238 w 6004835"/>
              <a:gd name="connsiteY606" fmla="*/ 117723 h 2733536"/>
              <a:gd name="connsiteX607" fmla="*/ 252083 w 6004835"/>
              <a:gd name="connsiteY607" fmla="*/ 197985 h 2733536"/>
              <a:gd name="connsiteX608" fmla="*/ 265098 w 6004835"/>
              <a:gd name="connsiteY608" fmla="*/ 280415 h 2733536"/>
              <a:gd name="connsiteX609" fmla="*/ 243406 w 6004835"/>
              <a:gd name="connsiteY609" fmla="*/ 208830 h 2733536"/>
              <a:gd name="connsiteX610" fmla="*/ 228223 w 6004835"/>
              <a:gd name="connsiteY610" fmla="*/ 117723 h 2733536"/>
              <a:gd name="connsiteX611" fmla="*/ 210869 w 6004835"/>
              <a:gd name="connsiteY611" fmla="*/ 117723 h 2733536"/>
              <a:gd name="connsiteX612" fmla="*/ 200022 w 6004835"/>
              <a:gd name="connsiteY612" fmla="*/ 35293 h 2733536"/>
              <a:gd name="connsiteX613" fmla="*/ 189729 w 6004835"/>
              <a:gd name="connsiteY613" fmla="*/ 0 h 2733536"/>
              <a:gd name="connsiteX614" fmla="*/ 5795410 w 6004835"/>
              <a:gd name="connsiteY614" fmla="*/ 0 h 2733536"/>
              <a:gd name="connsiteX615" fmla="*/ 5800929 w 6004835"/>
              <a:gd name="connsiteY615" fmla="*/ 17939 h 2733536"/>
              <a:gd name="connsiteX616" fmla="*/ 5807654 w 6004835"/>
              <a:gd name="connsiteY616" fmla="*/ 17566 h 2733536"/>
              <a:gd name="connsiteX617" fmla="*/ 5803098 w 6004835"/>
              <a:gd name="connsiteY617" fmla="*/ 2753 h 2733536"/>
              <a:gd name="connsiteX618" fmla="*/ 5803442 w 6004835"/>
              <a:gd name="connsiteY618" fmla="*/ 0 h 2733536"/>
              <a:gd name="connsiteX619" fmla="*/ 5888010 w 6004835"/>
              <a:gd name="connsiteY619" fmla="*/ 0 h 2733536"/>
              <a:gd name="connsiteX620" fmla="*/ 5866775 w 6004835"/>
              <a:gd name="connsiteY620" fmla="*/ 88481 h 2733536"/>
              <a:gd name="connsiteX621" fmla="*/ 5866777 w 6004835"/>
              <a:gd name="connsiteY621" fmla="*/ 88481 h 2733536"/>
              <a:gd name="connsiteX622" fmla="*/ 5888012 w 6004835"/>
              <a:gd name="connsiteY622" fmla="*/ 0 h 2733536"/>
              <a:gd name="connsiteX623" fmla="*/ 5898025 w 6004835"/>
              <a:gd name="connsiteY623" fmla="*/ 0 h 2733536"/>
              <a:gd name="connsiteX624" fmla="*/ 5895561 w 6004835"/>
              <a:gd name="connsiteY624" fmla="*/ 48850 h 2733536"/>
              <a:gd name="connsiteX625" fmla="*/ 5894204 w 6004835"/>
              <a:gd name="connsiteY625" fmla="*/ 104708 h 2733536"/>
              <a:gd name="connsiteX626" fmla="*/ 5872512 w 6004835"/>
              <a:gd name="connsiteY626" fmla="*/ 171456 h 2733536"/>
              <a:gd name="connsiteX627" fmla="*/ 5872512 w 6004835"/>
              <a:gd name="connsiteY627" fmla="*/ 179080 h 2733536"/>
              <a:gd name="connsiteX628" fmla="*/ 5898543 w 6004835"/>
              <a:gd name="connsiteY628" fmla="*/ 104708 h 2733536"/>
              <a:gd name="connsiteX629" fmla="*/ 5900678 w 6004835"/>
              <a:gd name="connsiteY629" fmla="*/ 22345 h 2733536"/>
              <a:gd name="connsiteX630" fmla="*/ 5902188 w 6004835"/>
              <a:gd name="connsiteY630" fmla="*/ 0 h 2733536"/>
              <a:gd name="connsiteX631" fmla="*/ 5945314 w 6004835"/>
              <a:gd name="connsiteY631" fmla="*/ 0 h 2733536"/>
              <a:gd name="connsiteX632" fmla="*/ 5941927 w 6004835"/>
              <a:gd name="connsiteY632" fmla="*/ 28786 h 2733536"/>
              <a:gd name="connsiteX633" fmla="*/ 5932679 w 6004835"/>
              <a:gd name="connsiteY633" fmla="*/ 34953 h 2733536"/>
              <a:gd name="connsiteX634" fmla="*/ 5933250 w 6004835"/>
              <a:gd name="connsiteY634" fmla="*/ 37461 h 2733536"/>
              <a:gd name="connsiteX635" fmla="*/ 5942112 w 6004835"/>
              <a:gd name="connsiteY635" fmla="*/ 31553 h 2733536"/>
              <a:gd name="connsiteX636" fmla="*/ 5945824 w 6004835"/>
              <a:gd name="connsiteY636" fmla="*/ 0 h 2733536"/>
              <a:gd name="connsiteX637" fmla="*/ 5983702 w 6004835"/>
              <a:gd name="connsiteY637" fmla="*/ 0 h 2733536"/>
              <a:gd name="connsiteX638" fmla="*/ 5983141 w 6004835"/>
              <a:gd name="connsiteY638" fmla="*/ 9262 h 2733536"/>
              <a:gd name="connsiteX639" fmla="*/ 5972296 w 6004835"/>
              <a:gd name="connsiteY639" fmla="*/ 85186 h 2733536"/>
              <a:gd name="connsiteX640" fmla="*/ 5959281 w 6004835"/>
              <a:gd name="connsiteY640" fmla="*/ 165445 h 2733536"/>
              <a:gd name="connsiteX641" fmla="*/ 5944095 w 6004835"/>
              <a:gd name="connsiteY641" fmla="*/ 243537 h 2733536"/>
              <a:gd name="connsiteX642" fmla="*/ 5915896 w 6004835"/>
              <a:gd name="connsiteY642" fmla="*/ 408397 h 2733536"/>
              <a:gd name="connsiteX643" fmla="*/ 5889866 w 6004835"/>
              <a:gd name="connsiteY643" fmla="*/ 423583 h 2733536"/>
              <a:gd name="connsiteX644" fmla="*/ 5857326 w 6004835"/>
              <a:gd name="connsiteY644" fmla="*/ 519028 h 2733536"/>
              <a:gd name="connsiteX645" fmla="*/ 5848649 w 6004835"/>
              <a:gd name="connsiteY645" fmla="*/ 610135 h 2733536"/>
              <a:gd name="connsiteX646" fmla="*/ 5844311 w 6004835"/>
              <a:gd name="connsiteY646" fmla="*/ 623150 h 2733536"/>
              <a:gd name="connsiteX647" fmla="*/ 5807436 w 6004835"/>
              <a:gd name="connsiteY647" fmla="*/ 722934 h 2733536"/>
              <a:gd name="connsiteX648" fmla="*/ 5796588 w 6004835"/>
              <a:gd name="connsiteY648" fmla="*/ 731611 h 2733536"/>
              <a:gd name="connsiteX649" fmla="*/ 5751036 w 6004835"/>
              <a:gd name="connsiteY649" fmla="*/ 837901 h 2733536"/>
              <a:gd name="connsiteX650" fmla="*/ 5798759 w 6004835"/>
              <a:gd name="connsiteY650" fmla="*/ 731611 h 2733536"/>
              <a:gd name="connsiteX651" fmla="*/ 5809604 w 6004835"/>
              <a:gd name="connsiteY651" fmla="*/ 722934 h 2733536"/>
              <a:gd name="connsiteX652" fmla="*/ 5740189 w 6004835"/>
              <a:gd name="connsiteY652" fmla="*/ 920331 h 2733536"/>
              <a:gd name="connsiteX653" fmla="*/ 5703314 w 6004835"/>
              <a:gd name="connsiteY653" fmla="*/ 939855 h 2733536"/>
              <a:gd name="connsiteX654" fmla="*/ 5695666 w 6004835"/>
              <a:gd name="connsiteY654" fmla="*/ 955153 h 2733536"/>
              <a:gd name="connsiteX655" fmla="*/ 5696807 w 6004835"/>
              <a:gd name="connsiteY655" fmla="*/ 957207 h 2733536"/>
              <a:gd name="connsiteX656" fmla="*/ 5705484 w 6004835"/>
              <a:gd name="connsiteY656" fmla="*/ 939853 h 2733536"/>
              <a:gd name="connsiteX657" fmla="*/ 5742360 w 6004835"/>
              <a:gd name="connsiteY657" fmla="*/ 920331 h 2733536"/>
              <a:gd name="connsiteX658" fmla="*/ 5716329 w 6004835"/>
              <a:gd name="connsiteY658" fmla="*/ 994085 h 2733536"/>
              <a:gd name="connsiteX659" fmla="*/ 5668606 w 6004835"/>
              <a:gd name="connsiteY659" fmla="*/ 1080853 h 2733536"/>
              <a:gd name="connsiteX660" fmla="*/ 5644746 w 6004835"/>
              <a:gd name="connsiteY660" fmla="*/ 1124237 h 2733536"/>
              <a:gd name="connsiteX661" fmla="*/ 5618715 w 6004835"/>
              <a:gd name="connsiteY661" fmla="*/ 1167622 h 2733536"/>
              <a:gd name="connsiteX662" fmla="*/ 5599191 w 6004835"/>
              <a:gd name="connsiteY662" fmla="*/ 1200159 h 2733536"/>
              <a:gd name="connsiteX663" fmla="*/ 5570993 w 6004835"/>
              <a:gd name="connsiteY663" fmla="*/ 1263067 h 2733536"/>
              <a:gd name="connsiteX664" fmla="*/ 5540624 w 6004835"/>
              <a:gd name="connsiteY664" fmla="*/ 1323805 h 2733536"/>
              <a:gd name="connsiteX665" fmla="*/ 5492901 w 6004835"/>
              <a:gd name="connsiteY665" fmla="*/ 1388881 h 2733536"/>
              <a:gd name="connsiteX666" fmla="*/ 5445178 w 6004835"/>
              <a:gd name="connsiteY666" fmla="*/ 1449619 h 2733536"/>
              <a:gd name="connsiteX667" fmla="*/ 5447166 w 6004835"/>
              <a:gd name="connsiteY667" fmla="*/ 1445524 h 2733536"/>
              <a:gd name="connsiteX668" fmla="*/ 5393115 w 6004835"/>
              <a:gd name="connsiteY668" fmla="*/ 1519034 h 2733536"/>
              <a:gd name="connsiteX669" fmla="*/ 5275977 w 6004835"/>
              <a:gd name="connsiteY669" fmla="*/ 1647019 h 2733536"/>
              <a:gd name="connsiteX670" fmla="*/ 5252917 w 6004835"/>
              <a:gd name="connsiteY670" fmla="*/ 1682500 h 2733536"/>
              <a:gd name="connsiteX671" fmla="*/ 5275977 w 6004835"/>
              <a:gd name="connsiteY671" fmla="*/ 1649187 h 2733536"/>
              <a:gd name="connsiteX672" fmla="*/ 5393115 w 6004835"/>
              <a:gd name="connsiteY672" fmla="*/ 1521202 h 2733536"/>
              <a:gd name="connsiteX673" fmla="*/ 5304178 w 6004835"/>
              <a:gd name="connsiteY673" fmla="*/ 1655693 h 2733536"/>
              <a:gd name="connsiteX674" fmla="*/ 5258353 w 6004835"/>
              <a:gd name="connsiteY674" fmla="*/ 1703689 h 2733536"/>
              <a:gd name="connsiteX675" fmla="*/ 5221566 w 6004835"/>
              <a:gd name="connsiteY675" fmla="*/ 1730731 h 2733536"/>
              <a:gd name="connsiteX676" fmla="*/ 5219578 w 6004835"/>
              <a:gd name="connsiteY676" fmla="*/ 1733787 h 2733536"/>
              <a:gd name="connsiteX677" fmla="*/ 5196579 w 6004835"/>
              <a:gd name="connsiteY677" fmla="*/ 1751480 h 2733536"/>
              <a:gd name="connsiteX678" fmla="*/ 5195718 w 6004835"/>
              <a:gd name="connsiteY678" fmla="*/ 1757647 h 2733536"/>
              <a:gd name="connsiteX679" fmla="*/ 5093764 w 6004835"/>
              <a:gd name="connsiteY679" fmla="*/ 1861769 h 2733536"/>
              <a:gd name="connsiteX680" fmla="*/ 4985303 w 6004835"/>
              <a:gd name="connsiteY680" fmla="*/ 1961553 h 2733536"/>
              <a:gd name="connsiteX681" fmla="*/ 4980288 w 6004835"/>
              <a:gd name="connsiteY681" fmla="*/ 1965192 h 2733536"/>
              <a:gd name="connsiteX682" fmla="*/ 4944089 w 6004835"/>
              <a:gd name="connsiteY682" fmla="*/ 2011444 h 2733536"/>
              <a:gd name="connsiteX683" fmla="*/ 4857321 w 6004835"/>
              <a:gd name="connsiteY683" fmla="*/ 2076520 h 2733536"/>
              <a:gd name="connsiteX684" fmla="*/ 4776225 w 6004835"/>
              <a:gd name="connsiteY684" fmla="*/ 2137342 h 2733536"/>
              <a:gd name="connsiteX685" fmla="*/ 4775934 w 6004835"/>
              <a:gd name="connsiteY685" fmla="*/ 2137695 h 2733536"/>
              <a:gd name="connsiteX686" fmla="*/ 4857321 w 6004835"/>
              <a:gd name="connsiteY686" fmla="*/ 2078691 h 2733536"/>
              <a:gd name="connsiteX687" fmla="*/ 4944089 w 6004835"/>
              <a:gd name="connsiteY687" fmla="*/ 2013614 h 2733536"/>
              <a:gd name="connsiteX688" fmla="*/ 4872505 w 6004835"/>
              <a:gd name="connsiteY688" fmla="*/ 2085197 h 2733536"/>
              <a:gd name="connsiteX689" fmla="*/ 4814208 w 6004835"/>
              <a:gd name="connsiteY689" fmla="*/ 2123159 h 2733536"/>
              <a:gd name="connsiteX690" fmla="*/ 4773879 w 6004835"/>
              <a:gd name="connsiteY690" fmla="*/ 2140191 h 2733536"/>
              <a:gd name="connsiteX691" fmla="*/ 4772721 w 6004835"/>
              <a:gd name="connsiteY691" fmla="*/ 2141599 h 2733536"/>
              <a:gd name="connsiteX692" fmla="*/ 4729336 w 6004835"/>
              <a:gd name="connsiteY692" fmla="*/ 2169797 h 2733536"/>
              <a:gd name="connsiteX693" fmla="*/ 4712989 w 6004835"/>
              <a:gd name="connsiteY693" fmla="*/ 2177374 h 2733536"/>
              <a:gd name="connsiteX694" fmla="*/ 4671855 w 6004835"/>
              <a:gd name="connsiteY694" fmla="*/ 2210743 h 2733536"/>
              <a:gd name="connsiteX695" fmla="*/ 4631723 w 6004835"/>
              <a:gd name="connsiteY695" fmla="*/ 2239212 h 2733536"/>
              <a:gd name="connsiteX696" fmla="*/ 4570985 w 6004835"/>
              <a:gd name="connsiteY696" fmla="*/ 2278258 h 2733536"/>
              <a:gd name="connsiteX697" fmla="*/ 4551463 w 6004835"/>
              <a:gd name="connsiteY697" fmla="*/ 2280428 h 2733536"/>
              <a:gd name="connsiteX698" fmla="*/ 4529764 w 6004835"/>
              <a:gd name="connsiteY698" fmla="*/ 2290073 h 2733536"/>
              <a:gd name="connsiteX699" fmla="*/ 4526391 w 6004835"/>
              <a:gd name="connsiteY699" fmla="*/ 2292635 h 2733536"/>
              <a:gd name="connsiteX700" fmla="*/ 4553631 w 6004835"/>
              <a:gd name="connsiteY700" fmla="*/ 2282597 h 2733536"/>
              <a:gd name="connsiteX701" fmla="*/ 4573155 w 6004835"/>
              <a:gd name="connsiteY701" fmla="*/ 2280428 h 2733536"/>
              <a:gd name="connsiteX702" fmla="*/ 4495063 w 6004835"/>
              <a:gd name="connsiteY702" fmla="*/ 2338996 h 2733536"/>
              <a:gd name="connsiteX703" fmla="*/ 4445170 w 6004835"/>
              <a:gd name="connsiteY703" fmla="*/ 2365029 h 2733536"/>
              <a:gd name="connsiteX704" fmla="*/ 4395280 w 6004835"/>
              <a:gd name="connsiteY704" fmla="*/ 2388889 h 2733536"/>
              <a:gd name="connsiteX705" fmla="*/ 4360040 w 6004835"/>
              <a:gd name="connsiteY705" fmla="*/ 2394175 h 2733536"/>
              <a:gd name="connsiteX706" fmla="*/ 4354064 w 6004835"/>
              <a:gd name="connsiteY706" fmla="*/ 2397566 h 2733536"/>
              <a:gd name="connsiteX707" fmla="*/ 4189203 w 6004835"/>
              <a:gd name="connsiteY707" fmla="*/ 2469149 h 2733536"/>
              <a:gd name="connsiteX708" fmla="*/ 4180798 w 6004835"/>
              <a:gd name="connsiteY708" fmla="*/ 2471059 h 2733536"/>
              <a:gd name="connsiteX709" fmla="*/ 4130636 w 6004835"/>
              <a:gd name="connsiteY709" fmla="*/ 2503856 h 2733536"/>
              <a:gd name="connsiteX710" fmla="*/ 4158834 w 6004835"/>
              <a:gd name="connsiteY710" fmla="*/ 2512533 h 2733536"/>
              <a:gd name="connsiteX711" fmla="*/ 4054713 w 6004835"/>
              <a:gd name="connsiteY711" fmla="*/ 2558088 h 2733536"/>
              <a:gd name="connsiteX712" fmla="*/ 4063390 w 6004835"/>
              <a:gd name="connsiteY712" fmla="*/ 2527719 h 2733536"/>
              <a:gd name="connsiteX713" fmla="*/ 4028682 w 6004835"/>
              <a:gd name="connsiteY713" fmla="*/ 2540734 h 2733536"/>
              <a:gd name="connsiteX714" fmla="*/ 3996145 w 6004835"/>
              <a:gd name="connsiteY714" fmla="*/ 2551579 h 2733536"/>
              <a:gd name="connsiteX715" fmla="*/ 3928899 w 6004835"/>
              <a:gd name="connsiteY715" fmla="*/ 2573271 h 2733536"/>
              <a:gd name="connsiteX716" fmla="*/ 3919914 w 6004835"/>
              <a:gd name="connsiteY716" fmla="*/ 2562487 h 2733536"/>
              <a:gd name="connsiteX717" fmla="*/ 3887682 w 6004835"/>
              <a:gd name="connsiteY717" fmla="*/ 2568932 h 2733536"/>
              <a:gd name="connsiteX718" fmla="*/ 3848637 w 6004835"/>
              <a:gd name="connsiteY718" fmla="*/ 2577609 h 2733536"/>
              <a:gd name="connsiteX719" fmla="*/ 3768377 w 6004835"/>
              <a:gd name="connsiteY719" fmla="*/ 2597133 h 2733536"/>
              <a:gd name="connsiteX720" fmla="*/ 3765731 w 6004835"/>
              <a:gd name="connsiteY720" fmla="*/ 2598363 h 2733536"/>
              <a:gd name="connsiteX721" fmla="*/ 3842130 w 6004835"/>
              <a:gd name="connsiteY721" fmla="*/ 2579777 h 2733536"/>
              <a:gd name="connsiteX722" fmla="*/ 3881176 w 6004835"/>
              <a:gd name="connsiteY722" fmla="*/ 2571101 h 2733536"/>
              <a:gd name="connsiteX723" fmla="*/ 3913713 w 6004835"/>
              <a:gd name="connsiteY723" fmla="*/ 2564594 h 2733536"/>
              <a:gd name="connsiteX724" fmla="*/ 3926728 w 6004835"/>
              <a:gd name="connsiteY724" fmla="*/ 2575439 h 2733536"/>
              <a:gd name="connsiteX725" fmla="*/ 3993975 w 6004835"/>
              <a:gd name="connsiteY725" fmla="*/ 2553747 h 2733536"/>
              <a:gd name="connsiteX726" fmla="*/ 4026512 w 6004835"/>
              <a:gd name="connsiteY726" fmla="*/ 2542902 h 2733536"/>
              <a:gd name="connsiteX727" fmla="*/ 4061219 w 6004835"/>
              <a:gd name="connsiteY727" fmla="*/ 2529887 h 2733536"/>
              <a:gd name="connsiteX728" fmla="*/ 4052542 w 6004835"/>
              <a:gd name="connsiteY728" fmla="*/ 2560256 h 2733536"/>
              <a:gd name="connsiteX729" fmla="*/ 3961436 w 6004835"/>
              <a:gd name="connsiteY729" fmla="*/ 2603640 h 2733536"/>
              <a:gd name="connsiteX730" fmla="*/ 3956970 w 6004835"/>
              <a:gd name="connsiteY730" fmla="*/ 2602390 h 2733536"/>
              <a:gd name="connsiteX731" fmla="*/ 3894191 w 6004835"/>
              <a:gd name="connsiteY731" fmla="*/ 2627500 h 2733536"/>
              <a:gd name="connsiteX732" fmla="*/ 3842130 w 6004835"/>
              <a:gd name="connsiteY732" fmla="*/ 2642686 h 2733536"/>
              <a:gd name="connsiteX733" fmla="*/ 3764038 w 6004835"/>
              <a:gd name="connsiteY733" fmla="*/ 2662207 h 2733536"/>
              <a:gd name="connsiteX734" fmla="*/ 3731772 w 6004835"/>
              <a:gd name="connsiteY734" fmla="*/ 2659497 h 2733536"/>
              <a:gd name="connsiteX735" fmla="*/ 3664284 w 6004835"/>
              <a:gd name="connsiteY735" fmla="*/ 2672628 h 2733536"/>
              <a:gd name="connsiteX736" fmla="*/ 3662084 w 6004835"/>
              <a:gd name="connsiteY736" fmla="*/ 2677393 h 2733536"/>
              <a:gd name="connsiteX737" fmla="*/ 3482041 w 6004835"/>
              <a:gd name="connsiteY737" fmla="*/ 2712100 h 2733536"/>
              <a:gd name="connsiteX738" fmla="*/ 3440825 w 6004835"/>
              <a:gd name="connsiteY738" fmla="*/ 2701253 h 2733536"/>
              <a:gd name="connsiteX739" fmla="*/ 3406117 w 6004835"/>
              <a:gd name="connsiteY739" fmla="*/ 2701253 h 2733536"/>
              <a:gd name="connsiteX740" fmla="*/ 3345379 w 6004835"/>
              <a:gd name="connsiteY740" fmla="*/ 2720777 h 2733536"/>
              <a:gd name="connsiteX741" fmla="*/ 3291150 w 6004835"/>
              <a:gd name="connsiteY741" fmla="*/ 2725116 h 2733536"/>
              <a:gd name="connsiteX742" fmla="*/ 3236919 w 6004835"/>
              <a:gd name="connsiteY742" fmla="*/ 2727283 h 2733536"/>
              <a:gd name="connsiteX743" fmla="*/ 3231027 w 6004835"/>
              <a:gd name="connsiteY743" fmla="*/ 2724760 h 2733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</a:cxnLst>
            <a:rect l="l" t="t" r="r" b="b"/>
            <a:pathLst>
              <a:path w="6004835" h="2733536">
                <a:moveTo>
                  <a:pt x="5889866" y="308613"/>
                </a:moveTo>
                <a:cubicBezTo>
                  <a:pt x="5894204" y="304275"/>
                  <a:pt x="5898543" y="299937"/>
                  <a:pt x="5902881" y="299937"/>
                </a:cubicBezTo>
                <a:lnTo>
                  <a:pt x="5903209" y="298272"/>
                </a:lnTo>
                <a:lnTo>
                  <a:pt x="5894204" y="304275"/>
                </a:lnTo>
                <a:cubicBezTo>
                  <a:pt x="5885527" y="299937"/>
                  <a:pt x="5879021" y="291260"/>
                  <a:pt x="5872512" y="284751"/>
                </a:cubicBezTo>
                <a:lnTo>
                  <a:pt x="5864801" y="275498"/>
                </a:lnTo>
                <a:lnTo>
                  <a:pt x="5864022" y="279335"/>
                </a:lnTo>
                <a:lnTo>
                  <a:pt x="5870342" y="286921"/>
                </a:lnTo>
                <a:cubicBezTo>
                  <a:pt x="5876850" y="293430"/>
                  <a:pt x="5883357" y="302107"/>
                  <a:pt x="5889866" y="308613"/>
                </a:cubicBezTo>
                <a:close/>
                <a:moveTo>
                  <a:pt x="5848652" y="620980"/>
                </a:moveTo>
                <a:cubicBezTo>
                  <a:pt x="5848652" y="618810"/>
                  <a:pt x="5850820" y="610133"/>
                  <a:pt x="5852991" y="607965"/>
                </a:cubicBezTo>
                <a:cubicBezTo>
                  <a:pt x="5855158" y="573257"/>
                  <a:pt x="5846481" y="566751"/>
                  <a:pt x="5861668" y="516858"/>
                </a:cubicBezTo>
                <a:cubicBezTo>
                  <a:pt x="5872512" y="486489"/>
                  <a:pt x="5885527" y="453952"/>
                  <a:pt x="5894204" y="421412"/>
                </a:cubicBezTo>
                <a:lnTo>
                  <a:pt x="5920235" y="406229"/>
                </a:lnTo>
                <a:lnTo>
                  <a:pt x="5920235" y="406227"/>
                </a:lnTo>
                <a:cubicBezTo>
                  <a:pt x="5939759" y="319458"/>
                  <a:pt x="5933250" y="299937"/>
                  <a:pt x="5948436" y="241367"/>
                </a:cubicBezTo>
                <a:cubicBezTo>
                  <a:pt x="5952774" y="215336"/>
                  <a:pt x="5959281" y="189306"/>
                  <a:pt x="5963619" y="163275"/>
                </a:cubicBezTo>
                <a:cubicBezTo>
                  <a:pt x="5967958" y="137245"/>
                  <a:pt x="5972296" y="109046"/>
                  <a:pt x="5976634" y="83015"/>
                </a:cubicBezTo>
                <a:cubicBezTo>
                  <a:pt x="5980973" y="56985"/>
                  <a:pt x="5983143" y="30954"/>
                  <a:pt x="5987481" y="7092"/>
                </a:cubicBezTo>
                <a:lnTo>
                  <a:pt x="5987911" y="0"/>
                </a:lnTo>
                <a:lnTo>
                  <a:pt x="6004835" y="0"/>
                </a:lnTo>
                <a:lnTo>
                  <a:pt x="6004835" y="18481"/>
                </a:lnTo>
                <a:cubicBezTo>
                  <a:pt x="6003750" y="36377"/>
                  <a:pt x="6001581" y="55900"/>
                  <a:pt x="5998327" y="80845"/>
                </a:cubicBezTo>
                <a:cubicBezTo>
                  <a:pt x="6000497" y="93860"/>
                  <a:pt x="5996158" y="115552"/>
                  <a:pt x="5991820" y="145921"/>
                </a:cubicBezTo>
                <a:cubicBezTo>
                  <a:pt x="5985311" y="174122"/>
                  <a:pt x="5978805" y="208830"/>
                  <a:pt x="5972296" y="241367"/>
                </a:cubicBezTo>
                <a:cubicBezTo>
                  <a:pt x="5970128" y="267397"/>
                  <a:pt x="5970128" y="295598"/>
                  <a:pt x="5965789" y="321629"/>
                </a:cubicBezTo>
                <a:cubicBezTo>
                  <a:pt x="5950604" y="369351"/>
                  <a:pt x="5948436" y="408397"/>
                  <a:pt x="5933250" y="469135"/>
                </a:cubicBezTo>
                <a:cubicBezTo>
                  <a:pt x="5922405" y="512519"/>
                  <a:pt x="5913728" y="555904"/>
                  <a:pt x="5902881" y="597118"/>
                </a:cubicBezTo>
                <a:cubicBezTo>
                  <a:pt x="5876850" y="623148"/>
                  <a:pt x="5879021" y="584102"/>
                  <a:pt x="5848652" y="620980"/>
                </a:cubicBezTo>
                <a:close/>
                <a:moveTo>
                  <a:pt x="239070" y="761980"/>
                </a:moveTo>
                <a:cubicBezTo>
                  <a:pt x="230393" y="759810"/>
                  <a:pt x="219546" y="738117"/>
                  <a:pt x="206531" y="712087"/>
                </a:cubicBezTo>
                <a:cubicBezTo>
                  <a:pt x="193515" y="686056"/>
                  <a:pt x="182670" y="655687"/>
                  <a:pt x="171823" y="633995"/>
                </a:cubicBezTo>
                <a:cubicBezTo>
                  <a:pt x="160978" y="605797"/>
                  <a:pt x="180500" y="683888"/>
                  <a:pt x="169655" y="655687"/>
                </a:cubicBezTo>
                <a:lnTo>
                  <a:pt x="150782" y="597186"/>
                </a:lnTo>
                <a:lnTo>
                  <a:pt x="137116" y="599288"/>
                </a:lnTo>
                <a:cubicBezTo>
                  <a:pt x="130607" y="581934"/>
                  <a:pt x="126269" y="564580"/>
                  <a:pt x="121930" y="549397"/>
                </a:cubicBezTo>
                <a:cubicBezTo>
                  <a:pt x="98070" y="525535"/>
                  <a:pt x="80716" y="475644"/>
                  <a:pt x="69869" y="430089"/>
                </a:cubicBezTo>
                <a:cubicBezTo>
                  <a:pt x="59024" y="384537"/>
                  <a:pt x="50347" y="341153"/>
                  <a:pt x="37332" y="323799"/>
                </a:cubicBezTo>
                <a:cubicBezTo>
                  <a:pt x="26485" y="284753"/>
                  <a:pt x="26485" y="243537"/>
                  <a:pt x="35162" y="234860"/>
                </a:cubicBezTo>
                <a:cubicBezTo>
                  <a:pt x="30823" y="200153"/>
                  <a:pt x="24317" y="165445"/>
                  <a:pt x="19978" y="130738"/>
                </a:cubicBezTo>
                <a:cubicBezTo>
                  <a:pt x="15640" y="96031"/>
                  <a:pt x="13469" y="61323"/>
                  <a:pt x="9131" y="26616"/>
                </a:cubicBezTo>
                <a:lnTo>
                  <a:pt x="0" y="0"/>
                </a:lnTo>
                <a:lnTo>
                  <a:pt x="34839" y="0"/>
                </a:lnTo>
                <a:lnTo>
                  <a:pt x="61192" y="115555"/>
                </a:lnTo>
                <a:cubicBezTo>
                  <a:pt x="63362" y="143753"/>
                  <a:pt x="69869" y="169784"/>
                  <a:pt x="76378" y="217507"/>
                </a:cubicBezTo>
                <a:cubicBezTo>
                  <a:pt x="87223" y="254384"/>
                  <a:pt x="98070" y="289092"/>
                  <a:pt x="108915" y="321629"/>
                </a:cubicBezTo>
                <a:cubicBezTo>
                  <a:pt x="113795" y="383451"/>
                  <a:pt x="146740" y="481879"/>
                  <a:pt x="160163" y="545532"/>
                </a:cubicBezTo>
                <a:lnTo>
                  <a:pt x="164636" y="588443"/>
                </a:lnTo>
                <a:lnTo>
                  <a:pt x="173993" y="588443"/>
                </a:lnTo>
                <a:cubicBezTo>
                  <a:pt x="197854" y="649181"/>
                  <a:pt x="213039" y="681718"/>
                  <a:pt x="221716" y="703410"/>
                </a:cubicBezTo>
                <a:cubicBezTo>
                  <a:pt x="232561" y="725102"/>
                  <a:pt x="236899" y="740288"/>
                  <a:pt x="239070" y="761980"/>
                </a:cubicBezTo>
                <a:close/>
                <a:moveTo>
                  <a:pt x="5524471" y="900866"/>
                </a:moveTo>
                <a:lnTo>
                  <a:pt x="5577500" y="807532"/>
                </a:lnTo>
                <a:lnTo>
                  <a:pt x="5578092" y="805972"/>
                </a:lnTo>
                <a:lnTo>
                  <a:pt x="5525438" y="898639"/>
                </a:lnTo>
                <a:close/>
                <a:moveTo>
                  <a:pt x="5544962" y="1319466"/>
                </a:moveTo>
                <a:lnTo>
                  <a:pt x="5575331" y="1258728"/>
                </a:lnTo>
                <a:cubicBezTo>
                  <a:pt x="5581838" y="1239207"/>
                  <a:pt x="5592685" y="1219683"/>
                  <a:pt x="5601362" y="1197991"/>
                </a:cubicBezTo>
                <a:cubicBezTo>
                  <a:pt x="5610038" y="1184975"/>
                  <a:pt x="5614377" y="1176298"/>
                  <a:pt x="5620883" y="1165453"/>
                </a:cubicBezTo>
                <a:cubicBezTo>
                  <a:pt x="5629560" y="1150268"/>
                  <a:pt x="5638237" y="1137253"/>
                  <a:pt x="5646914" y="1122069"/>
                </a:cubicBezTo>
                <a:cubicBezTo>
                  <a:pt x="5655591" y="1106884"/>
                  <a:pt x="5662099" y="1093868"/>
                  <a:pt x="5670776" y="1078685"/>
                </a:cubicBezTo>
                <a:cubicBezTo>
                  <a:pt x="5685960" y="1050484"/>
                  <a:pt x="5703314" y="1022285"/>
                  <a:pt x="5718499" y="991917"/>
                </a:cubicBezTo>
                <a:cubicBezTo>
                  <a:pt x="5711990" y="1020115"/>
                  <a:pt x="5703314" y="1046146"/>
                  <a:pt x="5690298" y="1076515"/>
                </a:cubicBezTo>
                <a:cubicBezTo>
                  <a:pt x="5677283" y="1104716"/>
                  <a:pt x="5662099" y="1135084"/>
                  <a:pt x="5640407" y="1167622"/>
                </a:cubicBezTo>
                <a:cubicBezTo>
                  <a:pt x="5623054" y="1202329"/>
                  <a:pt x="5605700" y="1234868"/>
                  <a:pt x="5590514" y="1260899"/>
                </a:cubicBezTo>
                <a:cubicBezTo>
                  <a:pt x="5573161" y="1286929"/>
                  <a:pt x="5557978" y="1306451"/>
                  <a:pt x="5544962" y="1319466"/>
                </a:cubicBezTo>
                <a:close/>
                <a:moveTo>
                  <a:pt x="5491969" y="1350769"/>
                </a:moveTo>
                <a:lnTo>
                  <a:pt x="5516761" y="1293436"/>
                </a:lnTo>
                <a:lnTo>
                  <a:pt x="5515661" y="1293907"/>
                </a:lnTo>
                <a:close/>
                <a:moveTo>
                  <a:pt x="5194333" y="1461874"/>
                </a:moveTo>
                <a:lnTo>
                  <a:pt x="5200056" y="1458296"/>
                </a:lnTo>
                <a:cubicBezTo>
                  <a:pt x="5217410" y="1434436"/>
                  <a:pt x="5234764" y="1410573"/>
                  <a:pt x="5252117" y="1386713"/>
                </a:cubicBezTo>
                <a:cubicBezTo>
                  <a:pt x="5271641" y="1356344"/>
                  <a:pt x="5291163" y="1328143"/>
                  <a:pt x="5310687" y="1297774"/>
                </a:cubicBezTo>
                <a:cubicBezTo>
                  <a:pt x="5334547" y="1269576"/>
                  <a:pt x="5356239" y="1239207"/>
                  <a:pt x="5377932" y="1208838"/>
                </a:cubicBezTo>
                <a:cubicBezTo>
                  <a:pt x="5386608" y="1193652"/>
                  <a:pt x="5397456" y="1178469"/>
                  <a:pt x="5406132" y="1161115"/>
                </a:cubicBezTo>
                <a:cubicBezTo>
                  <a:pt x="5414809" y="1143761"/>
                  <a:pt x="5425654" y="1126408"/>
                  <a:pt x="5434331" y="1109054"/>
                </a:cubicBezTo>
                <a:lnTo>
                  <a:pt x="5442366" y="1096242"/>
                </a:lnTo>
                <a:lnTo>
                  <a:pt x="5485295" y="1034233"/>
                </a:lnTo>
                <a:lnTo>
                  <a:pt x="5492901" y="1024454"/>
                </a:lnTo>
                <a:lnTo>
                  <a:pt x="5493987" y="1021677"/>
                </a:lnTo>
                <a:lnTo>
                  <a:pt x="5485295" y="1034233"/>
                </a:lnTo>
                <a:lnTo>
                  <a:pt x="5464430" y="1061060"/>
                </a:lnTo>
                <a:lnTo>
                  <a:pt x="5442366" y="1096242"/>
                </a:lnTo>
                <a:lnTo>
                  <a:pt x="5436501" y="1104713"/>
                </a:lnTo>
                <a:cubicBezTo>
                  <a:pt x="5425654" y="1122067"/>
                  <a:pt x="5416977" y="1139421"/>
                  <a:pt x="5408301" y="1156774"/>
                </a:cubicBezTo>
                <a:cubicBezTo>
                  <a:pt x="5397456" y="1174128"/>
                  <a:pt x="5388779" y="1189314"/>
                  <a:pt x="5380102" y="1204497"/>
                </a:cubicBezTo>
                <a:cubicBezTo>
                  <a:pt x="5358410" y="1234866"/>
                  <a:pt x="5336718" y="1265235"/>
                  <a:pt x="5312856" y="1293436"/>
                </a:cubicBezTo>
                <a:cubicBezTo>
                  <a:pt x="5293334" y="1323805"/>
                  <a:pt x="5275980" y="1352003"/>
                  <a:pt x="5254288" y="1382372"/>
                </a:cubicBezTo>
                <a:cubicBezTo>
                  <a:pt x="5236934" y="1406235"/>
                  <a:pt x="5219580" y="1430095"/>
                  <a:pt x="5202227" y="1453958"/>
                </a:cubicBezTo>
                <a:lnTo>
                  <a:pt x="5197886" y="1456611"/>
                </a:lnTo>
                <a:close/>
                <a:moveTo>
                  <a:pt x="1063152" y="1693288"/>
                </a:moveTo>
                <a:lnTo>
                  <a:pt x="1063368" y="1692571"/>
                </a:lnTo>
                <a:lnTo>
                  <a:pt x="1058857" y="1688057"/>
                </a:lnTo>
                <a:close/>
                <a:moveTo>
                  <a:pt x="4881181" y="1831400"/>
                </a:moveTo>
                <a:lnTo>
                  <a:pt x="4883666" y="1830829"/>
                </a:lnTo>
                <a:lnTo>
                  <a:pt x="4922398" y="1788016"/>
                </a:lnTo>
                <a:cubicBezTo>
                  <a:pt x="4931074" y="1777171"/>
                  <a:pt x="4939751" y="1766324"/>
                  <a:pt x="4957104" y="1748970"/>
                </a:cubicBezTo>
                <a:cubicBezTo>
                  <a:pt x="4959817" y="1741922"/>
                  <a:pt x="4960225" y="1738125"/>
                  <a:pt x="4958733" y="1736905"/>
                </a:cubicBezTo>
                <a:lnTo>
                  <a:pt x="4958540" y="1736973"/>
                </a:lnTo>
                <a:lnTo>
                  <a:pt x="4957104" y="1746802"/>
                </a:lnTo>
                <a:cubicBezTo>
                  <a:pt x="4939751" y="1764156"/>
                  <a:pt x="4933242" y="1775001"/>
                  <a:pt x="4922398" y="1785848"/>
                </a:cubicBezTo>
                <a:cubicBezTo>
                  <a:pt x="4913720" y="1796693"/>
                  <a:pt x="4902873" y="1809708"/>
                  <a:pt x="4881181" y="1831400"/>
                </a:cubicBezTo>
                <a:close/>
                <a:moveTo>
                  <a:pt x="928761" y="1833430"/>
                </a:moveTo>
                <a:lnTo>
                  <a:pt x="863801" y="1755477"/>
                </a:lnTo>
                <a:lnTo>
                  <a:pt x="846834" y="1736969"/>
                </a:lnTo>
                <a:close/>
                <a:moveTo>
                  <a:pt x="4790074" y="1857431"/>
                </a:moveTo>
                <a:lnTo>
                  <a:pt x="4798856" y="1851810"/>
                </a:lnTo>
                <a:lnTo>
                  <a:pt x="4805146" y="1846231"/>
                </a:lnTo>
                <a:lnTo>
                  <a:pt x="4792338" y="1855078"/>
                </a:lnTo>
                <a:close/>
                <a:moveTo>
                  <a:pt x="4760985" y="1880234"/>
                </a:moveTo>
                <a:lnTo>
                  <a:pt x="4761875" y="1879123"/>
                </a:lnTo>
                <a:lnTo>
                  <a:pt x="4758282" y="1878611"/>
                </a:lnTo>
                <a:lnTo>
                  <a:pt x="4757537" y="1879123"/>
                </a:lnTo>
                <a:lnTo>
                  <a:pt x="4757537" y="1879743"/>
                </a:lnTo>
                <a:close/>
                <a:moveTo>
                  <a:pt x="1035001" y="1943735"/>
                </a:moveTo>
                <a:lnTo>
                  <a:pt x="1023953" y="1935238"/>
                </a:lnTo>
                <a:lnTo>
                  <a:pt x="1032188" y="1942302"/>
                </a:lnTo>
                <a:close/>
                <a:moveTo>
                  <a:pt x="4766902" y="1960050"/>
                </a:moveTo>
                <a:lnTo>
                  <a:pt x="4774891" y="1959385"/>
                </a:lnTo>
                <a:lnTo>
                  <a:pt x="4831290" y="1918169"/>
                </a:lnTo>
                <a:lnTo>
                  <a:pt x="4885522" y="1874785"/>
                </a:lnTo>
                <a:cubicBezTo>
                  <a:pt x="4907214" y="1859601"/>
                  <a:pt x="4931074" y="1844416"/>
                  <a:pt x="4952766" y="1827062"/>
                </a:cubicBezTo>
                <a:cubicBezTo>
                  <a:pt x="4970120" y="1809708"/>
                  <a:pt x="4989644" y="1790187"/>
                  <a:pt x="5015674" y="1761986"/>
                </a:cubicBezTo>
                <a:cubicBezTo>
                  <a:pt x="5015674" y="1759818"/>
                  <a:pt x="5015674" y="1757647"/>
                  <a:pt x="5013504" y="1753309"/>
                </a:cubicBezTo>
                <a:cubicBezTo>
                  <a:pt x="5035196" y="1731617"/>
                  <a:pt x="5054720" y="1709925"/>
                  <a:pt x="5074242" y="1686064"/>
                </a:cubicBezTo>
                <a:cubicBezTo>
                  <a:pt x="5085089" y="1677387"/>
                  <a:pt x="5098105" y="1666540"/>
                  <a:pt x="5111120" y="1655695"/>
                </a:cubicBezTo>
                <a:cubicBezTo>
                  <a:pt x="5117627" y="1647019"/>
                  <a:pt x="5126303" y="1636171"/>
                  <a:pt x="5134980" y="1625326"/>
                </a:cubicBezTo>
                <a:cubicBezTo>
                  <a:pt x="5141489" y="1614479"/>
                  <a:pt x="5150165" y="1603634"/>
                  <a:pt x="5156672" y="1594957"/>
                </a:cubicBezTo>
                <a:cubicBezTo>
                  <a:pt x="5178364" y="1571095"/>
                  <a:pt x="5197888" y="1545064"/>
                  <a:pt x="5219580" y="1521204"/>
                </a:cubicBezTo>
                <a:cubicBezTo>
                  <a:pt x="5239102" y="1497342"/>
                  <a:pt x="5258626" y="1471311"/>
                  <a:pt x="5278148" y="1445281"/>
                </a:cubicBezTo>
                <a:cubicBezTo>
                  <a:pt x="5302010" y="1404067"/>
                  <a:pt x="5334547" y="1356344"/>
                  <a:pt x="5367087" y="1310790"/>
                </a:cubicBezTo>
                <a:cubicBezTo>
                  <a:pt x="5399624" y="1263067"/>
                  <a:pt x="5429993" y="1215344"/>
                  <a:pt x="5447346" y="1174130"/>
                </a:cubicBezTo>
                <a:cubicBezTo>
                  <a:pt x="5469039" y="1137253"/>
                  <a:pt x="5495069" y="1111222"/>
                  <a:pt x="5510255" y="1072176"/>
                </a:cubicBezTo>
                <a:cubicBezTo>
                  <a:pt x="5529776" y="1039639"/>
                  <a:pt x="5549301" y="1000593"/>
                  <a:pt x="5568822" y="968054"/>
                </a:cubicBezTo>
                <a:cubicBezTo>
                  <a:pt x="5577500" y="955039"/>
                  <a:pt x="5584008" y="942023"/>
                  <a:pt x="5590514" y="929008"/>
                </a:cubicBezTo>
                <a:cubicBezTo>
                  <a:pt x="5597024" y="915993"/>
                  <a:pt x="5601362" y="902978"/>
                  <a:pt x="5607868" y="892133"/>
                </a:cubicBezTo>
                <a:cubicBezTo>
                  <a:pt x="5618715" y="868270"/>
                  <a:pt x="5627393" y="844410"/>
                  <a:pt x="5636069" y="822718"/>
                </a:cubicBezTo>
                <a:cubicBezTo>
                  <a:pt x="5653423" y="777163"/>
                  <a:pt x="5668606" y="733779"/>
                  <a:pt x="5696807" y="690395"/>
                </a:cubicBezTo>
                <a:cubicBezTo>
                  <a:pt x="5716329" y="655687"/>
                  <a:pt x="5711990" y="629657"/>
                  <a:pt x="5720667" y="601458"/>
                </a:cubicBezTo>
                <a:cubicBezTo>
                  <a:pt x="5744530" y="542888"/>
                  <a:pt x="5759713" y="484321"/>
                  <a:pt x="5779237" y="423583"/>
                </a:cubicBezTo>
                <a:cubicBezTo>
                  <a:pt x="5770560" y="406229"/>
                  <a:pt x="5800929" y="336814"/>
                  <a:pt x="5805267" y="284753"/>
                </a:cubicBezTo>
                <a:cubicBezTo>
                  <a:pt x="5818283" y="230522"/>
                  <a:pt x="5829128" y="174122"/>
                  <a:pt x="5839975" y="117723"/>
                </a:cubicBezTo>
                <a:lnTo>
                  <a:pt x="5847800" y="88383"/>
                </a:lnTo>
                <a:lnTo>
                  <a:pt x="5842143" y="87354"/>
                </a:lnTo>
                <a:cubicBezTo>
                  <a:pt x="5844311" y="70000"/>
                  <a:pt x="5844311" y="54817"/>
                  <a:pt x="5844311" y="33125"/>
                </a:cubicBezTo>
                <a:lnTo>
                  <a:pt x="5845466" y="29082"/>
                </a:lnTo>
                <a:lnTo>
                  <a:pt x="5843951" y="29167"/>
                </a:lnTo>
                <a:lnTo>
                  <a:pt x="5841207" y="29319"/>
                </a:lnTo>
                <a:lnTo>
                  <a:pt x="5842143" y="39631"/>
                </a:lnTo>
                <a:cubicBezTo>
                  <a:pt x="5842143" y="59155"/>
                  <a:pt x="5842143" y="74339"/>
                  <a:pt x="5839975" y="93863"/>
                </a:cubicBezTo>
                <a:cubicBezTo>
                  <a:pt x="5837805" y="104708"/>
                  <a:pt x="5835636" y="113384"/>
                  <a:pt x="5831299" y="126400"/>
                </a:cubicBezTo>
                <a:cubicBezTo>
                  <a:pt x="5813944" y="154601"/>
                  <a:pt x="5796591" y="182799"/>
                  <a:pt x="5779237" y="208830"/>
                </a:cubicBezTo>
                <a:cubicBezTo>
                  <a:pt x="5774899" y="234860"/>
                  <a:pt x="5772729" y="256552"/>
                  <a:pt x="5766222" y="280415"/>
                </a:cubicBezTo>
                <a:lnTo>
                  <a:pt x="5753207" y="304275"/>
                </a:lnTo>
                <a:cubicBezTo>
                  <a:pt x="5746698" y="338982"/>
                  <a:pt x="5740191" y="371522"/>
                  <a:pt x="5731514" y="408397"/>
                </a:cubicBezTo>
                <a:cubicBezTo>
                  <a:pt x="5722837" y="436598"/>
                  <a:pt x="5716329" y="462629"/>
                  <a:pt x="5707652" y="490827"/>
                </a:cubicBezTo>
                <a:cubicBezTo>
                  <a:pt x="5698975" y="519028"/>
                  <a:pt x="5692468" y="545059"/>
                  <a:pt x="5681621" y="571089"/>
                </a:cubicBezTo>
                <a:cubicBezTo>
                  <a:pt x="5677283" y="592781"/>
                  <a:pt x="5672944" y="612303"/>
                  <a:pt x="5666438" y="633995"/>
                </a:cubicBezTo>
                <a:cubicBezTo>
                  <a:pt x="5662099" y="655687"/>
                  <a:pt x="5657761" y="677380"/>
                  <a:pt x="5649084" y="699072"/>
                </a:cubicBezTo>
                <a:lnTo>
                  <a:pt x="5662924" y="677546"/>
                </a:lnTo>
                <a:lnTo>
                  <a:pt x="5675115" y="631825"/>
                </a:lnTo>
                <a:cubicBezTo>
                  <a:pt x="5677283" y="607965"/>
                  <a:pt x="5681621" y="588441"/>
                  <a:pt x="5685960" y="566749"/>
                </a:cubicBezTo>
                <a:cubicBezTo>
                  <a:pt x="5694637" y="540718"/>
                  <a:pt x="5703314" y="512519"/>
                  <a:pt x="5711990" y="486489"/>
                </a:cubicBezTo>
                <a:cubicBezTo>
                  <a:pt x="5720667" y="458288"/>
                  <a:pt x="5727176" y="432257"/>
                  <a:pt x="5735853" y="404059"/>
                </a:cubicBezTo>
                <a:cubicBezTo>
                  <a:pt x="5744530" y="369351"/>
                  <a:pt x="5748868" y="336812"/>
                  <a:pt x="5757545" y="299937"/>
                </a:cubicBezTo>
                <a:lnTo>
                  <a:pt x="5770560" y="276074"/>
                </a:lnTo>
                <a:cubicBezTo>
                  <a:pt x="5777067" y="252214"/>
                  <a:pt x="5779237" y="230522"/>
                  <a:pt x="5783576" y="204491"/>
                </a:cubicBezTo>
                <a:cubicBezTo>
                  <a:pt x="5800929" y="176290"/>
                  <a:pt x="5818283" y="150260"/>
                  <a:pt x="5835636" y="122061"/>
                </a:cubicBezTo>
                <a:cubicBezTo>
                  <a:pt x="5824789" y="178461"/>
                  <a:pt x="5813944" y="232690"/>
                  <a:pt x="5800929" y="289089"/>
                </a:cubicBezTo>
                <a:cubicBezTo>
                  <a:pt x="5796591" y="341151"/>
                  <a:pt x="5766222" y="412736"/>
                  <a:pt x="5774899" y="427919"/>
                </a:cubicBezTo>
                <a:cubicBezTo>
                  <a:pt x="5755374" y="488657"/>
                  <a:pt x="5738021" y="547227"/>
                  <a:pt x="5716329" y="605794"/>
                </a:cubicBezTo>
                <a:lnTo>
                  <a:pt x="5704744" y="623818"/>
                </a:lnTo>
                <a:lnTo>
                  <a:pt x="5699791" y="650807"/>
                </a:lnTo>
                <a:cubicBezTo>
                  <a:pt x="5697349" y="664909"/>
                  <a:pt x="5693552" y="679550"/>
                  <a:pt x="5683792" y="696904"/>
                </a:cubicBezTo>
                <a:cubicBezTo>
                  <a:pt x="5653423" y="740288"/>
                  <a:pt x="5638237" y="783672"/>
                  <a:pt x="5623054" y="829224"/>
                </a:cubicBezTo>
                <a:cubicBezTo>
                  <a:pt x="5614377" y="850916"/>
                  <a:pt x="5605700" y="874779"/>
                  <a:pt x="5594853" y="898639"/>
                </a:cubicBezTo>
                <a:cubicBezTo>
                  <a:pt x="5590514" y="911654"/>
                  <a:pt x="5584008" y="922502"/>
                  <a:pt x="5577500" y="935517"/>
                </a:cubicBezTo>
                <a:cubicBezTo>
                  <a:pt x="5570993" y="948532"/>
                  <a:pt x="5564484" y="961547"/>
                  <a:pt x="5555807" y="974563"/>
                </a:cubicBezTo>
                <a:cubicBezTo>
                  <a:pt x="5536285" y="1009270"/>
                  <a:pt x="5516761" y="1046146"/>
                  <a:pt x="5497239" y="1078685"/>
                </a:cubicBezTo>
                <a:cubicBezTo>
                  <a:pt x="5482054" y="1117731"/>
                  <a:pt x="5456023" y="1143761"/>
                  <a:pt x="5434331" y="1180637"/>
                </a:cubicBezTo>
                <a:cubicBezTo>
                  <a:pt x="5416977" y="1221853"/>
                  <a:pt x="5386608" y="1271744"/>
                  <a:pt x="5354071" y="1317298"/>
                </a:cubicBezTo>
                <a:cubicBezTo>
                  <a:pt x="5321533" y="1362851"/>
                  <a:pt x="5288995" y="1410573"/>
                  <a:pt x="5265133" y="1451789"/>
                </a:cubicBezTo>
                <a:cubicBezTo>
                  <a:pt x="5245611" y="1477820"/>
                  <a:pt x="5226087" y="1503851"/>
                  <a:pt x="5206565" y="1527711"/>
                </a:cubicBezTo>
                <a:cubicBezTo>
                  <a:pt x="5184873" y="1551573"/>
                  <a:pt x="5165349" y="1575433"/>
                  <a:pt x="5143657" y="1601464"/>
                </a:cubicBezTo>
                <a:cubicBezTo>
                  <a:pt x="5137151" y="1612311"/>
                  <a:pt x="5128474" y="1620988"/>
                  <a:pt x="5121965" y="1631833"/>
                </a:cubicBezTo>
                <a:cubicBezTo>
                  <a:pt x="5113288" y="1642680"/>
                  <a:pt x="5106781" y="1651357"/>
                  <a:pt x="5098105" y="1662202"/>
                </a:cubicBezTo>
                <a:cubicBezTo>
                  <a:pt x="5085089" y="1673049"/>
                  <a:pt x="5072074" y="1683894"/>
                  <a:pt x="5061227" y="1692571"/>
                </a:cubicBezTo>
                <a:lnTo>
                  <a:pt x="5000915" y="1759348"/>
                </a:lnTo>
                <a:lnTo>
                  <a:pt x="5002657" y="1766324"/>
                </a:lnTo>
                <a:cubicBezTo>
                  <a:pt x="4976626" y="1794525"/>
                  <a:pt x="4959273" y="1814047"/>
                  <a:pt x="4939751" y="1831400"/>
                </a:cubicBezTo>
                <a:cubicBezTo>
                  <a:pt x="4918059" y="1846586"/>
                  <a:pt x="4894196" y="1861769"/>
                  <a:pt x="4872505" y="1879123"/>
                </a:cubicBezTo>
                <a:lnTo>
                  <a:pt x="4818275" y="1922507"/>
                </a:lnTo>
                <a:close/>
                <a:moveTo>
                  <a:pt x="1583173" y="2117115"/>
                </a:moveTo>
                <a:lnTo>
                  <a:pt x="1583979" y="2113398"/>
                </a:lnTo>
                <a:lnTo>
                  <a:pt x="1575826" y="2107629"/>
                </a:lnTo>
                <a:lnTo>
                  <a:pt x="1575847" y="2108247"/>
                </a:lnTo>
                <a:close/>
                <a:moveTo>
                  <a:pt x="1217383" y="2132920"/>
                </a:moveTo>
                <a:cubicBezTo>
                  <a:pt x="1204368" y="2124243"/>
                  <a:pt x="1191353" y="2115566"/>
                  <a:pt x="1178338" y="2106889"/>
                </a:cubicBezTo>
                <a:cubicBezTo>
                  <a:pt x="1165322" y="2098212"/>
                  <a:pt x="1154477" y="2087367"/>
                  <a:pt x="1141462" y="2078691"/>
                </a:cubicBezTo>
                <a:cubicBezTo>
                  <a:pt x="1111093" y="2052660"/>
                  <a:pt x="1078554" y="2028798"/>
                  <a:pt x="1050355" y="2002767"/>
                </a:cubicBezTo>
                <a:cubicBezTo>
                  <a:pt x="1022154" y="1976736"/>
                  <a:pt x="993956" y="1950706"/>
                  <a:pt x="965755" y="1926846"/>
                </a:cubicBezTo>
                <a:cubicBezTo>
                  <a:pt x="937556" y="1900815"/>
                  <a:pt x="913694" y="1874785"/>
                  <a:pt x="887663" y="1850922"/>
                </a:cubicBezTo>
                <a:cubicBezTo>
                  <a:pt x="874648" y="1837907"/>
                  <a:pt x="861633" y="1824892"/>
                  <a:pt x="850788" y="1814047"/>
                </a:cubicBezTo>
                <a:cubicBezTo>
                  <a:pt x="839940" y="1801031"/>
                  <a:pt x="826925" y="1788016"/>
                  <a:pt x="816080" y="1775001"/>
                </a:cubicBezTo>
                <a:cubicBezTo>
                  <a:pt x="818248" y="1770662"/>
                  <a:pt x="839940" y="1783678"/>
                  <a:pt x="829096" y="1757647"/>
                </a:cubicBezTo>
                <a:cubicBezTo>
                  <a:pt x="844279" y="1770662"/>
                  <a:pt x="859465" y="1783678"/>
                  <a:pt x="872480" y="1796693"/>
                </a:cubicBezTo>
                <a:cubicBezTo>
                  <a:pt x="889833" y="1809708"/>
                  <a:pt x="905017" y="1822724"/>
                  <a:pt x="920202" y="1833568"/>
                </a:cubicBezTo>
                <a:cubicBezTo>
                  <a:pt x="939724" y="1855261"/>
                  <a:pt x="959248" y="1874785"/>
                  <a:pt x="978770" y="1896477"/>
                </a:cubicBezTo>
                <a:lnTo>
                  <a:pt x="983748" y="1900747"/>
                </a:lnTo>
                <a:lnTo>
                  <a:pt x="920202" y="1833568"/>
                </a:lnTo>
                <a:cubicBezTo>
                  <a:pt x="905017" y="1820553"/>
                  <a:pt x="889833" y="1809708"/>
                  <a:pt x="874648" y="1796693"/>
                </a:cubicBezTo>
                <a:cubicBezTo>
                  <a:pt x="859465" y="1783678"/>
                  <a:pt x="846449" y="1770662"/>
                  <a:pt x="831264" y="1757647"/>
                </a:cubicBezTo>
                <a:cubicBezTo>
                  <a:pt x="816080" y="1738123"/>
                  <a:pt x="798727" y="1718601"/>
                  <a:pt x="783541" y="1699077"/>
                </a:cubicBezTo>
                <a:cubicBezTo>
                  <a:pt x="768358" y="1679556"/>
                  <a:pt x="753172" y="1657863"/>
                  <a:pt x="737989" y="1638339"/>
                </a:cubicBezTo>
                <a:cubicBezTo>
                  <a:pt x="744495" y="1631833"/>
                  <a:pt x="766187" y="1642678"/>
                  <a:pt x="794388" y="1675217"/>
                </a:cubicBezTo>
                <a:lnTo>
                  <a:pt x="797157" y="1678478"/>
                </a:lnTo>
                <a:lnTo>
                  <a:pt x="822858" y="1684165"/>
                </a:lnTo>
                <a:cubicBezTo>
                  <a:pt x="836144" y="1693113"/>
                  <a:pt x="854040" y="1709925"/>
                  <a:pt x="881154" y="1738123"/>
                </a:cubicBezTo>
                <a:cubicBezTo>
                  <a:pt x="909355" y="1761986"/>
                  <a:pt x="939724" y="1783678"/>
                  <a:pt x="961416" y="1803200"/>
                </a:cubicBezTo>
                <a:cubicBezTo>
                  <a:pt x="983108" y="1822724"/>
                  <a:pt x="996124" y="1840077"/>
                  <a:pt x="996124" y="1850922"/>
                </a:cubicBezTo>
                <a:cubicBezTo>
                  <a:pt x="1002630" y="1859599"/>
                  <a:pt x="1006969" y="1866108"/>
                  <a:pt x="1015645" y="1874785"/>
                </a:cubicBezTo>
                <a:cubicBezTo>
                  <a:pt x="1043846" y="1898645"/>
                  <a:pt x="1067707" y="1920337"/>
                  <a:pt x="1098076" y="1944199"/>
                </a:cubicBezTo>
                <a:cubicBezTo>
                  <a:pt x="1091569" y="1952876"/>
                  <a:pt x="1080722" y="1957215"/>
                  <a:pt x="1074215" y="1963721"/>
                </a:cubicBezTo>
                <a:lnTo>
                  <a:pt x="997449" y="1878424"/>
                </a:lnTo>
                <a:lnTo>
                  <a:pt x="993956" y="1879123"/>
                </a:lnTo>
                <a:lnTo>
                  <a:pt x="1066602" y="1959841"/>
                </a:lnTo>
                <a:lnTo>
                  <a:pt x="1074215" y="1963721"/>
                </a:lnTo>
                <a:cubicBezTo>
                  <a:pt x="1080724" y="1957215"/>
                  <a:pt x="1089401" y="1950706"/>
                  <a:pt x="1098078" y="1944199"/>
                </a:cubicBezTo>
                <a:cubicBezTo>
                  <a:pt x="1163154" y="2000599"/>
                  <a:pt x="1232569" y="2056998"/>
                  <a:pt x="1304152" y="2106889"/>
                </a:cubicBezTo>
                <a:cubicBezTo>
                  <a:pt x="1291137" y="2111228"/>
                  <a:pt x="1280292" y="2115566"/>
                  <a:pt x="1262938" y="2119904"/>
                </a:cubicBezTo>
                <a:cubicBezTo>
                  <a:pt x="1269444" y="2124243"/>
                  <a:pt x="1271615" y="2126413"/>
                  <a:pt x="1278121" y="2130752"/>
                </a:cubicBezTo>
                <a:cubicBezTo>
                  <a:pt x="1256429" y="2130752"/>
                  <a:pt x="1239076" y="2132920"/>
                  <a:pt x="1217383" y="2132920"/>
                </a:cubicBezTo>
                <a:close/>
                <a:moveTo>
                  <a:pt x="1495043" y="2280428"/>
                </a:moveTo>
                <a:cubicBezTo>
                  <a:pt x="1469012" y="2267413"/>
                  <a:pt x="1445150" y="2256566"/>
                  <a:pt x="1425628" y="2243551"/>
                </a:cubicBezTo>
                <a:cubicBezTo>
                  <a:pt x="1406104" y="2232706"/>
                  <a:pt x="1388750" y="2221859"/>
                  <a:pt x="1373567" y="2211014"/>
                </a:cubicBezTo>
                <a:cubicBezTo>
                  <a:pt x="1345366" y="2191490"/>
                  <a:pt x="1328012" y="2176306"/>
                  <a:pt x="1317167" y="2163291"/>
                </a:cubicBezTo>
                <a:cubicBezTo>
                  <a:pt x="1388750" y="2193660"/>
                  <a:pt x="1425628" y="2221859"/>
                  <a:pt x="1464674" y="2245721"/>
                </a:cubicBezTo>
                <a:cubicBezTo>
                  <a:pt x="1473350" y="2256566"/>
                  <a:pt x="1501549" y="2278258"/>
                  <a:pt x="1495043" y="2280428"/>
                </a:cubicBezTo>
                <a:close/>
                <a:moveTo>
                  <a:pt x="1861641" y="2380212"/>
                </a:moveTo>
                <a:cubicBezTo>
                  <a:pt x="1816086" y="2358520"/>
                  <a:pt x="1768363" y="2334658"/>
                  <a:pt x="1722811" y="2312965"/>
                </a:cubicBezTo>
                <a:cubicBezTo>
                  <a:pt x="1735826" y="2312965"/>
                  <a:pt x="1744503" y="2312965"/>
                  <a:pt x="1757518" y="2310797"/>
                </a:cubicBezTo>
                <a:cubicBezTo>
                  <a:pt x="1798732" y="2332490"/>
                  <a:pt x="1833440" y="2352011"/>
                  <a:pt x="1876824" y="2371535"/>
                </a:cubicBezTo>
                <a:cubicBezTo>
                  <a:pt x="1872485" y="2373703"/>
                  <a:pt x="1868147" y="2375874"/>
                  <a:pt x="1861641" y="2380212"/>
                </a:cubicBezTo>
                <a:close/>
                <a:moveTo>
                  <a:pt x="3611567" y="2391251"/>
                </a:moveTo>
                <a:lnTo>
                  <a:pt x="3772715" y="2360688"/>
                </a:lnTo>
                <a:cubicBezTo>
                  <a:pt x="3783560" y="2358518"/>
                  <a:pt x="3792237" y="2356350"/>
                  <a:pt x="3803084" y="2354179"/>
                </a:cubicBezTo>
                <a:cubicBezTo>
                  <a:pt x="3826944" y="2334658"/>
                  <a:pt x="3874667" y="2323810"/>
                  <a:pt x="3900697" y="2319472"/>
                </a:cubicBezTo>
                <a:cubicBezTo>
                  <a:pt x="3922390" y="2312965"/>
                  <a:pt x="3944082" y="2306457"/>
                  <a:pt x="3961435" y="2299950"/>
                </a:cubicBezTo>
                <a:cubicBezTo>
                  <a:pt x="3987466" y="2276088"/>
                  <a:pt x="4037359" y="2263072"/>
                  <a:pt x="4059051" y="2250057"/>
                </a:cubicBezTo>
                <a:cubicBezTo>
                  <a:pt x="4095926" y="2237042"/>
                  <a:pt x="4132804" y="2224027"/>
                  <a:pt x="4169679" y="2211011"/>
                </a:cubicBezTo>
                <a:lnTo>
                  <a:pt x="4240558" y="2183216"/>
                </a:lnTo>
                <a:lnTo>
                  <a:pt x="4271633" y="2165459"/>
                </a:lnTo>
                <a:lnTo>
                  <a:pt x="4299830" y="2156784"/>
                </a:lnTo>
                <a:lnTo>
                  <a:pt x="4338878" y="2135090"/>
                </a:lnTo>
                <a:lnTo>
                  <a:pt x="4349137" y="2127960"/>
                </a:lnTo>
                <a:lnTo>
                  <a:pt x="4375756" y="2102553"/>
                </a:lnTo>
                <a:cubicBezTo>
                  <a:pt x="4393110" y="2091706"/>
                  <a:pt x="4414801" y="2078691"/>
                  <a:pt x="4434323" y="2067846"/>
                </a:cubicBezTo>
                <a:lnTo>
                  <a:pt x="4500956" y="2035183"/>
                </a:lnTo>
                <a:lnTo>
                  <a:pt x="4525430" y="2020121"/>
                </a:lnTo>
                <a:cubicBezTo>
                  <a:pt x="4553631" y="2002767"/>
                  <a:pt x="4581830" y="1983245"/>
                  <a:pt x="4610031" y="1963721"/>
                </a:cubicBezTo>
                <a:cubicBezTo>
                  <a:pt x="4616537" y="1950706"/>
                  <a:pt x="4631723" y="1939861"/>
                  <a:pt x="4646906" y="1929014"/>
                </a:cubicBezTo>
                <a:cubicBezTo>
                  <a:pt x="4662092" y="1918169"/>
                  <a:pt x="4677275" y="1907322"/>
                  <a:pt x="4688122" y="1902983"/>
                </a:cubicBezTo>
                <a:cubicBezTo>
                  <a:pt x="4722830" y="1876953"/>
                  <a:pt x="4759705" y="1850922"/>
                  <a:pt x="4794412" y="1822724"/>
                </a:cubicBezTo>
                <a:cubicBezTo>
                  <a:pt x="4807428" y="1792355"/>
                  <a:pt x="4848644" y="1766324"/>
                  <a:pt x="4870336" y="1751138"/>
                </a:cubicBezTo>
                <a:cubicBezTo>
                  <a:pt x="4898535" y="1727278"/>
                  <a:pt x="4926735" y="1703416"/>
                  <a:pt x="4954934" y="1679556"/>
                </a:cubicBezTo>
                <a:cubicBezTo>
                  <a:pt x="5046041" y="1588449"/>
                  <a:pt x="5147995" y="1477818"/>
                  <a:pt x="5210901" y="1391049"/>
                </a:cubicBezTo>
                <a:lnTo>
                  <a:pt x="5246128" y="1331165"/>
                </a:lnTo>
                <a:lnTo>
                  <a:pt x="5247779" y="1325973"/>
                </a:lnTo>
                <a:cubicBezTo>
                  <a:pt x="5265133" y="1299942"/>
                  <a:pt x="5286825" y="1269573"/>
                  <a:pt x="5304178" y="1239204"/>
                </a:cubicBezTo>
                <a:cubicBezTo>
                  <a:pt x="5310687" y="1230528"/>
                  <a:pt x="5315026" y="1221851"/>
                  <a:pt x="5321533" y="1213174"/>
                </a:cubicBezTo>
                <a:lnTo>
                  <a:pt x="5344607" y="1181170"/>
                </a:lnTo>
                <a:lnTo>
                  <a:pt x="5351902" y="1167622"/>
                </a:lnTo>
                <a:cubicBezTo>
                  <a:pt x="5371423" y="1139421"/>
                  <a:pt x="5386608" y="1111222"/>
                  <a:pt x="5397453" y="1089530"/>
                </a:cubicBezTo>
                <a:cubicBezTo>
                  <a:pt x="5432161" y="1028792"/>
                  <a:pt x="5458192" y="968054"/>
                  <a:pt x="5486392" y="905146"/>
                </a:cubicBezTo>
                <a:cubicBezTo>
                  <a:pt x="5512423" y="842240"/>
                  <a:pt x="5540621" y="779331"/>
                  <a:pt x="5573161" y="707748"/>
                </a:cubicBezTo>
                <a:cubicBezTo>
                  <a:pt x="5576415" y="688227"/>
                  <a:pt x="5589430" y="655145"/>
                  <a:pt x="5598649" y="627486"/>
                </a:cubicBezTo>
                <a:lnTo>
                  <a:pt x="5606968" y="596090"/>
                </a:lnTo>
                <a:lnTo>
                  <a:pt x="5543685" y="768994"/>
                </a:lnTo>
                <a:cubicBezTo>
                  <a:pt x="5504169" y="862422"/>
                  <a:pt x="5459683" y="953235"/>
                  <a:pt x="5410562" y="1041106"/>
                </a:cubicBezTo>
                <a:lnTo>
                  <a:pt x="5391072" y="1071921"/>
                </a:lnTo>
                <a:lnTo>
                  <a:pt x="5390947" y="1072176"/>
                </a:lnTo>
                <a:cubicBezTo>
                  <a:pt x="5382270" y="1093868"/>
                  <a:pt x="5364916" y="1122069"/>
                  <a:pt x="5345392" y="1150268"/>
                </a:cubicBezTo>
                <a:cubicBezTo>
                  <a:pt x="5325870" y="1178469"/>
                  <a:pt x="5308517" y="1208838"/>
                  <a:pt x="5299840" y="1234868"/>
                </a:cubicBezTo>
                <a:cubicBezTo>
                  <a:pt x="5284654" y="1254390"/>
                  <a:pt x="5265133" y="1276082"/>
                  <a:pt x="5247779" y="1299945"/>
                </a:cubicBezTo>
                <a:cubicBezTo>
                  <a:pt x="5230425" y="1323805"/>
                  <a:pt x="5215240" y="1349835"/>
                  <a:pt x="5204395" y="1373698"/>
                </a:cubicBezTo>
                <a:cubicBezTo>
                  <a:pt x="5141486" y="1460466"/>
                  <a:pt x="5039535" y="1571095"/>
                  <a:pt x="4948428" y="1662202"/>
                </a:cubicBezTo>
                <a:cubicBezTo>
                  <a:pt x="4920227" y="1686064"/>
                  <a:pt x="4892029" y="1709925"/>
                  <a:pt x="4863827" y="1733787"/>
                </a:cubicBezTo>
                <a:lnTo>
                  <a:pt x="4855711" y="1739959"/>
                </a:lnTo>
                <a:lnTo>
                  <a:pt x="4852211" y="1743502"/>
                </a:lnTo>
                <a:lnTo>
                  <a:pt x="4816833" y="1772341"/>
                </a:lnTo>
                <a:lnTo>
                  <a:pt x="4787906" y="1805370"/>
                </a:lnTo>
                <a:cubicBezTo>
                  <a:pt x="4753198" y="1833571"/>
                  <a:pt x="4718491" y="1859601"/>
                  <a:pt x="4681613" y="1885632"/>
                </a:cubicBezTo>
                <a:lnTo>
                  <a:pt x="4664959" y="1896153"/>
                </a:lnTo>
                <a:lnTo>
                  <a:pt x="4619721" y="1933031"/>
                </a:lnTo>
                <a:lnTo>
                  <a:pt x="4613189" y="1937274"/>
                </a:lnTo>
                <a:lnTo>
                  <a:pt x="4603522" y="1946370"/>
                </a:lnTo>
                <a:cubicBezTo>
                  <a:pt x="4575323" y="1965892"/>
                  <a:pt x="4547122" y="1985416"/>
                  <a:pt x="4518924" y="2002769"/>
                </a:cubicBezTo>
                <a:cubicBezTo>
                  <a:pt x="4490723" y="2020123"/>
                  <a:pt x="4462525" y="2037477"/>
                  <a:pt x="4434323" y="2054830"/>
                </a:cubicBezTo>
                <a:lnTo>
                  <a:pt x="4424640" y="2059738"/>
                </a:lnTo>
                <a:lnTo>
                  <a:pt x="4367359" y="2096944"/>
                </a:lnTo>
                <a:lnTo>
                  <a:pt x="4349602" y="2105901"/>
                </a:lnTo>
                <a:lnTo>
                  <a:pt x="4332371" y="2117736"/>
                </a:lnTo>
                <a:cubicBezTo>
                  <a:pt x="4315018" y="2128584"/>
                  <a:pt x="4295494" y="2139429"/>
                  <a:pt x="4273802" y="2150276"/>
                </a:cubicBezTo>
                <a:lnTo>
                  <a:pt x="4219078" y="2171738"/>
                </a:lnTo>
                <a:lnTo>
                  <a:pt x="4097113" y="2233257"/>
                </a:lnTo>
                <a:cubicBezTo>
                  <a:pt x="4004268" y="2273872"/>
                  <a:pt x="3908778" y="2309558"/>
                  <a:pt x="3810966" y="2339980"/>
                </a:cubicBezTo>
                <a:close/>
                <a:moveTo>
                  <a:pt x="3434318" y="2432271"/>
                </a:moveTo>
                <a:cubicBezTo>
                  <a:pt x="3458180" y="2431187"/>
                  <a:pt x="3476076" y="2426849"/>
                  <a:pt x="3489904" y="2421968"/>
                </a:cubicBezTo>
                <a:lnTo>
                  <a:pt x="3508260" y="2413988"/>
                </a:lnTo>
                <a:lnTo>
                  <a:pt x="3395689" y="2431169"/>
                </a:lnTo>
                <a:close/>
                <a:moveTo>
                  <a:pt x="3115443" y="2471317"/>
                </a:moveTo>
                <a:cubicBezTo>
                  <a:pt x="3119781" y="2469149"/>
                  <a:pt x="3126290" y="2469149"/>
                  <a:pt x="3134967" y="2466978"/>
                </a:cubicBezTo>
                <a:cubicBezTo>
                  <a:pt x="3180519" y="2460472"/>
                  <a:pt x="3223903" y="2456133"/>
                  <a:pt x="3269458" y="2451795"/>
                </a:cubicBezTo>
                <a:cubicBezTo>
                  <a:pt x="3274338" y="2450711"/>
                  <a:pt x="3282339" y="2449219"/>
                  <a:pt x="3291589" y="2447491"/>
                </a:cubicBezTo>
                <a:lnTo>
                  <a:pt x="3302325" y="2445418"/>
                </a:lnTo>
                <a:lnTo>
                  <a:pt x="3269182" y="2450476"/>
                </a:lnTo>
                <a:lnTo>
                  <a:pt x="3039972" y="2462050"/>
                </a:lnTo>
                <a:close/>
                <a:moveTo>
                  <a:pt x="3566117" y="2502995"/>
                </a:moveTo>
                <a:lnTo>
                  <a:pt x="3744787" y="2463184"/>
                </a:lnTo>
                <a:lnTo>
                  <a:pt x="3919185" y="2408971"/>
                </a:lnTo>
                <a:close/>
                <a:moveTo>
                  <a:pt x="3719971" y="2526104"/>
                </a:moveTo>
                <a:lnTo>
                  <a:pt x="3722825" y="2525548"/>
                </a:lnTo>
                <a:lnTo>
                  <a:pt x="3725537" y="2524533"/>
                </a:lnTo>
                <a:close/>
                <a:moveTo>
                  <a:pt x="3245598" y="2558088"/>
                </a:moveTo>
                <a:lnTo>
                  <a:pt x="3337099" y="2535211"/>
                </a:lnTo>
                <a:lnTo>
                  <a:pt x="3338873" y="2529887"/>
                </a:lnTo>
                <a:cubicBezTo>
                  <a:pt x="3356227" y="2519042"/>
                  <a:pt x="3399611" y="2508195"/>
                  <a:pt x="3510242" y="2501688"/>
                </a:cubicBezTo>
                <a:cubicBezTo>
                  <a:pt x="3555794" y="2493011"/>
                  <a:pt x="3594840" y="2482164"/>
                  <a:pt x="3631717" y="2471319"/>
                </a:cubicBezTo>
                <a:cubicBezTo>
                  <a:pt x="3666425" y="2460472"/>
                  <a:pt x="3698962" y="2453965"/>
                  <a:pt x="3729331" y="2443118"/>
                </a:cubicBezTo>
                <a:cubicBezTo>
                  <a:pt x="3759700" y="2434441"/>
                  <a:pt x="3787901" y="2425764"/>
                  <a:pt x="3818270" y="2414920"/>
                </a:cubicBezTo>
                <a:cubicBezTo>
                  <a:pt x="3848639" y="2406243"/>
                  <a:pt x="3879008" y="2395396"/>
                  <a:pt x="3915883" y="2384551"/>
                </a:cubicBezTo>
                <a:cubicBezTo>
                  <a:pt x="3941914" y="2380212"/>
                  <a:pt x="3967944" y="2378042"/>
                  <a:pt x="3991807" y="2371535"/>
                </a:cubicBezTo>
                <a:lnTo>
                  <a:pt x="3940410" y="2402373"/>
                </a:lnTo>
                <a:lnTo>
                  <a:pt x="3941914" y="2401904"/>
                </a:lnTo>
                <a:cubicBezTo>
                  <a:pt x="3959267" y="2391057"/>
                  <a:pt x="3980959" y="2378042"/>
                  <a:pt x="3996145" y="2369365"/>
                </a:cubicBezTo>
                <a:cubicBezTo>
                  <a:pt x="4006990" y="2365027"/>
                  <a:pt x="4015667" y="2362858"/>
                  <a:pt x="4026514" y="2358520"/>
                </a:cubicBezTo>
                <a:lnTo>
                  <a:pt x="4028536" y="2357960"/>
                </a:lnTo>
                <a:lnTo>
                  <a:pt x="4041697" y="2343334"/>
                </a:lnTo>
                <a:cubicBezTo>
                  <a:pt x="4065560" y="2334658"/>
                  <a:pt x="4089420" y="2325981"/>
                  <a:pt x="4113282" y="2317304"/>
                </a:cubicBezTo>
                <a:cubicBezTo>
                  <a:pt x="4137142" y="2306459"/>
                  <a:pt x="4161005" y="2297782"/>
                  <a:pt x="4182697" y="2289105"/>
                </a:cubicBezTo>
                <a:cubicBezTo>
                  <a:pt x="4184865" y="2280428"/>
                  <a:pt x="4206558" y="2271752"/>
                  <a:pt x="4230420" y="2260904"/>
                </a:cubicBezTo>
                <a:cubicBezTo>
                  <a:pt x="4254280" y="2250059"/>
                  <a:pt x="4280310" y="2239212"/>
                  <a:pt x="4293326" y="2228367"/>
                </a:cubicBezTo>
                <a:cubicBezTo>
                  <a:pt x="4310679" y="2221859"/>
                  <a:pt x="4328033" y="2215352"/>
                  <a:pt x="4345387" y="2206675"/>
                </a:cubicBezTo>
                <a:lnTo>
                  <a:pt x="4381087" y="2191155"/>
                </a:lnTo>
                <a:lnTo>
                  <a:pt x="4399618" y="2178474"/>
                </a:lnTo>
                <a:cubicBezTo>
                  <a:pt x="4429987" y="2158953"/>
                  <a:pt x="4462525" y="2141599"/>
                  <a:pt x="4490725" y="2124245"/>
                </a:cubicBezTo>
                <a:cubicBezTo>
                  <a:pt x="4525432" y="2111230"/>
                  <a:pt x="4570985" y="2085199"/>
                  <a:pt x="4618708" y="2054830"/>
                </a:cubicBezTo>
                <a:lnTo>
                  <a:pt x="4743722" y="1965236"/>
                </a:lnTo>
                <a:lnTo>
                  <a:pt x="4735845" y="1965892"/>
                </a:lnTo>
                <a:cubicBezTo>
                  <a:pt x="4698967" y="1996261"/>
                  <a:pt x="4651244" y="2028800"/>
                  <a:pt x="4605692" y="2059169"/>
                </a:cubicBezTo>
                <a:cubicBezTo>
                  <a:pt x="4560137" y="2089538"/>
                  <a:pt x="4512415" y="2113398"/>
                  <a:pt x="4477707" y="2128584"/>
                </a:cubicBezTo>
                <a:cubicBezTo>
                  <a:pt x="4449509" y="2145937"/>
                  <a:pt x="4419140" y="2163291"/>
                  <a:pt x="4386601" y="2182813"/>
                </a:cubicBezTo>
                <a:cubicBezTo>
                  <a:pt x="4369247" y="2189322"/>
                  <a:pt x="4354064" y="2197998"/>
                  <a:pt x="4336710" y="2204505"/>
                </a:cubicBezTo>
                <a:cubicBezTo>
                  <a:pt x="4319356" y="2211014"/>
                  <a:pt x="4302002" y="2217520"/>
                  <a:pt x="4284649" y="2226197"/>
                </a:cubicBezTo>
                <a:cubicBezTo>
                  <a:pt x="4271633" y="2237044"/>
                  <a:pt x="4245603" y="2247889"/>
                  <a:pt x="4221740" y="2258736"/>
                </a:cubicBezTo>
                <a:cubicBezTo>
                  <a:pt x="4197881" y="2269581"/>
                  <a:pt x="4176188" y="2278258"/>
                  <a:pt x="4174018" y="2286935"/>
                </a:cubicBezTo>
                <a:cubicBezTo>
                  <a:pt x="4152326" y="2295612"/>
                  <a:pt x="4128465" y="2306459"/>
                  <a:pt x="4104603" y="2315136"/>
                </a:cubicBezTo>
                <a:cubicBezTo>
                  <a:pt x="4080743" y="2325981"/>
                  <a:pt x="4056881" y="2332490"/>
                  <a:pt x="4033020" y="2341166"/>
                </a:cubicBezTo>
                <a:cubicBezTo>
                  <a:pt x="4028682" y="2345505"/>
                  <a:pt x="4020005" y="2354182"/>
                  <a:pt x="4013496" y="2360688"/>
                </a:cubicBezTo>
                <a:cubicBezTo>
                  <a:pt x="4002651" y="2365027"/>
                  <a:pt x="3993975" y="2367197"/>
                  <a:pt x="3983127" y="2371535"/>
                </a:cubicBezTo>
                <a:cubicBezTo>
                  <a:pt x="3957097" y="2378042"/>
                  <a:pt x="3931066" y="2380212"/>
                  <a:pt x="3907206" y="2384551"/>
                </a:cubicBezTo>
                <a:cubicBezTo>
                  <a:pt x="3872499" y="2395396"/>
                  <a:pt x="3839959" y="2406243"/>
                  <a:pt x="3809590" y="2414920"/>
                </a:cubicBezTo>
                <a:cubicBezTo>
                  <a:pt x="3779222" y="2423596"/>
                  <a:pt x="3748853" y="2432273"/>
                  <a:pt x="3720654" y="2443118"/>
                </a:cubicBezTo>
                <a:cubicBezTo>
                  <a:pt x="3690285" y="2453965"/>
                  <a:pt x="3657746" y="2460472"/>
                  <a:pt x="3623038" y="2471319"/>
                </a:cubicBezTo>
                <a:cubicBezTo>
                  <a:pt x="3588331" y="2482164"/>
                  <a:pt x="3549285" y="2493011"/>
                  <a:pt x="3501563" y="2501688"/>
                </a:cubicBezTo>
                <a:cubicBezTo>
                  <a:pt x="3388764" y="2508195"/>
                  <a:pt x="3347550" y="2521210"/>
                  <a:pt x="3330196" y="2529887"/>
                </a:cubicBezTo>
                <a:cubicBezTo>
                  <a:pt x="3328026" y="2532057"/>
                  <a:pt x="3328026" y="2534225"/>
                  <a:pt x="3325858" y="2536395"/>
                </a:cubicBezTo>
                <a:lnTo>
                  <a:pt x="3243464" y="2556994"/>
                </a:lnTo>
                <a:close/>
                <a:moveTo>
                  <a:pt x="2174005" y="2581948"/>
                </a:moveTo>
                <a:cubicBezTo>
                  <a:pt x="2163160" y="2579777"/>
                  <a:pt x="2150145" y="2577609"/>
                  <a:pt x="2139297" y="2575439"/>
                </a:cubicBezTo>
                <a:cubicBezTo>
                  <a:pt x="2098084" y="2562424"/>
                  <a:pt x="2056867" y="2545070"/>
                  <a:pt x="2015653" y="2529887"/>
                </a:cubicBezTo>
                <a:lnTo>
                  <a:pt x="1954915" y="2506024"/>
                </a:lnTo>
                <a:cubicBezTo>
                  <a:pt x="1935391" y="2497347"/>
                  <a:pt x="1913699" y="2488671"/>
                  <a:pt x="1894178" y="2479994"/>
                </a:cubicBezTo>
                <a:cubicBezTo>
                  <a:pt x="1865977" y="2471317"/>
                  <a:pt x="1839946" y="2460472"/>
                  <a:pt x="1813916" y="2451795"/>
                </a:cubicBezTo>
                <a:cubicBezTo>
                  <a:pt x="1790055" y="2440948"/>
                  <a:pt x="1766193" y="2432271"/>
                  <a:pt x="1744501" y="2421426"/>
                </a:cubicBezTo>
                <a:cubicBezTo>
                  <a:pt x="1722809" y="2412749"/>
                  <a:pt x="1705455" y="2401902"/>
                  <a:pt x="1690272" y="2393225"/>
                </a:cubicBezTo>
                <a:cubicBezTo>
                  <a:pt x="1675086" y="2382380"/>
                  <a:pt x="1664241" y="2373703"/>
                  <a:pt x="1655564" y="2365027"/>
                </a:cubicBezTo>
                <a:cubicBezTo>
                  <a:pt x="1770531" y="2406240"/>
                  <a:pt x="1844285" y="2443118"/>
                  <a:pt x="1905022" y="2471317"/>
                </a:cubicBezTo>
                <a:cubicBezTo>
                  <a:pt x="1933223" y="2482164"/>
                  <a:pt x="1963592" y="2490841"/>
                  <a:pt x="1993961" y="2499518"/>
                </a:cubicBezTo>
                <a:cubicBezTo>
                  <a:pt x="2017822" y="2508195"/>
                  <a:pt x="2039514" y="2514701"/>
                  <a:pt x="2061206" y="2523378"/>
                </a:cubicBezTo>
                <a:cubicBezTo>
                  <a:pt x="2082898" y="2532055"/>
                  <a:pt x="2104590" y="2538564"/>
                  <a:pt x="2128453" y="2545070"/>
                </a:cubicBezTo>
                <a:cubicBezTo>
                  <a:pt x="2150145" y="2553747"/>
                  <a:pt x="2169666" y="2562424"/>
                  <a:pt x="2187020" y="2571101"/>
                </a:cubicBezTo>
                <a:cubicBezTo>
                  <a:pt x="2182682" y="2573271"/>
                  <a:pt x="2178343" y="2577609"/>
                  <a:pt x="2174005" y="2581948"/>
                </a:cubicBezTo>
                <a:close/>
                <a:moveTo>
                  <a:pt x="3260781" y="2586286"/>
                </a:moveTo>
                <a:cubicBezTo>
                  <a:pt x="3260781" y="2579777"/>
                  <a:pt x="3256443" y="2575439"/>
                  <a:pt x="3254275" y="2568932"/>
                </a:cubicBezTo>
                <a:cubicBezTo>
                  <a:pt x="3284644" y="2568932"/>
                  <a:pt x="3312842" y="2564594"/>
                  <a:pt x="3349720" y="2560256"/>
                </a:cubicBezTo>
                <a:cubicBezTo>
                  <a:pt x="3384427" y="2555917"/>
                  <a:pt x="3427812" y="2553747"/>
                  <a:pt x="3488550" y="2547240"/>
                </a:cubicBezTo>
                <a:cubicBezTo>
                  <a:pt x="3453842" y="2555917"/>
                  <a:pt x="3429980" y="2564594"/>
                  <a:pt x="3397443" y="2568932"/>
                </a:cubicBezTo>
                <a:cubicBezTo>
                  <a:pt x="3364903" y="2573271"/>
                  <a:pt x="3325858" y="2579777"/>
                  <a:pt x="3260781" y="2586286"/>
                </a:cubicBezTo>
                <a:close/>
                <a:moveTo>
                  <a:pt x="3076397" y="2696917"/>
                </a:moveTo>
                <a:cubicBezTo>
                  <a:pt x="3056875" y="2696917"/>
                  <a:pt x="3043860" y="2696917"/>
                  <a:pt x="3024336" y="2696917"/>
                </a:cubicBezTo>
                <a:cubicBezTo>
                  <a:pt x="3002644" y="2694747"/>
                  <a:pt x="2978784" y="2694747"/>
                  <a:pt x="2957092" y="2692578"/>
                </a:cubicBezTo>
                <a:cubicBezTo>
                  <a:pt x="2907199" y="2690408"/>
                  <a:pt x="2859476" y="2690408"/>
                  <a:pt x="2811753" y="2688240"/>
                </a:cubicBezTo>
                <a:cubicBezTo>
                  <a:pt x="2777046" y="2686069"/>
                  <a:pt x="2740170" y="2683901"/>
                  <a:pt x="2703293" y="2679563"/>
                </a:cubicBezTo>
                <a:cubicBezTo>
                  <a:pt x="2672924" y="2677393"/>
                  <a:pt x="2640387" y="2670887"/>
                  <a:pt x="2607847" y="2666548"/>
                </a:cubicBezTo>
                <a:cubicBezTo>
                  <a:pt x="2575310" y="2662210"/>
                  <a:pt x="2544941" y="2657871"/>
                  <a:pt x="2512402" y="2651363"/>
                </a:cubicBezTo>
                <a:cubicBezTo>
                  <a:pt x="2464679" y="2642686"/>
                  <a:pt x="2412618" y="2638347"/>
                  <a:pt x="2367066" y="2629670"/>
                </a:cubicBezTo>
                <a:cubicBezTo>
                  <a:pt x="2321511" y="2618825"/>
                  <a:pt x="2280297" y="2607978"/>
                  <a:pt x="2254267" y="2592795"/>
                </a:cubicBezTo>
                <a:lnTo>
                  <a:pt x="2255572" y="2591848"/>
                </a:lnTo>
                <a:lnTo>
                  <a:pt x="2189190" y="2571103"/>
                </a:lnTo>
                <a:cubicBezTo>
                  <a:pt x="2171837" y="2562424"/>
                  <a:pt x="2152313" y="2553749"/>
                  <a:pt x="2130621" y="2545072"/>
                </a:cubicBezTo>
                <a:cubicBezTo>
                  <a:pt x="2106760" y="2538564"/>
                  <a:pt x="2085068" y="2532057"/>
                  <a:pt x="2063376" y="2523380"/>
                </a:cubicBezTo>
                <a:cubicBezTo>
                  <a:pt x="2039514" y="2514703"/>
                  <a:pt x="2017822" y="2508195"/>
                  <a:pt x="1993961" y="2499518"/>
                </a:cubicBezTo>
                <a:cubicBezTo>
                  <a:pt x="1996132" y="2490841"/>
                  <a:pt x="2005351" y="2488673"/>
                  <a:pt x="2025414" y="2491925"/>
                </a:cubicBezTo>
                <a:cubicBezTo>
                  <a:pt x="2045480" y="2495179"/>
                  <a:pt x="2076391" y="2503856"/>
                  <a:pt x="2121944" y="2516871"/>
                </a:cubicBezTo>
                <a:cubicBezTo>
                  <a:pt x="2134959" y="2519039"/>
                  <a:pt x="2150145" y="2519039"/>
                  <a:pt x="2163160" y="2519039"/>
                </a:cubicBezTo>
                <a:cubicBezTo>
                  <a:pt x="2202206" y="2538564"/>
                  <a:pt x="2239081" y="2558088"/>
                  <a:pt x="2278127" y="2575441"/>
                </a:cubicBezTo>
                <a:cubicBezTo>
                  <a:pt x="2293313" y="2577609"/>
                  <a:pt x="2312834" y="2581948"/>
                  <a:pt x="2330188" y="2586286"/>
                </a:cubicBezTo>
                <a:lnTo>
                  <a:pt x="2333445" y="2587372"/>
                </a:lnTo>
                <a:lnTo>
                  <a:pt x="2345374" y="2575441"/>
                </a:lnTo>
                <a:cubicBezTo>
                  <a:pt x="2360557" y="2579780"/>
                  <a:pt x="2375743" y="2584118"/>
                  <a:pt x="2390926" y="2588457"/>
                </a:cubicBezTo>
                <a:cubicBezTo>
                  <a:pt x="2406112" y="2592795"/>
                  <a:pt x="2421295" y="2594963"/>
                  <a:pt x="2436481" y="2599301"/>
                </a:cubicBezTo>
                <a:lnTo>
                  <a:pt x="2526239" y="2620176"/>
                </a:lnTo>
                <a:lnTo>
                  <a:pt x="2527588" y="2618825"/>
                </a:lnTo>
                <a:cubicBezTo>
                  <a:pt x="2560125" y="2623164"/>
                  <a:pt x="2597002" y="2629670"/>
                  <a:pt x="2631710" y="2636179"/>
                </a:cubicBezTo>
                <a:cubicBezTo>
                  <a:pt x="2646893" y="2638347"/>
                  <a:pt x="2664247" y="2640518"/>
                  <a:pt x="2681600" y="2644856"/>
                </a:cubicBezTo>
                <a:cubicBezTo>
                  <a:pt x="2698954" y="2647024"/>
                  <a:pt x="2716308" y="2649194"/>
                  <a:pt x="2731493" y="2649194"/>
                </a:cubicBezTo>
                <a:cubicBezTo>
                  <a:pt x="2761862" y="2649194"/>
                  <a:pt x="2794399" y="2651363"/>
                  <a:pt x="2833445" y="2653533"/>
                </a:cubicBezTo>
                <a:cubicBezTo>
                  <a:pt x="2872491" y="2653533"/>
                  <a:pt x="2918046" y="2655701"/>
                  <a:pt x="2972275" y="2651363"/>
                </a:cubicBezTo>
                <a:lnTo>
                  <a:pt x="2978301" y="2651363"/>
                </a:lnTo>
                <a:lnTo>
                  <a:pt x="2991799" y="2643770"/>
                </a:lnTo>
                <a:cubicBezTo>
                  <a:pt x="3001018" y="2640518"/>
                  <a:pt x="3012407" y="2637263"/>
                  <a:pt x="3022168" y="2634009"/>
                </a:cubicBezTo>
                <a:cubicBezTo>
                  <a:pt x="3033015" y="2634009"/>
                  <a:pt x="3043860" y="2633467"/>
                  <a:pt x="3053079" y="2633467"/>
                </a:cubicBezTo>
                <a:cubicBezTo>
                  <a:pt x="3062298" y="2633467"/>
                  <a:pt x="3069891" y="2634009"/>
                  <a:pt x="3074229" y="2636177"/>
                </a:cubicBezTo>
                <a:lnTo>
                  <a:pt x="3079922" y="2651363"/>
                </a:lnTo>
                <a:lnTo>
                  <a:pt x="3128458" y="2651363"/>
                </a:lnTo>
                <a:cubicBezTo>
                  <a:pt x="3124120" y="2657871"/>
                  <a:pt x="3117613" y="2666548"/>
                  <a:pt x="3113275" y="2673055"/>
                </a:cubicBezTo>
                <a:cubicBezTo>
                  <a:pt x="3111104" y="2675225"/>
                  <a:pt x="3108936" y="2677393"/>
                  <a:pt x="3104598" y="2683901"/>
                </a:cubicBezTo>
                <a:cubicBezTo>
                  <a:pt x="3098089" y="2688240"/>
                  <a:pt x="3087244" y="2692578"/>
                  <a:pt x="3076397" y="2696917"/>
                </a:cubicBezTo>
                <a:close/>
                <a:moveTo>
                  <a:pt x="3227761" y="2717163"/>
                </a:moveTo>
                <a:lnTo>
                  <a:pt x="3254252" y="2701267"/>
                </a:lnTo>
                <a:lnTo>
                  <a:pt x="3226074" y="2716438"/>
                </a:lnTo>
                <a:close/>
                <a:moveTo>
                  <a:pt x="3181606" y="2733521"/>
                </a:moveTo>
                <a:cubicBezTo>
                  <a:pt x="3163710" y="2733792"/>
                  <a:pt x="3145814" y="2730538"/>
                  <a:pt x="3121952" y="2722945"/>
                </a:cubicBezTo>
                <a:cubicBezTo>
                  <a:pt x="3121952" y="2722945"/>
                  <a:pt x="3124122" y="2720777"/>
                  <a:pt x="3124122" y="2720777"/>
                </a:cubicBezTo>
                <a:cubicBezTo>
                  <a:pt x="3128460" y="2716438"/>
                  <a:pt x="3130628" y="2712100"/>
                  <a:pt x="3134967" y="2705591"/>
                </a:cubicBezTo>
                <a:cubicBezTo>
                  <a:pt x="3117613" y="2703423"/>
                  <a:pt x="3100260" y="2701253"/>
                  <a:pt x="3085076" y="2699085"/>
                </a:cubicBezTo>
                <a:cubicBezTo>
                  <a:pt x="3091583" y="2694747"/>
                  <a:pt x="3102430" y="2690408"/>
                  <a:pt x="3108936" y="2686069"/>
                </a:cubicBezTo>
                <a:cubicBezTo>
                  <a:pt x="3132799" y="2686069"/>
                  <a:pt x="3156659" y="2686069"/>
                  <a:pt x="3180522" y="2683899"/>
                </a:cubicBezTo>
                <a:cubicBezTo>
                  <a:pt x="3204382" y="2681731"/>
                  <a:pt x="3226074" y="2681731"/>
                  <a:pt x="3249936" y="2681731"/>
                </a:cubicBezTo>
                <a:lnTo>
                  <a:pt x="3349718" y="2683899"/>
                </a:lnTo>
                <a:lnTo>
                  <a:pt x="3419133" y="2677393"/>
                </a:lnTo>
                <a:cubicBezTo>
                  <a:pt x="3464687" y="2668716"/>
                  <a:pt x="3508071" y="2657869"/>
                  <a:pt x="3549285" y="2649192"/>
                </a:cubicBezTo>
                <a:cubicBezTo>
                  <a:pt x="3586163" y="2638347"/>
                  <a:pt x="3612194" y="2634009"/>
                  <a:pt x="3636054" y="2629670"/>
                </a:cubicBezTo>
                <a:cubicBezTo>
                  <a:pt x="3659916" y="2627500"/>
                  <a:pt x="3681608" y="2627500"/>
                  <a:pt x="3701130" y="2627500"/>
                </a:cubicBezTo>
                <a:lnTo>
                  <a:pt x="3705658" y="2625398"/>
                </a:lnTo>
                <a:lnTo>
                  <a:pt x="3642563" y="2627502"/>
                </a:lnTo>
                <a:cubicBezTo>
                  <a:pt x="3618700" y="2629670"/>
                  <a:pt x="3590501" y="2636179"/>
                  <a:pt x="3555794" y="2647024"/>
                </a:cubicBezTo>
                <a:cubicBezTo>
                  <a:pt x="3514578" y="2655701"/>
                  <a:pt x="3471194" y="2666548"/>
                  <a:pt x="3425641" y="2675225"/>
                </a:cubicBezTo>
                <a:cubicBezTo>
                  <a:pt x="3403949" y="2677393"/>
                  <a:pt x="3382257" y="2679563"/>
                  <a:pt x="3356227" y="2681731"/>
                </a:cubicBezTo>
                <a:cubicBezTo>
                  <a:pt x="3325858" y="2681731"/>
                  <a:pt x="3291150" y="2681731"/>
                  <a:pt x="3256443" y="2679563"/>
                </a:cubicBezTo>
                <a:cubicBezTo>
                  <a:pt x="3234751" y="2679563"/>
                  <a:pt x="3210888" y="2681731"/>
                  <a:pt x="3187028" y="2681731"/>
                </a:cubicBezTo>
                <a:cubicBezTo>
                  <a:pt x="3163166" y="2683901"/>
                  <a:pt x="3139305" y="2683901"/>
                  <a:pt x="3115443" y="2683901"/>
                </a:cubicBezTo>
                <a:cubicBezTo>
                  <a:pt x="3113275" y="2679563"/>
                  <a:pt x="3115443" y="2677393"/>
                  <a:pt x="3117613" y="2675225"/>
                </a:cubicBezTo>
                <a:cubicBezTo>
                  <a:pt x="3121952" y="2668716"/>
                  <a:pt x="3128458" y="2662210"/>
                  <a:pt x="3132797" y="2653533"/>
                </a:cubicBezTo>
                <a:cubicBezTo>
                  <a:pt x="3345379" y="2644856"/>
                  <a:pt x="3586163" y="2603640"/>
                  <a:pt x="3800914" y="2542902"/>
                </a:cubicBezTo>
                <a:cubicBezTo>
                  <a:pt x="3959268" y="2497350"/>
                  <a:pt x="4108941" y="2443118"/>
                  <a:pt x="4254280" y="2371535"/>
                </a:cubicBezTo>
                <a:cubicBezTo>
                  <a:pt x="4288987" y="2352011"/>
                  <a:pt x="4330201" y="2330319"/>
                  <a:pt x="4373586" y="2308627"/>
                </a:cubicBezTo>
                <a:cubicBezTo>
                  <a:pt x="4395277" y="2297782"/>
                  <a:pt x="4419140" y="2286935"/>
                  <a:pt x="4440832" y="2273920"/>
                </a:cubicBezTo>
                <a:cubicBezTo>
                  <a:pt x="4462525" y="2260904"/>
                  <a:pt x="4486384" y="2250059"/>
                  <a:pt x="4510247" y="2237044"/>
                </a:cubicBezTo>
                <a:cubicBezTo>
                  <a:pt x="4555799" y="2211014"/>
                  <a:pt x="4599183" y="2184983"/>
                  <a:pt x="4640399" y="2158953"/>
                </a:cubicBezTo>
                <a:cubicBezTo>
                  <a:pt x="4681613" y="2130752"/>
                  <a:pt x="4716321" y="2104721"/>
                  <a:pt x="4744522" y="2078691"/>
                </a:cubicBezTo>
                <a:cubicBezTo>
                  <a:pt x="4809598" y="2030968"/>
                  <a:pt x="4874674" y="1983245"/>
                  <a:pt x="4939751" y="1926846"/>
                </a:cubicBezTo>
                <a:cubicBezTo>
                  <a:pt x="4957104" y="1911662"/>
                  <a:pt x="4976626" y="1898647"/>
                  <a:pt x="4993980" y="1883461"/>
                </a:cubicBezTo>
                <a:cubicBezTo>
                  <a:pt x="5011334" y="1868278"/>
                  <a:pt x="5028688" y="1853093"/>
                  <a:pt x="5046041" y="1837909"/>
                </a:cubicBezTo>
                <a:cubicBezTo>
                  <a:pt x="5074242" y="1814047"/>
                  <a:pt x="5098102" y="1792355"/>
                  <a:pt x="5124133" y="1766324"/>
                </a:cubicBezTo>
                <a:cubicBezTo>
                  <a:pt x="5134980" y="1746802"/>
                  <a:pt x="5147995" y="1729449"/>
                  <a:pt x="5156672" y="1712095"/>
                </a:cubicBezTo>
                <a:lnTo>
                  <a:pt x="5203411" y="1669250"/>
                </a:lnTo>
                <a:lnTo>
                  <a:pt x="5203787" y="1666559"/>
                </a:lnTo>
                <a:lnTo>
                  <a:pt x="5158842" y="1707756"/>
                </a:lnTo>
                <a:cubicBezTo>
                  <a:pt x="5150165" y="1725110"/>
                  <a:pt x="5137151" y="1742464"/>
                  <a:pt x="5126303" y="1761986"/>
                </a:cubicBezTo>
                <a:cubicBezTo>
                  <a:pt x="5100272" y="1788016"/>
                  <a:pt x="5076412" y="1809708"/>
                  <a:pt x="5048212" y="1833571"/>
                </a:cubicBezTo>
                <a:cubicBezTo>
                  <a:pt x="5030858" y="1848754"/>
                  <a:pt x="5013504" y="1863940"/>
                  <a:pt x="4996150" y="1879123"/>
                </a:cubicBezTo>
                <a:cubicBezTo>
                  <a:pt x="4978797" y="1894309"/>
                  <a:pt x="4961443" y="1907324"/>
                  <a:pt x="4941922" y="1922507"/>
                </a:cubicBezTo>
                <a:cubicBezTo>
                  <a:pt x="4876845" y="1976739"/>
                  <a:pt x="4813937" y="2026629"/>
                  <a:pt x="4746692" y="2074352"/>
                </a:cubicBezTo>
                <a:cubicBezTo>
                  <a:pt x="4718491" y="2100383"/>
                  <a:pt x="4681616" y="2128584"/>
                  <a:pt x="4642570" y="2154614"/>
                </a:cubicBezTo>
                <a:cubicBezTo>
                  <a:pt x="4601354" y="2180645"/>
                  <a:pt x="4557970" y="2208843"/>
                  <a:pt x="4512418" y="2232706"/>
                </a:cubicBezTo>
                <a:cubicBezTo>
                  <a:pt x="4488555" y="2245721"/>
                  <a:pt x="4466863" y="2256566"/>
                  <a:pt x="4443003" y="2269581"/>
                </a:cubicBezTo>
                <a:cubicBezTo>
                  <a:pt x="4421310" y="2282597"/>
                  <a:pt x="4397448" y="2293444"/>
                  <a:pt x="4375756" y="2304289"/>
                </a:cubicBezTo>
                <a:cubicBezTo>
                  <a:pt x="4332371" y="2325981"/>
                  <a:pt x="4291157" y="2347673"/>
                  <a:pt x="4256451" y="2367197"/>
                </a:cubicBezTo>
                <a:cubicBezTo>
                  <a:pt x="4111112" y="2436612"/>
                  <a:pt x="3961438" y="2490841"/>
                  <a:pt x="3803084" y="2538564"/>
                </a:cubicBezTo>
                <a:cubicBezTo>
                  <a:pt x="3588333" y="2599301"/>
                  <a:pt x="3347550" y="2640518"/>
                  <a:pt x="3134967" y="2649194"/>
                </a:cubicBezTo>
                <a:cubicBezTo>
                  <a:pt x="3117613" y="2649194"/>
                  <a:pt x="3098091" y="2649194"/>
                  <a:pt x="3085076" y="2649194"/>
                </a:cubicBezTo>
                <a:cubicBezTo>
                  <a:pt x="3082906" y="2642686"/>
                  <a:pt x="3078567" y="2638347"/>
                  <a:pt x="3078567" y="2631841"/>
                </a:cubicBezTo>
                <a:cubicBezTo>
                  <a:pt x="3069891" y="2627502"/>
                  <a:pt x="3048198" y="2629670"/>
                  <a:pt x="3026506" y="2629670"/>
                </a:cubicBezTo>
                <a:cubicBezTo>
                  <a:pt x="3006985" y="2636179"/>
                  <a:pt x="2980954" y="2642686"/>
                  <a:pt x="2978784" y="2649194"/>
                </a:cubicBezTo>
                <a:cubicBezTo>
                  <a:pt x="2924554" y="2651363"/>
                  <a:pt x="2881170" y="2651363"/>
                  <a:pt x="2839954" y="2651363"/>
                </a:cubicBezTo>
                <a:cubicBezTo>
                  <a:pt x="2800908" y="2649194"/>
                  <a:pt x="2768371" y="2647024"/>
                  <a:pt x="2738002" y="2647024"/>
                </a:cubicBezTo>
                <a:cubicBezTo>
                  <a:pt x="2720649" y="2644856"/>
                  <a:pt x="2705463" y="2642686"/>
                  <a:pt x="2688109" y="2642686"/>
                </a:cubicBezTo>
                <a:cubicBezTo>
                  <a:pt x="2670756" y="2640518"/>
                  <a:pt x="2653402" y="2638347"/>
                  <a:pt x="2638218" y="2634009"/>
                </a:cubicBezTo>
                <a:lnTo>
                  <a:pt x="2668273" y="2601952"/>
                </a:lnTo>
                <a:lnTo>
                  <a:pt x="2662079" y="2603640"/>
                </a:lnTo>
                <a:lnTo>
                  <a:pt x="2550104" y="2582904"/>
                </a:lnTo>
                <a:lnTo>
                  <a:pt x="2544941" y="2584118"/>
                </a:lnTo>
                <a:cubicBezTo>
                  <a:pt x="2460343" y="2571103"/>
                  <a:pt x="2390928" y="2558088"/>
                  <a:pt x="2330190" y="2545072"/>
                </a:cubicBezTo>
                <a:cubicBezTo>
                  <a:pt x="2299821" y="2538564"/>
                  <a:pt x="2271621" y="2532057"/>
                  <a:pt x="2245590" y="2527719"/>
                </a:cubicBezTo>
                <a:cubicBezTo>
                  <a:pt x="2219559" y="2521210"/>
                  <a:pt x="2195699" y="2516871"/>
                  <a:pt x="2171837" y="2514703"/>
                </a:cubicBezTo>
                <a:cubicBezTo>
                  <a:pt x="2143638" y="2501688"/>
                  <a:pt x="2113269" y="2488673"/>
                  <a:pt x="2082900" y="2473487"/>
                </a:cubicBezTo>
                <a:cubicBezTo>
                  <a:pt x="2052531" y="2462642"/>
                  <a:pt x="2019992" y="2449627"/>
                  <a:pt x="1972269" y="2432273"/>
                </a:cubicBezTo>
                <a:cubicBezTo>
                  <a:pt x="1933223" y="2417088"/>
                  <a:pt x="1894178" y="2401904"/>
                  <a:pt x="1857302" y="2386719"/>
                </a:cubicBezTo>
                <a:cubicBezTo>
                  <a:pt x="1868147" y="2375874"/>
                  <a:pt x="1872485" y="2373703"/>
                  <a:pt x="1876824" y="2371535"/>
                </a:cubicBezTo>
                <a:cubicBezTo>
                  <a:pt x="1905025" y="2378042"/>
                  <a:pt x="1931055" y="2382380"/>
                  <a:pt x="1957086" y="2386719"/>
                </a:cubicBezTo>
                <a:cubicBezTo>
                  <a:pt x="1970101" y="2397566"/>
                  <a:pt x="1980946" y="2406243"/>
                  <a:pt x="1991793" y="2417088"/>
                </a:cubicBezTo>
                <a:cubicBezTo>
                  <a:pt x="2022162" y="2423596"/>
                  <a:pt x="2054699" y="2436612"/>
                  <a:pt x="2111099" y="2451795"/>
                </a:cubicBezTo>
                <a:cubicBezTo>
                  <a:pt x="2197867" y="2484334"/>
                  <a:pt x="2269452" y="2499518"/>
                  <a:pt x="2347544" y="2512533"/>
                </a:cubicBezTo>
                <a:cubicBezTo>
                  <a:pt x="2367066" y="2516871"/>
                  <a:pt x="2386590" y="2519042"/>
                  <a:pt x="2406112" y="2523380"/>
                </a:cubicBezTo>
                <a:cubicBezTo>
                  <a:pt x="2425636" y="2525548"/>
                  <a:pt x="2447328" y="2529887"/>
                  <a:pt x="2469020" y="2534225"/>
                </a:cubicBezTo>
                <a:cubicBezTo>
                  <a:pt x="2490712" y="2538564"/>
                  <a:pt x="2514572" y="2542902"/>
                  <a:pt x="2538435" y="2549411"/>
                </a:cubicBezTo>
                <a:lnTo>
                  <a:pt x="2614930" y="2565951"/>
                </a:lnTo>
                <a:lnTo>
                  <a:pt x="2620863" y="2564594"/>
                </a:lnTo>
                <a:cubicBezTo>
                  <a:pt x="2644725" y="2568932"/>
                  <a:pt x="2666417" y="2571103"/>
                  <a:pt x="2692448" y="2575441"/>
                </a:cubicBezTo>
                <a:cubicBezTo>
                  <a:pt x="2694616" y="2573271"/>
                  <a:pt x="2694616" y="2573271"/>
                  <a:pt x="2694616" y="2571103"/>
                </a:cubicBezTo>
                <a:cubicBezTo>
                  <a:pt x="2729323" y="2573271"/>
                  <a:pt x="2766201" y="2573271"/>
                  <a:pt x="2798738" y="2575441"/>
                </a:cubicBezTo>
                <a:cubicBezTo>
                  <a:pt x="2805247" y="2575441"/>
                  <a:pt x="2813924" y="2577609"/>
                  <a:pt x="2816092" y="2577609"/>
                </a:cubicBezTo>
                <a:cubicBezTo>
                  <a:pt x="2872491" y="2579780"/>
                  <a:pt x="2924552" y="2577609"/>
                  <a:pt x="2976613" y="2577609"/>
                </a:cubicBezTo>
                <a:cubicBezTo>
                  <a:pt x="3017829" y="2579780"/>
                  <a:pt x="3056875" y="2579780"/>
                  <a:pt x="3093751" y="2581948"/>
                </a:cubicBezTo>
                <a:cubicBezTo>
                  <a:pt x="3141473" y="2579780"/>
                  <a:pt x="3189196" y="2573271"/>
                  <a:pt x="3232580" y="2571103"/>
                </a:cubicBezTo>
                <a:cubicBezTo>
                  <a:pt x="3239089" y="2571103"/>
                  <a:pt x="3247766" y="2571103"/>
                  <a:pt x="3249934" y="2571103"/>
                </a:cubicBezTo>
                <a:cubicBezTo>
                  <a:pt x="3252104" y="2577609"/>
                  <a:pt x="3256443" y="2581948"/>
                  <a:pt x="3256443" y="2588457"/>
                </a:cubicBezTo>
                <a:cubicBezTo>
                  <a:pt x="3321519" y="2584118"/>
                  <a:pt x="3360565" y="2577609"/>
                  <a:pt x="3393102" y="2571103"/>
                </a:cubicBezTo>
                <a:cubicBezTo>
                  <a:pt x="3425641" y="2566764"/>
                  <a:pt x="3449502" y="2560256"/>
                  <a:pt x="3484209" y="2549411"/>
                </a:cubicBezTo>
                <a:cubicBezTo>
                  <a:pt x="3501563" y="2547240"/>
                  <a:pt x="3518916" y="2545072"/>
                  <a:pt x="3536270" y="2540734"/>
                </a:cubicBezTo>
                <a:cubicBezTo>
                  <a:pt x="3547117" y="2538564"/>
                  <a:pt x="3557962" y="2538564"/>
                  <a:pt x="3568809" y="2536395"/>
                </a:cubicBezTo>
                <a:cubicBezTo>
                  <a:pt x="3594840" y="2529887"/>
                  <a:pt x="3616532" y="2525548"/>
                  <a:pt x="3640392" y="2519042"/>
                </a:cubicBezTo>
                <a:cubicBezTo>
                  <a:pt x="3659916" y="2514703"/>
                  <a:pt x="3679438" y="2510365"/>
                  <a:pt x="3698962" y="2506026"/>
                </a:cubicBezTo>
                <a:cubicBezTo>
                  <a:pt x="3718484" y="2501688"/>
                  <a:pt x="3738008" y="2495179"/>
                  <a:pt x="3757530" y="2490841"/>
                </a:cubicBezTo>
                <a:lnTo>
                  <a:pt x="3864961" y="2472248"/>
                </a:lnTo>
                <a:lnTo>
                  <a:pt x="3879008" y="2466981"/>
                </a:lnTo>
                <a:cubicBezTo>
                  <a:pt x="3842130" y="2473487"/>
                  <a:pt x="3803084" y="2479996"/>
                  <a:pt x="3766209" y="2486502"/>
                </a:cubicBezTo>
                <a:cubicBezTo>
                  <a:pt x="3746685" y="2490841"/>
                  <a:pt x="3727163" y="2497350"/>
                  <a:pt x="3707639" y="2501688"/>
                </a:cubicBezTo>
                <a:cubicBezTo>
                  <a:pt x="3688117" y="2506026"/>
                  <a:pt x="3668593" y="2510365"/>
                  <a:pt x="3649071" y="2514703"/>
                </a:cubicBezTo>
                <a:cubicBezTo>
                  <a:pt x="3623041" y="2521210"/>
                  <a:pt x="3603517" y="2525548"/>
                  <a:pt x="3577486" y="2532057"/>
                </a:cubicBezTo>
                <a:cubicBezTo>
                  <a:pt x="3566641" y="2534225"/>
                  <a:pt x="3555794" y="2534225"/>
                  <a:pt x="3544949" y="2536395"/>
                </a:cubicBezTo>
                <a:cubicBezTo>
                  <a:pt x="3527595" y="2538564"/>
                  <a:pt x="3510242" y="2540734"/>
                  <a:pt x="3492888" y="2545072"/>
                </a:cubicBezTo>
                <a:cubicBezTo>
                  <a:pt x="3432150" y="2551579"/>
                  <a:pt x="3388766" y="2553749"/>
                  <a:pt x="3351888" y="2558088"/>
                </a:cubicBezTo>
                <a:cubicBezTo>
                  <a:pt x="3317181" y="2562426"/>
                  <a:pt x="3288982" y="2566764"/>
                  <a:pt x="3256443" y="2566764"/>
                </a:cubicBezTo>
                <a:cubicBezTo>
                  <a:pt x="3252104" y="2566764"/>
                  <a:pt x="3245598" y="2566764"/>
                  <a:pt x="3239089" y="2566764"/>
                </a:cubicBezTo>
                <a:cubicBezTo>
                  <a:pt x="3195705" y="2571103"/>
                  <a:pt x="3147982" y="2577609"/>
                  <a:pt x="3100260" y="2577609"/>
                </a:cubicBezTo>
                <a:cubicBezTo>
                  <a:pt x="3063384" y="2575441"/>
                  <a:pt x="3024338" y="2575441"/>
                  <a:pt x="2983122" y="2573271"/>
                </a:cubicBezTo>
                <a:cubicBezTo>
                  <a:pt x="2931061" y="2573271"/>
                  <a:pt x="2879000" y="2575441"/>
                  <a:pt x="2822600" y="2573271"/>
                </a:cubicBezTo>
                <a:cubicBezTo>
                  <a:pt x="2818262" y="2573271"/>
                  <a:pt x="2811755" y="2571103"/>
                  <a:pt x="2805247" y="2571103"/>
                </a:cubicBezTo>
                <a:cubicBezTo>
                  <a:pt x="2781386" y="2562426"/>
                  <a:pt x="2764033" y="2553749"/>
                  <a:pt x="2738002" y="2542902"/>
                </a:cubicBezTo>
                <a:cubicBezTo>
                  <a:pt x="2727155" y="2551579"/>
                  <a:pt x="2711972" y="2558088"/>
                  <a:pt x="2701125" y="2566764"/>
                </a:cubicBezTo>
                <a:lnTo>
                  <a:pt x="2701031" y="2566951"/>
                </a:lnTo>
                <a:lnTo>
                  <a:pt x="2731493" y="2547240"/>
                </a:lnTo>
                <a:cubicBezTo>
                  <a:pt x="2757524" y="2558085"/>
                  <a:pt x="2777048" y="2566762"/>
                  <a:pt x="2798740" y="2575439"/>
                </a:cubicBezTo>
                <a:cubicBezTo>
                  <a:pt x="2764033" y="2575439"/>
                  <a:pt x="2727155" y="2573271"/>
                  <a:pt x="2694618" y="2571101"/>
                </a:cubicBezTo>
                <a:lnTo>
                  <a:pt x="2695438" y="2570570"/>
                </a:lnTo>
                <a:lnTo>
                  <a:pt x="2627371" y="2560256"/>
                </a:lnTo>
                <a:cubicBezTo>
                  <a:pt x="2599173" y="2553749"/>
                  <a:pt x="2573142" y="2549411"/>
                  <a:pt x="2547112" y="2542902"/>
                </a:cubicBezTo>
                <a:cubicBezTo>
                  <a:pt x="2523249" y="2536395"/>
                  <a:pt x="2499389" y="2532057"/>
                  <a:pt x="2477697" y="2527719"/>
                </a:cubicBezTo>
                <a:cubicBezTo>
                  <a:pt x="2456005" y="2523380"/>
                  <a:pt x="2434313" y="2521210"/>
                  <a:pt x="2414789" y="2516871"/>
                </a:cubicBezTo>
                <a:cubicBezTo>
                  <a:pt x="2395267" y="2512533"/>
                  <a:pt x="2375743" y="2510365"/>
                  <a:pt x="2356221" y="2506026"/>
                </a:cubicBezTo>
                <a:cubicBezTo>
                  <a:pt x="2278129" y="2493011"/>
                  <a:pt x="2206544" y="2477826"/>
                  <a:pt x="2119775" y="2445289"/>
                </a:cubicBezTo>
                <a:cubicBezTo>
                  <a:pt x="2063376" y="2432273"/>
                  <a:pt x="2030839" y="2419258"/>
                  <a:pt x="2000470" y="2410581"/>
                </a:cubicBezTo>
                <a:cubicBezTo>
                  <a:pt x="1987455" y="2401904"/>
                  <a:pt x="1976608" y="2391057"/>
                  <a:pt x="1965763" y="2380212"/>
                </a:cubicBezTo>
                <a:cubicBezTo>
                  <a:pt x="1939732" y="2375874"/>
                  <a:pt x="1913702" y="2371535"/>
                  <a:pt x="1885501" y="2365027"/>
                </a:cubicBezTo>
                <a:cubicBezTo>
                  <a:pt x="1844287" y="2345505"/>
                  <a:pt x="1807409" y="2325981"/>
                  <a:pt x="1766195" y="2304289"/>
                </a:cubicBezTo>
                <a:cubicBezTo>
                  <a:pt x="1753180" y="2304289"/>
                  <a:pt x="1744503" y="2306459"/>
                  <a:pt x="1731488" y="2306459"/>
                </a:cubicBezTo>
                <a:cubicBezTo>
                  <a:pt x="1688104" y="2284767"/>
                  <a:pt x="1649058" y="2265243"/>
                  <a:pt x="1607842" y="2243551"/>
                </a:cubicBezTo>
                <a:cubicBezTo>
                  <a:pt x="1601335" y="2230535"/>
                  <a:pt x="1592658" y="2217520"/>
                  <a:pt x="1586149" y="2204505"/>
                </a:cubicBezTo>
                <a:cubicBezTo>
                  <a:pt x="1586149" y="2204505"/>
                  <a:pt x="1588320" y="2204505"/>
                  <a:pt x="1590488" y="2202337"/>
                </a:cubicBezTo>
                <a:cubicBezTo>
                  <a:pt x="1614350" y="2217520"/>
                  <a:pt x="1640381" y="2230535"/>
                  <a:pt x="1666411" y="2243551"/>
                </a:cubicBezTo>
                <a:cubicBezTo>
                  <a:pt x="1692442" y="2256566"/>
                  <a:pt x="1716302" y="2269581"/>
                  <a:pt x="1742333" y="2284767"/>
                </a:cubicBezTo>
                <a:cubicBezTo>
                  <a:pt x="1751010" y="2280428"/>
                  <a:pt x="1757518" y="2276090"/>
                  <a:pt x="1764025" y="2271752"/>
                </a:cubicBezTo>
                <a:cubicBezTo>
                  <a:pt x="1722811" y="2252228"/>
                  <a:pt x="1696780" y="2230535"/>
                  <a:pt x="1675088" y="2213182"/>
                </a:cubicBezTo>
                <a:cubicBezTo>
                  <a:pt x="1653396" y="2195828"/>
                  <a:pt x="1631704" y="2184983"/>
                  <a:pt x="1601335" y="2180645"/>
                </a:cubicBezTo>
                <a:cubicBezTo>
                  <a:pt x="1540597" y="2137260"/>
                  <a:pt x="1521073" y="2137260"/>
                  <a:pt x="1499381" y="2122075"/>
                </a:cubicBezTo>
                <a:cubicBezTo>
                  <a:pt x="1469012" y="2102553"/>
                  <a:pt x="1440813" y="2085199"/>
                  <a:pt x="1412612" y="2065675"/>
                </a:cubicBezTo>
                <a:cubicBezTo>
                  <a:pt x="1343198" y="2026629"/>
                  <a:pt x="1362722" y="2067846"/>
                  <a:pt x="1275953" y="2007108"/>
                </a:cubicBezTo>
                <a:cubicBezTo>
                  <a:pt x="1258600" y="1994092"/>
                  <a:pt x="1243414" y="1981077"/>
                  <a:pt x="1223892" y="1963723"/>
                </a:cubicBezTo>
                <a:cubicBezTo>
                  <a:pt x="1228231" y="1963723"/>
                  <a:pt x="1232569" y="1961553"/>
                  <a:pt x="1234737" y="1959385"/>
                </a:cubicBezTo>
                <a:cubicBezTo>
                  <a:pt x="1254261" y="1965892"/>
                  <a:pt x="1269444" y="1970230"/>
                  <a:pt x="1286798" y="1974568"/>
                </a:cubicBezTo>
                <a:cubicBezTo>
                  <a:pt x="1249923" y="1933355"/>
                  <a:pt x="1243414" y="1916001"/>
                  <a:pt x="1178338" y="1861769"/>
                </a:cubicBezTo>
                <a:cubicBezTo>
                  <a:pt x="1156645" y="1844416"/>
                  <a:pt x="1137124" y="1827062"/>
                  <a:pt x="1117600" y="1811879"/>
                </a:cubicBezTo>
                <a:cubicBezTo>
                  <a:pt x="1098078" y="1794525"/>
                  <a:pt x="1078554" y="1779339"/>
                  <a:pt x="1061200" y="1761986"/>
                </a:cubicBezTo>
                <a:cubicBezTo>
                  <a:pt x="1048185" y="1748970"/>
                  <a:pt x="1013477" y="1735955"/>
                  <a:pt x="989617" y="1703418"/>
                </a:cubicBezTo>
                <a:cubicBezTo>
                  <a:pt x="952739" y="1664372"/>
                  <a:pt x="922371" y="1627494"/>
                  <a:pt x="885495" y="1588449"/>
                </a:cubicBezTo>
                <a:lnTo>
                  <a:pt x="878351" y="1566121"/>
                </a:lnTo>
                <a:lnTo>
                  <a:pt x="857294" y="1545064"/>
                </a:lnTo>
                <a:cubicBezTo>
                  <a:pt x="833434" y="1521204"/>
                  <a:pt x="809571" y="1495174"/>
                  <a:pt x="785711" y="1466973"/>
                </a:cubicBezTo>
                <a:cubicBezTo>
                  <a:pt x="781373" y="1451789"/>
                  <a:pt x="748834" y="1410573"/>
                  <a:pt x="777034" y="1427927"/>
                </a:cubicBezTo>
                <a:cubicBezTo>
                  <a:pt x="766187" y="1414912"/>
                  <a:pt x="757510" y="1399728"/>
                  <a:pt x="748834" y="1388881"/>
                </a:cubicBezTo>
                <a:lnTo>
                  <a:pt x="745474" y="1383614"/>
                </a:lnTo>
                <a:lnTo>
                  <a:pt x="711956" y="1360680"/>
                </a:lnTo>
                <a:cubicBezTo>
                  <a:pt x="685925" y="1330311"/>
                  <a:pt x="664233" y="1297774"/>
                  <a:pt x="646879" y="1267405"/>
                </a:cubicBezTo>
                <a:cubicBezTo>
                  <a:pt x="629526" y="1234866"/>
                  <a:pt x="616510" y="1204497"/>
                  <a:pt x="610004" y="1180637"/>
                </a:cubicBezTo>
                <a:lnTo>
                  <a:pt x="605666" y="1180637"/>
                </a:lnTo>
                <a:cubicBezTo>
                  <a:pt x="588312" y="1150268"/>
                  <a:pt x="570958" y="1117731"/>
                  <a:pt x="555775" y="1085191"/>
                </a:cubicBezTo>
                <a:cubicBezTo>
                  <a:pt x="540589" y="1052654"/>
                  <a:pt x="523235" y="1022285"/>
                  <a:pt x="508052" y="989746"/>
                </a:cubicBezTo>
                <a:cubicBezTo>
                  <a:pt x="490698" y="952871"/>
                  <a:pt x="473345" y="915993"/>
                  <a:pt x="458159" y="879117"/>
                </a:cubicBezTo>
                <a:cubicBezTo>
                  <a:pt x="442976" y="842240"/>
                  <a:pt x="427790" y="803194"/>
                  <a:pt x="412607" y="766318"/>
                </a:cubicBezTo>
                <a:cubicBezTo>
                  <a:pt x="429960" y="790179"/>
                  <a:pt x="445144" y="814041"/>
                  <a:pt x="458159" y="842240"/>
                </a:cubicBezTo>
                <a:cubicBezTo>
                  <a:pt x="471174" y="870441"/>
                  <a:pt x="484190" y="900809"/>
                  <a:pt x="503714" y="937685"/>
                </a:cubicBezTo>
                <a:cubicBezTo>
                  <a:pt x="512391" y="950700"/>
                  <a:pt x="514559" y="972392"/>
                  <a:pt x="518897" y="989746"/>
                </a:cubicBezTo>
                <a:lnTo>
                  <a:pt x="525173" y="998949"/>
                </a:lnTo>
                <a:lnTo>
                  <a:pt x="517449" y="958787"/>
                </a:lnTo>
                <a:lnTo>
                  <a:pt x="497305" y="922228"/>
                </a:lnTo>
                <a:lnTo>
                  <a:pt x="464515" y="848496"/>
                </a:lnTo>
                <a:lnTo>
                  <a:pt x="425620" y="783670"/>
                </a:lnTo>
                <a:cubicBezTo>
                  <a:pt x="410436" y="740286"/>
                  <a:pt x="393083" y="696901"/>
                  <a:pt x="377897" y="653517"/>
                </a:cubicBezTo>
                <a:lnTo>
                  <a:pt x="337011" y="520096"/>
                </a:lnTo>
                <a:lnTo>
                  <a:pt x="323586" y="481203"/>
                </a:lnTo>
                <a:cubicBezTo>
                  <a:pt x="300837" y="404731"/>
                  <a:pt x="281295" y="326876"/>
                  <a:pt x="265112" y="247798"/>
                </a:cubicBezTo>
                <a:lnTo>
                  <a:pt x="239252" y="78358"/>
                </a:lnTo>
                <a:lnTo>
                  <a:pt x="239068" y="83015"/>
                </a:lnTo>
                <a:cubicBezTo>
                  <a:pt x="239068" y="93863"/>
                  <a:pt x="239068" y="102539"/>
                  <a:pt x="241238" y="117723"/>
                </a:cubicBezTo>
                <a:cubicBezTo>
                  <a:pt x="245576" y="143753"/>
                  <a:pt x="249915" y="169784"/>
                  <a:pt x="252083" y="197985"/>
                </a:cubicBezTo>
                <a:cubicBezTo>
                  <a:pt x="256421" y="226183"/>
                  <a:pt x="260760" y="254384"/>
                  <a:pt x="265098" y="280415"/>
                </a:cubicBezTo>
                <a:cubicBezTo>
                  <a:pt x="254253" y="260891"/>
                  <a:pt x="249915" y="234860"/>
                  <a:pt x="243406" y="208830"/>
                </a:cubicBezTo>
                <a:cubicBezTo>
                  <a:pt x="239068" y="180631"/>
                  <a:pt x="234729" y="150262"/>
                  <a:pt x="228223" y="117723"/>
                </a:cubicBezTo>
                <a:cubicBezTo>
                  <a:pt x="217375" y="117723"/>
                  <a:pt x="215207" y="117723"/>
                  <a:pt x="210869" y="117723"/>
                </a:cubicBezTo>
                <a:cubicBezTo>
                  <a:pt x="208699" y="93863"/>
                  <a:pt x="206530" y="72170"/>
                  <a:pt x="200022" y="35293"/>
                </a:cubicBezTo>
                <a:lnTo>
                  <a:pt x="189729" y="0"/>
                </a:lnTo>
                <a:lnTo>
                  <a:pt x="5795410" y="0"/>
                </a:lnTo>
                <a:lnTo>
                  <a:pt x="5800929" y="17939"/>
                </a:lnTo>
                <a:lnTo>
                  <a:pt x="5807654" y="17566"/>
                </a:lnTo>
                <a:lnTo>
                  <a:pt x="5803098" y="2753"/>
                </a:lnTo>
                <a:lnTo>
                  <a:pt x="5803442" y="0"/>
                </a:lnTo>
                <a:lnTo>
                  <a:pt x="5888010" y="0"/>
                </a:lnTo>
                <a:lnTo>
                  <a:pt x="5866775" y="88481"/>
                </a:lnTo>
                <a:lnTo>
                  <a:pt x="5866777" y="88481"/>
                </a:lnTo>
                <a:lnTo>
                  <a:pt x="5888012" y="0"/>
                </a:lnTo>
                <a:lnTo>
                  <a:pt x="5898025" y="0"/>
                </a:lnTo>
                <a:lnTo>
                  <a:pt x="5895561" y="48850"/>
                </a:lnTo>
                <a:cubicBezTo>
                  <a:pt x="5895291" y="65662"/>
                  <a:pt x="5895291" y="81931"/>
                  <a:pt x="5894204" y="104708"/>
                </a:cubicBezTo>
                <a:lnTo>
                  <a:pt x="5872512" y="171456"/>
                </a:lnTo>
                <a:lnTo>
                  <a:pt x="5872512" y="179080"/>
                </a:lnTo>
                <a:lnTo>
                  <a:pt x="5898543" y="104708"/>
                </a:lnTo>
                <a:cubicBezTo>
                  <a:pt x="5900170" y="70541"/>
                  <a:pt x="5899356" y="51019"/>
                  <a:pt x="5900678" y="22345"/>
                </a:cubicBezTo>
                <a:lnTo>
                  <a:pt x="5902188" y="0"/>
                </a:lnTo>
                <a:lnTo>
                  <a:pt x="5945314" y="0"/>
                </a:lnTo>
                <a:lnTo>
                  <a:pt x="5941927" y="28786"/>
                </a:lnTo>
                <a:lnTo>
                  <a:pt x="5932679" y="34953"/>
                </a:lnTo>
                <a:lnTo>
                  <a:pt x="5933250" y="37461"/>
                </a:lnTo>
                <a:lnTo>
                  <a:pt x="5942112" y="31553"/>
                </a:lnTo>
                <a:lnTo>
                  <a:pt x="5945824" y="0"/>
                </a:lnTo>
                <a:lnTo>
                  <a:pt x="5983702" y="0"/>
                </a:lnTo>
                <a:lnTo>
                  <a:pt x="5983141" y="9262"/>
                </a:lnTo>
                <a:cubicBezTo>
                  <a:pt x="5978802" y="33125"/>
                  <a:pt x="5976634" y="59155"/>
                  <a:pt x="5972296" y="85186"/>
                </a:cubicBezTo>
                <a:cubicBezTo>
                  <a:pt x="5967958" y="111216"/>
                  <a:pt x="5965787" y="137247"/>
                  <a:pt x="5959281" y="165445"/>
                </a:cubicBezTo>
                <a:cubicBezTo>
                  <a:pt x="5954942" y="191476"/>
                  <a:pt x="5948434" y="217507"/>
                  <a:pt x="5944095" y="243537"/>
                </a:cubicBezTo>
                <a:cubicBezTo>
                  <a:pt x="5928912" y="302107"/>
                  <a:pt x="5933250" y="321629"/>
                  <a:pt x="5915896" y="408397"/>
                </a:cubicBezTo>
                <a:cubicBezTo>
                  <a:pt x="5907219" y="412736"/>
                  <a:pt x="5898543" y="417074"/>
                  <a:pt x="5889866" y="423583"/>
                </a:cubicBezTo>
                <a:cubicBezTo>
                  <a:pt x="5881189" y="453952"/>
                  <a:pt x="5868174" y="488659"/>
                  <a:pt x="5857326" y="519028"/>
                </a:cubicBezTo>
                <a:cubicBezTo>
                  <a:pt x="5842143" y="568919"/>
                  <a:pt x="5852988" y="575428"/>
                  <a:pt x="5848649" y="610135"/>
                </a:cubicBezTo>
                <a:cubicBezTo>
                  <a:pt x="5846481" y="614473"/>
                  <a:pt x="5844311" y="620980"/>
                  <a:pt x="5844311" y="623150"/>
                </a:cubicBezTo>
                <a:cubicBezTo>
                  <a:pt x="5831296" y="657858"/>
                  <a:pt x="5818280" y="692565"/>
                  <a:pt x="5807436" y="722934"/>
                </a:cubicBezTo>
                <a:cubicBezTo>
                  <a:pt x="5803098" y="727273"/>
                  <a:pt x="5800927" y="729441"/>
                  <a:pt x="5796588" y="731611"/>
                </a:cubicBezTo>
                <a:cubicBezTo>
                  <a:pt x="5781406" y="766318"/>
                  <a:pt x="5766219" y="803194"/>
                  <a:pt x="5751036" y="837901"/>
                </a:cubicBezTo>
                <a:cubicBezTo>
                  <a:pt x="5768390" y="803194"/>
                  <a:pt x="5783573" y="766318"/>
                  <a:pt x="5798759" y="731611"/>
                </a:cubicBezTo>
                <a:cubicBezTo>
                  <a:pt x="5803098" y="727273"/>
                  <a:pt x="5805265" y="727273"/>
                  <a:pt x="5809604" y="722934"/>
                </a:cubicBezTo>
                <a:cubicBezTo>
                  <a:pt x="5792250" y="816209"/>
                  <a:pt x="5764052" y="874779"/>
                  <a:pt x="5740189" y="920331"/>
                </a:cubicBezTo>
                <a:cubicBezTo>
                  <a:pt x="5727174" y="929008"/>
                  <a:pt x="5714159" y="935517"/>
                  <a:pt x="5703314" y="939855"/>
                </a:cubicBezTo>
                <a:lnTo>
                  <a:pt x="5695666" y="955153"/>
                </a:lnTo>
                <a:lnTo>
                  <a:pt x="5696807" y="957207"/>
                </a:lnTo>
                <a:cubicBezTo>
                  <a:pt x="5698975" y="952868"/>
                  <a:pt x="5701145" y="946362"/>
                  <a:pt x="5705484" y="939853"/>
                </a:cubicBezTo>
                <a:cubicBezTo>
                  <a:pt x="5716329" y="935515"/>
                  <a:pt x="5729344" y="929008"/>
                  <a:pt x="5742360" y="920331"/>
                </a:cubicBezTo>
                <a:cubicBezTo>
                  <a:pt x="5744530" y="944191"/>
                  <a:pt x="5727176" y="974560"/>
                  <a:pt x="5716329" y="994085"/>
                </a:cubicBezTo>
                <a:cubicBezTo>
                  <a:pt x="5701145" y="1024454"/>
                  <a:pt x="5683792" y="1052652"/>
                  <a:pt x="5668606" y="1080853"/>
                </a:cubicBezTo>
                <a:cubicBezTo>
                  <a:pt x="5659929" y="1096036"/>
                  <a:pt x="5653423" y="1109052"/>
                  <a:pt x="5644746" y="1124237"/>
                </a:cubicBezTo>
                <a:cubicBezTo>
                  <a:pt x="5636069" y="1139421"/>
                  <a:pt x="5627393" y="1152436"/>
                  <a:pt x="5618715" y="1167622"/>
                </a:cubicBezTo>
                <a:cubicBezTo>
                  <a:pt x="5612206" y="1176298"/>
                  <a:pt x="5607868" y="1187143"/>
                  <a:pt x="5599191" y="1200159"/>
                </a:cubicBezTo>
                <a:cubicBezTo>
                  <a:pt x="5590514" y="1221851"/>
                  <a:pt x="5581838" y="1241375"/>
                  <a:pt x="5570993" y="1263067"/>
                </a:cubicBezTo>
                <a:lnTo>
                  <a:pt x="5540624" y="1323805"/>
                </a:lnTo>
                <a:cubicBezTo>
                  <a:pt x="5525438" y="1345497"/>
                  <a:pt x="5510255" y="1369357"/>
                  <a:pt x="5492901" y="1388881"/>
                </a:cubicBezTo>
                <a:cubicBezTo>
                  <a:pt x="5477715" y="1408403"/>
                  <a:pt x="5460362" y="1430095"/>
                  <a:pt x="5445178" y="1449619"/>
                </a:cubicBezTo>
                <a:lnTo>
                  <a:pt x="5447166" y="1445524"/>
                </a:lnTo>
                <a:lnTo>
                  <a:pt x="5393115" y="1519034"/>
                </a:lnTo>
                <a:cubicBezTo>
                  <a:pt x="5380100" y="1506019"/>
                  <a:pt x="5308517" y="1607973"/>
                  <a:pt x="5275977" y="1647019"/>
                </a:cubicBezTo>
                <a:lnTo>
                  <a:pt x="5252917" y="1682500"/>
                </a:lnTo>
                <a:lnTo>
                  <a:pt x="5275977" y="1649187"/>
                </a:lnTo>
                <a:cubicBezTo>
                  <a:pt x="5308517" y="1612309"/>
                  <a:pt x="5380100" y="1510357"/>
                  <a:pt x="5393115" y="1521202"/>
                </a:cubicBezTo>
                <a:cubicBezTo>
                  <a:pt x="5386608" y="1566757"/>
                  <a:pt x="5323700" y="1625324"/>
                  <a:pt x="5304178" y="1655693"/>
                </a:cubicBezTo>
                <a:cubicBezTo>
                  <a:pt x="5286825" y="1676301"/>
                  <a:pt x="5272183" y="1691487"/>
                  <a:pt x="5258353" y="1703689"/>
                </a:cubicBezTo>
                <a:lnTo>
                  <a:pt x="5221566" y="1730731"/>
                </a:lnTo>
                <a:lnTo>
                  <a:pt x="5219578" y="1733787"/>
                </a:lnTo>
                <a:lnTo>
                  <a:pt x="5196579" y="1751480"/>
                </a:lnTo>
                <a:lnTo>
                  <a:pt x="5195718" y="1757647"/>
                </a:lnTo>
                <a:cubicBezTo>
                  <a:pt x="5163178" y="1792355"/>
                  <a:pt x="5130641" y="1829232"/>
                  <a:pt x="5093764" y="1861769"/>
                </a:cubicBezTo>
                <a:cubicBezTo>
                  <a:pt x="5059056" y="1896477"/>
                  <a:pt x="5024349" y="1931184"/>
                  <a:pt x="4985303" y="1961553"/>
                </a:cubicBezTo>
                <a:lnTo>
                  <a:pt x="4980288" y="1965192"/>
                </a:lnTo>
                <a:lnTo>
                  <a:pt x="4944089" y="2011444"/>
                </a:lnTo>
                <a:cubicBezTo>
                  <a:pt x="4918059" y="2035306"/>
                  <a:pt x="4887690" y="2054828"/>
                  <a:pt x="4857321" y="2076520"/>
                </a:cubicBezTo>
                <a:lnTo>
                  <a:pt x="4776225" y="2137342"/>
                </a:lnTo>
                <a:lnTo>
                  <a:pt x="4775934" y="2137695"/>
                </a:lnTo>
                <a:lnTo>
                  <a:pt x="4857321" y="2078691"/>
                </a:lnTo>
                <a:cubicBezTo>
                  <a:pt x="4885519" y="2056998"/>
                  <a:pt x="4915888" y="2035306"/>
                  <a:pt x="4944089" y="2013614"/>
                </a:cubicBezTo>
                <a:cubicBezTo>
                  <a:pt x="4926735" y="2043983"/>
                  <a:pt x="4902873" y="2063505"/>
                  <a:pt x="4872505" y="2085197"/>
                </a:cubicBezTo>
                <a:cubicBezTo>
                  <a:pt x="4847560" y="2107976"/>
                  <a:pt x="4829664" y="2117194"/>
                  <a:pt x="4814208" y="2123159"/>
                </a:cubicBezTo>
                <a:lnTo>
                  <a:pt x="4773879" y="2140191"/>
                </a:lnTo>
                <a:lnTo>
                  <a:pt x="4772721" y="2141599"/>
                </a:lnTo>
                <a:cubicBezTo>
                  <a:pt x="4757537" y="2152444"/>
                  <a:pt x="4744522" y="2161121"/>
                  <a:pt x="4729336" y="2169797"/>
                </a:cubicBezTo>
                <a:lnTo>
                  <a:pt x="4712989" y="2177374"/>
                </a:lnTo>
                <a:lnTo>
                  <a:pt x="4671855" y="2210743"/>
                </a:lnTo>
                <a:cubicBezTo>
                  <a:pt x="4656669" y="2222403"/>
                  <a:pt x="4643654" y="2231622"/>
                  <a:pt x="4631723" y="2239212"/>
                </a:cubicBezTo>
                <a:cubicBezTo>
                  <a:pt x="4610031" y="2256566"/>
                  <a:pt x="4592677" y="2267413"/>
                  <a:pt x="4570985" y="2278258"/>
                </a:cubicBezTo>
                <a:cubicBezTo>
                  <a:pt x="4575323" y="2271752"/>
                  <a:pt x="4564478" y="2276090"/>
                  <a:pt x="4551463" y="2280428"/>
                </a:cubicBezTo>
                <a:lnTo>
                  <a:pt x="4529764" y="2290073"/>
                </a:lnTo>
                <a:lnTo>
                  <a:pt x="4526391" y="2292635"/>
                </a:lnTo>
                <a:lnTo>
                  <a:pt x="4553631" y="2282597"/>
                </a:lnTo>
                <a:cubicBezTo>
                  <a:pt x="4566646" y="2278258"/>
                  <a:pt x="4575323" y="2273920"/>
                  <a:pt x="4573155" y="2280428"/>
                </a:cubicBezTo>
                <a:cubicBezTo>
                  <a:pt x="4557970" y="2302121"/>
                  <a:pt x="4527600" y="2321642"/>
                  <a:pt x="4495063" y="2338996"/>
                </a:cubicBezTo>
                <a:cubicBezTo>
                  <a:pt x="4477710" y="2347673"/>
                  <a:pt x="4462525" y="2356350"/>
                  <a:pt x="4445170" y="2365029"/>
                </a:cubicBezTo>
                <a:cubicBezTo>
                  <a:pt x="4427817" y="2373703"/>
                  <a:pt x="4410463" y="2380212"/>
                  <a:pt x="4395280" y="2388889"/>
                </a:cubicBezTo>
                <a:lnTo>
                  <a:pt x="4360040" y="2394175"/>
                </a:lnTo>
                <a:lnTo>
                  <a:pt x="4354064" y="2397566"/>
                </a:lnTo>
                <a:cubicBezTo>
                  <a:pt x="4299832" y="2423596"/>
                  <a:pt x="4245603" y="2445289"/>
                  <a:pt x="4189203" y="2469149"/>
                </a:cubicBezTo>
                <a:lnTo>
                  <a:pt x="4180798" y="2471059"/>
                </a:lnTo>
                <a:lnTo>
                  <a:pt x="4130636" y="2503856"/>
                </a:lnTo>
                <a:cubicBezTo>
                  <a:pt x="4143651" y="2506026"/>
                  <a:pt x="4150157" y="2508195"/>
                  <a:pt x="4158834" y="2512533"/>
                </a:cubicBezTo>
                <a:cubicBezTo>
                  <a:pt x="4119788" y="2547240"/>
                  <a:pt x="4067728" y="2553749"/>
                  <a:pt x="4054713" y="2558088"/>
                </a:cubicBezTo>
                <a:cubicBezTo>
                  <a:pt x="4056883" y="2549411"/>
                  <a:pt x="4061222" y="2538564"/>
                  <a:pt x="4063390" y="2527719"/>
                </a:cubicBezTo>
                <a:cubicBezTo>
                  <a:pt x="4052545" y="2532057"/>
                  <a:pt x="4041698" y="2536395"/>
                  <a:pt x="4028682" y="2540734"/>
                </a:cubicBezTo>
                <a:cubicBezTo>
                  <a:pt x="4017837" y="2545072"/>
                  <a:pt x="4006990" y="2547240"/>
                  <a:pt x="3996145" y="2551579"/>
                </a:cubicBezTo>
                <a:cubicBezTo>
                  <a:pt x="3974453" y="2558088"/>
                  <a:pt x="3950591" y="2564594"/>
                  <a:pt x="3928899" y="2573271"/>
                </a:cubicBezTo>
                <a:lnTo>
                  <a:pt x="3919914" y="2562487"/>
                </a:lnTo>
                <a:lnTo>
                  <a:pt x="3887682" y="2568932"/>
                </a:lnTo>
                <a:cubicBezTo>
                  <a:pt x="3874667" y="2571103"/>
                  <a:pt x="3861652" y="2575441"/>
                  <a:pt x="3848637" y="2577609"/>
                </a:cubicBezTo>
                <a:cubicBezTo>
                  <a:pt x="3822606" y="2584118"/>
                  <a:pt x="3794407" y="2592795"/>
                  <a:pt x="3768377" y="2597133"/>
                </a:cubicBezTo>
                <a:lnTo>
                  <a:pt x="3765731" y="2598363"/>
                </a:lnTo>
                <a:lnTo>
                  <a:pt x="3842130" y="2579777"/>
                </a:lnTo>
                <a:cubicBezTo>
                  <a:pt x="3855145" y="2575439"/>
                  <a:pt x="3868161" y="2573271"/>
                  <a:pt x="3881176" y="2571101"/>
                </a:cubicBezTo>
                <a:cubicBezTo>
                  <a:pt x="3894191" y="2568932"/>
                  <a:pt x="3905036" y="2564594"/>
                  <a:pt x="3913713" y="2564594"/>
                </a:cubicBezTo>
                <a:cubicBezTo>
                  <a:pt x="3915883" y="2568932"/>
                  <a:pt x="3920222" y="2573271"/>
                  <a:pt x="3926728" y="2575439"/>
                </a:cubicBezTo>
                <a:cubicBezTo>
                  <a:pt x="3950591" y="2568932"/>
                  <a:pt x="3972283" y="2562424"/>
                  <a:pt x="3993975" y="2553747"/>
                </a:cubicBezTo>
                <a:cubicBezTo>
                  <a:pt x="4004820" y="2549408"/>
                  <a:pt x="4015667" y="2547240"/>
                  <a:pt x="4026512" y="2542902"/>
                </a:cubicBezTo>
                <a:cubicBezTo>
                  <a:pt x="4037359" y="2538564"/>
                  <a:pt x="4048204" y="2534225"/>
                  <a:pt x="4061219" y="2529887"/>
                </a:cubicBezTo>
                <a:cubicBezTo>
                  <a:pt x="4059051" y="2538564"/>
                  <a:pt x="4054713" y="2549408"/>
                  <a:pt x="4052542" y="2560256"/>
                </a:cubicBezTo>
                <a:cubicBezTo>
                  <a:pt x="4022174" y="2575439"/>
                  <a:pt x="3991805" y="2588454"/>
                  <a:pt x="3961436" y="2603640"/>
                </a:cubicBezTo>
                <a:lnTo>
                  <a:pt x="3956970" y="2602390"/>
                </a:lnTo>
                <a:lnTo>
                  <a:pt x="3894191" y="2627500"/>
                </a:lnTo>
                <a:cubicBezTo>
                  <a:pt x="3874669" y="2634009"/>
                  <a:pt x="3857316" y="2638347"/>
                  <a:pt x="3842130" y="2642686"/>
                </a:cubicBezTo>
                <a:cubicBezTo>
                  <a:pt x="3809593" y="2651363"/>
                  <a:pt x="3785731" y="2655701"/>
                  <a:pt x="3764038" y="2662207"/>
                </a:cubicBezTo>
                <a:cubicBezTo>
                  <a:pt x="3765125" y="2656785"/>
                  <a:pt x="3751567" y="2656785"/>
                  <a:pt x="3731772" y="2659497"/>
                </a:cubicBezTo>
                <a:lnTo>
                  <a:pt x="3664284" y="2672628"/>
                </a:lnTo>
                <a:lnTo>
                  <a:pt x="3662084" y="2677393"/>
                </a:lnTo>
                <a:cubicBezTo>
                  <a:pt x="3605685" y="2690408"/>
                  <a:pt x="3542779" y="2701253"/>
                  <a:pt x="3482041" y="2712100"/>
                </a:cubicBezTo>
                <a:cubicBezTo>
                  <a:pt x="3462517" y="2709930"/>
                  <a:pt x="3464687" y="2705591"/>
                  <a:pt x="3440825" y="2701253"/>
                </a:cubicBezTo>
                <a:cubicBezTo>
                  <a:pt x="3429980" y="2701253"/>
                  <a:pt x="3419133" y="2701253"/>
                  <a:pt x="3406117" y="2701253"/>
                </a:cubicBezTo>
                <a:cubicBezTo>
                  <a:pt x="3388764" y="2707762"/>
                  <a:pt x="3367071" y="2714269"/>
                  <a:pt x="3345379" y="2720777"/>
                </a:cubicBezTo>
                <a:cubicBezTo>
                  <a:pt x="3325858" y="2722945"/>
                  <a:pt x="3308504" y="2725116"/>
                  <a:pt x="3291150" y="2725116"/>
                </a:cubicBezTo>
                <a:cubicBezTo>
                  <a:pt x="3273796" y="2725116"/>
                  <a:pt x="3256443" y="2727283"/>
                  <a:pt x="3236919" y="2727283"/>
                </a:cubicBezTo>
                <a:lnTo>
                  <a:pt x="3231027" y="2724760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accent3">
                  <a:alpha val="71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lvl="0" rtl="0"/>
            <a:endParaRPr lang="ru-RU" noProof="0" dirty="0"/>
          </a:p>
        </p:txBody>
      </p:sp>
      <p:sp>
        <p:nvSpPr>
          <p:cNvPr id="13" name="Полилиния: Фигура 12">
            <a:extLst>
              <a:ext uri="{FF2B5EF4-FFF2-40B4-BE49-F238E27FC236}">
                <a16:creationId xmlns:a16="http://schemas.microsoft.com/office/drawing/2014/main" id="{9116AE84-A6A8-4A92-B95E-66A7DFB1FF46}"/>
              </a:ext>
            </a:extLst>
          </p:cNvPr>
          <p:cNvSpPr/>
          <p:nvPr userDrawn="1"/>
        </p:nvSpPr>
        <p:spPr>
          <a:xfrm rot="20700000" flipH="1">
            <a:off x="-643117" y="-519717"/>
            <a:ext cx="7777150" cy="7718664"/>
          </a:xfrm>
          <a:custGeom>
            <a:avLst/>
            <a:gdLst>
              <a:gd name="connsiteX0" fmla="*/ 6564153 w 7777150"/>
              <a:gd name="connsiteY0" fmla="*/ 6753221 h 7718664"/>
              <a:gd name="connsiteX1" fmla="*/ 6563132 w 7777150"/>
              <a:gd name="connsiteY1" fmla="*/ 6753924 h 7718664"/>
              <a:gd name="connsiteX2" fmla="*/ 6563132 w 7777150"/>
              <a:gd name="connsiteY2" fmla="*/ 6754775 h 7718664"/>
              <a:gd name="connsiteX3" fmla="*/ 6567865 w 7777150"/>
              <a:gd name="connsiteY3" fmla="*/ 6755450 h 7718664"/>
              <a:gd name="connsiteX4" fmla="*/ 6569087 w 7777150"/>
              <a:gd name="connsiteY4" fmla="*/ 6753925 h 7718664"/>
              <a:gd name="connsiteX5" fmla="*/ 6628482 w 7777150"/>
              <a:gd name="connsiteY5" fmla="*/ 6708774 h 7718664"/>
              <a:gd name="connsiteX6" fmla="*/ 6610901 w 7777150"/>
              <a:gd name="connsiteY6" fmla="*/ 6720920 h 7718664"/>
              <a:gd name="connsiteX7" fmla="*/ 6607794 w 7777150"/>
              <a:gd name="connsiteY7" fmla="*/ 6724148 h 7718664"/>
              <a:gd name="connsiteX8" fmla="*/ 6619848 w 7777150"/>
              <a:gd name="connsiteY8" fmla="*/ 6716434 h 7718664"/>
              <a:gd name="connsiteX9" fmla="*/ 6839305 w 7777150"/>
              <a:gd name="connsiteY9" fmla="*/ 6558707 h 7718664"/>
              <a:gd name="connsiteX10" fmla="*/ 6839039 w 7777150"/>
              <a:gd name="connsiteY10" fmla="*/ 6558801 h 7718664"/>
              <a:gd name="connsiteX11" fmla="*/ 6837070 w 7777150"/>
              <a:gd name="connsiteY11" fmla="*/ 6572293 h 7718664"/>
              <a:gd name="connsiteX12" fmla="*/ 6789429 w 7777150"/>
              <a:gd name="connsiteY12" fmla="*/ 6625890 h 7718664"/>
              <a:gd name="connsiteX13" fmla="*/ 6732852 w 7777150"/>
              <a:gd name="connsiteY13" fmla="*/ 6688418 h 7718664"/>
              <a:gd name="connsiteX14" fmla="*/ 6736263 w 7777150"/>
              <a:gd name="connsiteY14" fmla="*/ 6687633 h 7718664"/>
              <a:gd name="connsiteX15" fmla="*/ 6789429 w 7777150"/>
              <a:gd name="connsiteY15" fmla="*/ 6628865 h 7718664"/>
              <a:gd name="connsiteX16" fmla="*/ 6837070 w 7777150"/>
              <a:gd name="connsiteY16" fmla="*/ 6575269 h 7718664"/>
              <a:gd name="connsiteX17" fmla="*/ 6839305 w 7777150"/>
              <a:gd name="connsiteY17" fmla="*/ 6558707 h 7718664"/>
              <a:gd name="connsiteX18" fmla="*/ 2782054 w 7777150"/>
              <a:gd name="connsiteY18" fmla="*/ 7594165 h 7718664"/>
              <a:gd name="connsiteX19" fmla="*/ 2812852 w 7777150"/>
              <a:gd name="connsiteY19" fmla="*/ 7595094 h 7718664"/>
              <a:gd name="connsiteX20" fmla="*/ 2945354 w 7777150"/>
              <a:gd name="connsiteY20" fmla="*/ 7629337 h 7718664"/>
              <a:gd name="connsiteX21" fmla="*/ 3001930 w 7777150"/>
              <a:gd name="connsiteY21" fmla="*/ 7632313 h 7718664"/>
              <a:gd name="connsiteX22" fmla="*/ 3143116 w 7777150"/>
              <a:gd name="connsiteY22" fmla="*/ 7701578 h 7718664"/>
              <a:gd name="connsiteX23" fmla="*/ 3082549 w 7777150"/>
              <a:gd name="connsiteY23" fmla="*/ 7717806 h 7718664"/>
              <a:gd name="connsiteX24" fmla="*/ 3037661 w 7777150"/>
              <a:gd name="connsiteY24" fmla="*/ 7703779 h 7718664"/>
              <a:gd name="connsiteX25" fmla="*/ 2957265 w 7777150"/>
              <a:gd name="connsiteY25" fmla="*/ 7668047 h 7718664"/>
              <a:gd name="connsiteX26" fmla="*/ 2864960 w 7777150"/>
              <a:gd name="connsiteY26" fmla="*/ 7638271 h 7718664"/>
              <a:gd name="connsiteX27" fmla="*/ 2769678 w 7777150"/>
              <a:gd name="connsiteY27" fmla="*/ 7605516 h 7718664"/>
              <a:gd name="connsiteX28" fmla="*/ 2782054 w 7777150"/>
              <a:gd name="connsiteY28" fmla="*/ 7594165 h 7718664"/>
              <a:gd name="connsiteX29" fmla="*/ 2608887 w 7777150"/>
              <a:gd name="connsiteY29" fmla="*/ 7429840 h 7718664"/>
              <a:gd name="connsiteX30" fmla="*/ 2719060 w 7777150"/>
              <a:gd name="connsiteY30" fmla="*/ 7450682 h 7718664"/>
              <a:gd name="connsiteX31" fmla="*/ 2766702 w 7777150"/>
              <a:gd name="connsiteY31" fmla="*/ 7492368 h 7718664"/>
              <a:gd name="connsiteX32" fmla="*/ 2930467 w 7777150"/>
              <a:gd name="connsiteY32" fmla="*/ 7540009 h 7718664"/>
              <a:gd name="connsiteX33" fmla="*/ 3255027 w 7777150"/>
              <a:gd name="connsiteY33" fmla="*/ 7623382 h 7718664"/>
              <a:gd name="connsiteX34" fmla="*/ 3335420 w 7777150"/>
              <a:gd name="connsiteY34" fmla="*/ 7638271 h 7718664"/>
              <a:gd name="connsiteX35" fmla="*/ 3362169 w 7777150"/>
              <a:gd name="connsiteY35" fmla="*/ 7642882 h 7718664"/>
              <a:gd name="connsiteX36" fmla="*/ 3252495 w 7777150"/>
              <a:gd name="connsiteY36" fmla="*/ 7672270 h 7718664"/>
              <a:gd name="connsiteX37" fmla="*/ 3231206 w 7777150"/>
              <a:gd name="connsiteY37" fmla="*/ 7668047 h 7718664"/>
              <a:gd name="connsiteX38" fmla="*/ 3115079 w 7777150"/>
              <a:gd name="connsiteY38" fmla="*/ 7644226 h 7718664"/>
              <a:gd name="connsiteX39" fmla="*/ 3013840 w 7777150"/>
              <a:gd name="connsiteY39" fmla="*/ 7626361 h 7718664"/>
              <a:gd name="connsiteX40" fmla="*/ 2891760 w 7777150"/>
              <a:gd name="connsiteY40" fmla="*/ 7569785 h 7718664"/>
              <a:gd name="connsiteX41" fmla="*/ 2739902 w 7777150"/>
              <a:gd name="connsiteY41" fmla="*/ 7513213 h 7718664"/>
              <a:gd name="connsiteX42" fmla="*/ 2582091 w 7777150"/>
              <a:gd name="connsiteY42" fmla="*/ 7450681 h 7718664"/>
              <a:gd name="connsiteX43" fmla="*/ 2608887 w 7777150"/>
              <a:gd name="connsiteY43" fmla="*/ 7429840 h 7718664"/>
              <a:gd name="connsiteX44" fmla="*/ 2305173 w 7777150"/>
              <a:gd name="connsiteY44" fmla="*/ 7420905 h 7718664"/>
              <a:gd name="connsiteX45" fmla="*/ 2647595 w 7777150"/>
              <a:gd name="connsiteY45" fmla="*/ 7566806 h 7718664"/>
              <a:gd name="connsiteX46" fmla="*/ 2769678 w 7777150"/>
              <a:gd name="connsiteY46" fmla="*/ 7605516 h 7718664"/>
              <a:gd name="connsiteX47" fmla="*/ 2861982 w 7777150"/>
              <a:gd name="connsiteY47" fmla="*/ 7638268 h 7718664"/>
              <a:gd name="connsiteX48" fmla="*/ 2954288 w 7777150"/>
              <a:gd name="connsiteY48" fmla="*/ 7668044 h 7718664"/>
              <a:gd name="connsiteX49" fmla="*/ 3034682 w 7777150"/>
              <a:gd name="connsiteY49" fmla="*/ 7703775 h 7718664"/>
              <a:gd name="connsiteX50" fmla="*/ 3016816 w 7777150"/>
              <a:gd name="connsiteY50" fmla="*/ 7718664 h 7718664"/>
              <a:gd name="connsiteX51" fmla="*/ 2969175 w 7777150"/>
              <a:gd name="connsiteY51" fmla="*/ 7709731 h 7718664"/>
              <a:gd name="connsiteX52" fmla="*/ 2799453 w 7777150"/>
              <a:gd name="connsiteY52" fmla="*/ 7647203 h 7718664"/>
              <a:gd name="connsiteX53" fmla="*/ 2716081 w 7777150"/>
              <a:gd name="connsiteY53" fmla="*/ 7614447 h 7718664"/>
              <a:gd name="connsiteX54" fmla="*/ 2632708 w 7777150"/>
              <a:gd name="connsiteY54" fmla="*/ 7578716 h 7718664"/>
              <a:gd name="connsiteX55" fmla="*/ 2522536 w 7777150"/>
              <a:gd name="connsiteY55" fmla="*/ 7540009 h 7718664"/>
              <a:gd name="connsiteX56" fmla="*/ 2427252 w 7777150"/>
              <a:gd name="connsiteY56" fmla="*/ 7498323 h 7718664"/>
              <a:gd name="connsiteX57" fmla="*/ 2352815 w 7777150"/>
              <a:gd name="connsiteY57" fmla="*/ 7459612 h 7718664"/>
              <a:gd name="connsiteX58" fmla="*/ 2305173 w 7777150"/>
              <a:gd name="connsiteY58" fmla="*/ 7420905 h 7718664"/>
              <a:gd name="connsiteX59" fmla="*/ 2397480 w 7777150"/>
              <a:gd name="connsiteY59" fmla="*/ 7349443 h 7718664"/>
              <a:gd name="connsiteX60" fmla="*/ 2445122 w 7777150"/>
              <a:gd name="connsiteY60" fmla="*/ 7346467 h 7718664"/>
              <a:gd name="connsiteX61" fmla="*/ 2608887 w 7777150"/>
              <a:gd name="connsiteY61" fmla="*/ 7429840 h 7718664"/>
              <a:gd name="connsiteX62" fmla="*/ 2588046 w 7777150"/>
              <a:gd name="connsiteY62" fmla="*/ 7441750 h 7718664"/>
              <a:gd name="connsiteX63" fmla="*/ 2397480 w 7777150"/>
              <a:gd name="connsiteY63" fmla="*/ 7349443 h 7718664"/>
              <a:gd name="connsiteX64" fmla="*/ 7605289 w 7777150"/>
              <a:gd name="connsiteY64" fmla="*/ 5949975 h 7718664"/>
              <a:gd name="connsiteX65" fmla="*/ 7603779 w 7777150"/>
              <a:gd name="connsiteY65" fmla="*/ 5950622 h 7718664"/>
              <a:gd name="connsiteX66" fmla="*/ 7571259 w 7777150"/>
              <a:gd name="connsiteY66" fmla="*/ 6028673 h 7718664"/>
              <a:gd name="connsiteX67" fmla="*/ 7768327 w 7777150"/>
              <a:gd name="connsiteY67" fmla="*/ 5740775 h 7718664"/>
              <a:gd name="connsiteX68" fmla="*/ 7777150 w 7777150"/>
              <a:gd name="connsiteY68" fmla="*/ 5773700 h 7718664"/>
              <a:gd name="connsiteX69" fmla="*/ 7775014 w 7777150"/>
              <a:gd name="connsiteY69" fmla="*/ 5777274 h 7718664"/>
              <a:gd name="connsiteX70" fmla="*/ 7706527 w 7777150"/>
              <a:gd name="connsiteY70" fmla="*/ 5905312 h 7718664"/>
              <a:gd name="connsiteX71" fmla="*/ 7644000 w 7777150"/>
              <a:gd name="connsiteY71" fmla="*/ 5985706 h 7718664"/>
              <a:gd name="connsiteX72" fmla="*/ 7685686 w 7777150"/>
              <a:gd name="connsiteY72" fmla="*/ 5902333 h 7718664"/>
              <a:gd name="connsiteX73" fmla="*/ 7721417 w 7777150"/>
              <a:gd name="connsiteY73" fmla="*/ 5818960 h 7718664"/>
              <a:gd name="connsiteX74" fmla="*/ 7748213 w 7777150"/>
              <a:gd name="connsiteY74" fmla="*/ 5774298 h 7718664"/>
              <a:gd name="connsiteX75" fmla="*/ 2195719 w 7777150"/>
              <a:gd name="connsiteY75" fmla="*/ 7067587 h 7718664"/>
              <a:gd name="connsiteX76" fmla="*/ 2195748 w 7777150"/>
              <a:gd name="connsiteY76" fmla="*/ 7068434 h 7718664"/>
              <a:gd name="connsiteX77" fmla="*/ 2205804 w 7777150"/>
              <a:gd name="connsiteY77" fmla="*/ 7080606 h 7718664"/>
              <a:gd name="connsiteX78" fmla="*/ 2206911 w 7777150"/>
              <a:gd name="connsiteY78" fmla="*/ 7075504 h 7718664"/>
              <a:gd name="connsiteX79" fmla="*/ 1840668 w 7777150"/>
              <a:gd name="connsiteY79" fmla="*/ 7143991 h 7718664"/>
              <a:gd name="connsiteX80" fmla="*/ 2043145 w 7777150"/>
              <a:gd name="connsiteY80" fmla="*/ 7257140 h 7718664"/>
              <a:gd name="connsiteX81" fmla="*/ 2084831 w 7777150"/>
              <a:gd name="connsiteY81" fmla="*/ 7304781 h 7718664"/>
              <a:gd name="connsiteX82" fmla="*/ 1989548 w 7777150"/>
              <a:gd name="connsiteY82" fmla="*/ 7254160 h 7718664"/>
              <a:gd name="connsiteX83" fmla="*/ 1918086 w 7777150"/>
              <a:gd name="connsiteY83" fmla="*/ 7209498 h 7718664"/>
              <a:gd name="connsiteX84" fmla="*/ 1840668 w 7777150"/>
              <a:gd name="connsiteY84" fmla="*/ 7143991 h 7718664"/>
              <a:gd name="connsiteX85" fmla="*/ 7574028 w 7777150"/>
              <a:gd name="connsiteY85" fmla="*/ 5576942 h 7718664"/>
              <a:gd name="connsiteX86" fmla="*/ 7562090 w 7777150"/>
              <a:gd name="connsiteY86" fmla="*/ 5594186 h 7718664"/>
              <a:gd name="connsiteX87" fmla="*/ 7533457 w 7777150"/>
              <a:gd name="connsiteY87" fmla="*/ 5631001 h 7718664"/>
              <a:gd name="connsiteX88" fmla="*/ 7503173 w 7777150"/>
              <a:gd name="connsiteY88" fmla="*/ 5679289 h 7718664"/>
              <a:gd name="connsiteX89" fmla="*/ 7495119 w 7777150"/>
              <a:gd name="connsiteY89" fmla="*/ 5690923 h 7718664"/>
              <a:gd name="connsiteX90" fmla="*/ 7456410 w 7777150"/>
              <a:gd name="connsiteY90" fmla="*/ 5762384 h 7718664"/>
              <a:gd name="connsiteX91" fmla="*/ 7417702 w 7777150"/>
              <a:gd name="connsiteY91" fmla="*/ 5827891 h 7718664"/>
              <a:gd name="connsiteX92" fmla="*/ 7325396 w 7777150"/>
              <a:gd name="connsiteY92" fmla="*/ 5949974 h 7718664"/>
              <a:gd name="connsiteX93" fmla="*/ 7292334 w 7777150"/>
              <a:gd name="connsiteY93" fmla="*/ 6001613 h 7718664"/>
              <a:gd name="connsiteX94" fmla="*/ 7279949 w 7777150"/>
              <a:gd name="connsiteY94" fmla="*/ 6020421 h 7718664"/>
              <a:gd name="connsiteX95" fmla="*/ 7245002 w 7777150"/>
              <a:gd name="connsiteY95" fmla="*/ 6072054 h 7718664"/>
              <a:gd name="connsiteX96" fmla="*/ 7173540 w 7777150"/>
              <a:gd name="connsiteY96" fmla="*/ 6170317 h 7718664"/>
              <a:gd name="connsiteX97" fmla="*/ 7167581 w 7777150"/>
              <a:gd name="connsiteY97" fmla="*/ 6173958 h 7718664"/>
              <a:gd name="connsiteX98" fmla="*/ 7162704 w 7777150"/>
              <a:gd name="connsiteY98" fmla="*/ 6181183 h 7718664"/>
              <a:gd name="connsiteX99" fmla="*/ 7170561 w 7777150"/>
              <a:gd name="connsiteY99" fmla="*/ 6176272 h 7718664"/>
              <a:gd name="connsiteX100" fmla="*/ 7242022 w 7777150"/>
              <a:gd name="connsiteY100" fmla="*/ 6078013 h 7718664"/>
              <a:gd name="connsiteX101" fmla="*/ 7279949 w 7777150"/>
              <a:gd name="connsiteY101" fmla="*/ 6020421 h 7718664"/>
              <a:gd name="connsiteX102" fmla="*/ 7286316 w 7777150"/>
              <a:gd name="connsiteY102" fmla="*/ 6011014 h 7718664"/>
              <a:gd name="connsiteX103" fmla="*/ 7292334 w 7777150"/>
              <a:gd name="connsiteY103" fmla="*/ 6001613 h 7718664"/>
              <a:gd name="connsiteX104" fmla="*/ 7322420 w 7777150"/>
              <a:gd name="connsiteY104" fmla="*/ 5955930 h 7718664"/>
              <a:gd name="connsiteX105" fmla="*/ 7414723 w 7777150"/>
              <a:gd name="connsiteY105" fmla="*/ 5833850 h 7718664"/>
              <a:gd name="connsiteX106" fmla="*/ 7453434 w 7777150"/>
              <a:gd name="connsiteY106" fmla="*/ 5768343 h 7718664"/>
              <a:gd name="connsiteX107" fmla="*/ 7492141 w 7777150"/>
              <a:gd name="connsiteY107" fmla="*/ 5696881 h 7718664"/>
              <a:gd name="connsiteX108" fmla="*/ 7503173 w 7777150"/>
              <a:gd name="connsiteY108" fmla="*/ 5679289 h 7718664"/>
              <a:gd name="connsiteX109" fmla="*/ 7562090 w 7777150"/>
              <a:gd name="connsiteY109" fmla="*/ 5594186 h 7718664"/>
              <a:gd name="connsiteX110" fmla="*/ 7572537 w 7777150"/>
              <a:gd name="connsiteY110" fmla="*/ 5580753 h 7718664"/>
              <a:gd name="connsiteX111" fmla="*/ 7695610 w 7777150"/>
              <a:gd name="connsiteY111" fmla="*/ 5469390 h 7718664"/>
              <a:gd name="connsiteX112" fmla="*/ 7767960 w 7777150"/>
              <a:gd name="connsiteY112" fmla="*/ 5739403 h 7718664"/>
              <a:gd name="connsiteX113" fmla="*/ 7745237 w 7777150"/>
              <a:gd name="connsiteY113" fmla="*/ 5777274 h 7718664"/>
              <a:gd name="connsiteX114" fmla="*/ 7718437 w 7777150"/>
              <a:gd name="connsiteY114" fmla="*/ 5821936 h 7718664"/>
              <a:gd name="connsiteX115" fmla="*/ 7679730 w 7777150"/>
              <a:gd name="connsiteY115" fmla="*/ 5908288 h 7718664"/>
              <a:gd name="connsiteX116" fmla="*/ 7638044 w 7777150"/>
              <a:gd name="connsiteY116" fmla="*/ 5991660 h 7718664"/>
              <a:gd name="connsiteX117" fmla="*/ 7572537 w 7777150"/>
              <a:gd name="connsiteY117" fmla="*/ 6080989 h 7718664"/>
              <a:gd name="connsiteX118" fmla="*/ 7507030 w 7777150"/>
              <a:gd name="connsiteY118" fmla="*/ 6164361 h 7718664"/>
              <a:gd name="connsiteX119" fmla="*/ 7509759 w 7777150"/>
              <a:gd name="connsiteY119" fmla="*/ 6158741 h 7718664"/>
              <a:gd name="connsiteX120" fmla="*/ 7435565 w 7777150"/>
              <a:gd name="connsiteY120" fmla="*/ 6259644 h 7718664"/>
              <a:gd name="connsiteX121" fmla="*/ 7274774 w 7777150"/>
              <a:gd name="connsiteY121" fmla="*/ 6435324 h 7718664"/>
              <a:gd name="connsiteX122" fmla="*/ 7243120 w 7777150"/>
              <a:gd name="connsiteY122" fmla="*/ 6484028 h 7718664"/>
              <a:gd name="connsiteX123" fmla="*/ 7274775 w 7777150"/>
              <a:gd name="connsiteY123" fmla="*/ 6438299 h 7718664"/>
              <a:gd name="connsiteX124" fmla="*/ 7435564 w 7777150"/>
              <a:gd name="connsiteY124" fmla="*/ 6262620 h 7718664"/>
              <a:gd name="connsiteX125" fmla="*/ 7313485 w 7777150"/>
              <a:gd name="connsiteY125" fmla="*/ 6447231 h 7718664"/>
              <a:gd name="connsiteX126" fmla="*/ 7250582 w 7777150"/>
              <a:gd name="connsiteY126" fmla="*/ 6513113 h 7718664"/>
              <a:gd name="connsiteX127" fmla="*/ 7200087 w 7777150"/>
              <a:gd name="connsiteY127" fmla="*/ 6550232 h 7718664"/>
              <a:gd name="connsiteX128" fmla="*/ 7197357 w 7777150"/>
              <a:gd name="connsiteY128" fmla="*/ 6554428 h 7718664"/>
              <a:gd name="connsiteX129" fmla="*/ 7165787 w 7777150"/>
              <a:gd name="connsiteY129" fmla="*/ 6578714 h 7718664"/>
              <a:gd name="connsiteX130" fmla="*/ 7164606 w 7777150"/>
              <a:gd name="connsiteY130" fmla="*/ 6587180 h 7718664"/>
              <a:gd name="connsiteX131" fmla="*/ 7118751 w 7777150"/>
              <a:gd name="connsiteY131" fmla="*/ 6636309 h 7718664"/>
              <a:gd name="connsiteX132" fmla="*/ 6989132 w 7777150"/>
              <a:gd name="connsiteY132" fmla="*/ 6671040 h 7718664"/>
              <a:gd name="connsiteX133" fmla="*/ 7013864 w 7777150"/>
              <a:gd name="connsiteY133" fmla="*/ 6649337 h 7718664"/>
              <a:gd name="connsiteX134" fmla="*/ 7066343 w 7777150"/>
              <a:gd name="connsiteY134" fmla="*/ 6599090 h 7718664"/>
              <a:gd name="connsiteX135" fmla="*/ 7111009 w 7777150"/>
              <a:gd name="connsiteY135" fmla="*/ 6524651 h 7718664"/>
              <a:gd name="connsiteX136" fmla="*/ 7175165 w 7777150"/>
              <a:gd name="connsiteY136" fmla="*/ 6465841 h 7718664"/>
              <a:gd name="connsiteX137" fmla="*/ 7175681 w 7777150"/>
              <a:gd name="connsiteY137" fmla="*/ 6462146 h 7718664"/>
              <a:gd name="connsiteX138" fmla="*/ 7113987 w 7777150"/>
              <a:gd name="connsiteY138" fmla="*/ 6518697 h 7718664"/>
              <a:gd name="connsiteX139" fmla="*/ 7069322 w 7777150"/>
              <a:gd name="connsiteY139" fmla="*/ 6593135 h 7718664"/>
              <a:gd name="connsiteX140" fmla="*/ 7016843 w 7777150"/>
              <a:gd name="connsiteY140" fmla="*/ 6643382 h 7718664"/>
              <a:gd name="connsiteX141" fmla="*/ 6983652 w 7777150"/>
              <a:gd name="connsiteY141" fmla="*/ 6672509 h 7718664"/>
              <a:gd name="connsiteX142" fmla="*/ 6761122 w 7777150"/>
              <a:gd name="connsiteY142" fmla="*/ 6732136 h 7718664"/>
              <a:gd name="connsiteX143" fmla="*/ 6831115 w 7777150"/>
              <a:gd name="connsiteY143" fmla="*/ 6682462 h 7718664"/>
              <a:gd name="connsiteX144" fmla="*/ 6917467 w 7777150"/>
              <a:gd name="connsiteY144" fmla="*/ 6593134 h 7718664"/>
              <a:gd name="connsiteX145" fmla="*/ 6914488 w 7777150"/>
              <a:gd name="connsiteY145" fmla="*/ 6581224 h 7718664"/>
              <a:gd name="connsiteX146" fmla="*/ 6997860 w 7777150"/>
              <a:gd name="connsiteY146" fmla="*/ 6488921 h 7718664"/>
              <a:gd name="connsiteX147" fmla="*/ 7048480 w 7777150"/>
              <a:gd name="connsiteY147" fmla="*/ 6447234 h 7718664"/>
              <a:gd name="connsiteX148" fmla="*/ 7081233 w 7777150"/>
              <a:gd name="connsiteY148" fmla="*/ 6405548 h 7718664"/>
              <a:gd name="connsiteX149" fmla="*/ 7111008 w 7777150"/>
              <a:gd name="connsiteY149" fmla="*/ 6363862 h 7718664"/>
              <a:gd name="connsiteX150" fmla="*/ 7197360 w 7777150"/>
              <a:gd name="connsiteY150" fmla="*/ 6262624 h 7718664"/>
              <a:gd name="connsiteX151" fmla="*/ 7277754 w 7777150"/>
              <a:gd name="connsiteY151" fmla="*/ 6158406 h 7718664"/>
              <a:gd name="connsiteX152" fmla="*/ 7399836 w 7777150"/>
              <a:gd name="connsiteY152" fmla="*/ 5973795 h 7718664"/>
              <a:gd name="connsiteX153" fmla="*/ 7510006 w 7777150"/>
              <a:gd name="connsiteY153" fmla="*/ 5786208 h 7718664"/>
              <a:gd name="connsiteX154" fmla="*/ 7596358 w 7777150"/>
              <a:gd name="connsiteY154" fmla="*/ 5646260 h 7718664"/>
              <a:gd name="connsiteX155" fmla="*/ 7676751 w 7777150"/>
              <a:gd name="connsiteY155" fmla="*/ 5503336 h 7718664"/>
              <a:gd name="connsiteX156" fmla="*/ 7636506 w 7777150"/>
              <a:gd name="connsiteY156" fmla="*/ 5248812 h 7718664"/>
              <a:gd name="connsiteX157" fmla="*/ 7659314 w 7777150"/>
              <a:gd name="connsiteY157" fmla="*/ 5333933 h 7718664"/>
              <a:gd name="connsiteX158" fmla="*/ 7617200 w 7777150"/>
              <a:gd name="connsiteY158" fmla="*/ 5408052 h 7718664"/>
              <a:gd name="connsiteX159" fmla="*/ 7615871 w 7777150"/>
              <a:gd name="connsiteY159" fmla="*/ 5411110 h 7718664"/>
              <a:gd name="connsiteX160" fmla="*/ 7659444 w 7777150"/>
              <a:gd name="connsiteY160" fmla="*/ 5334418 h 7718664"/>
              <a:gd name="connsiteX161" fmla="*/ 7691259 w 7777150"/>
              <a:gd name="connsiteY161" fmla="*/ 5453153 h 7718664"/>
              <a:gd name="connsiteX162" fmla="*/ 7688661 w 7777150"/>
              <a:gd name="connsiteY162" fmla="*/ 5458673 h 7718664"/>
              <a:gd name="connsiteX163" fmla="*/ 7658886 w 7777150"/>
              <a:gd name="connsiteY163" fmla="*/ 5512270 h 7718664"/>
              <a:gd name="connsiteX164" fmla="*/ 7578492 w 7777150"/>
              <a:gd name="connsiteY164" fmla="*/ 5655195 h 7718664"/>
              <a:gd name="connsiteX165" fmla="*/ 7492140 w 7777150"/>
              <a:gd name="connsiteY165" fmla="*/ 5795139 h 7718664"/>
              <a:gd name="connsiteX166" fmla="*/ 7381971 w 7777150"/>
              <a:gd name="connsiteY166" fmla="*/ 5982730 h 7718664"/>
              <a:gd name="connsiteX167" fmla="*/ 7259888 w 7777150"/>
              <a:gd name="connsiteY167" fmla="*/ 6167341 h 7718664"/>
              <a:gd name="connsiteX168" fmla="*/ 7179495 w 7777150"/>
              <a:gd name="connsiteY168" fmla="*/ 6271554 h 7718664"/>
              <a:gd name="connsiteX169" fmla="*/ 7093143 w 7777150"/>
              <a:gd name="connsiteY169" fmla="*/ 6372792 h 7718664"/>
              <a:gd name="connsiteX170" fmla="*/ 7063367 w 7777150"/>
              <a:gd name="connsiteY170" fmla="*/ 6414479 h 7718664"/>
              <a:gd name="connsiteX171" fmla="*/ 7030615 w 7777150"/>
              <a:gd name="connsiteY171" fmla="*/ 6456165 h 7718664"/>
              <a:gd name="connsiteX172" fmla="*/ 6979994 w 7777150"/>
              <a:gd name="connsiteY172" fmla="*/ 6497851 h 7718664"/>
              <a:gd name="connsiteX173" fmla="*/ 6897207 w 7777150"/>
              <a:gd name="connsiteY173" fmla="*/ 6589515 h 7718664"/>
              <a:gd name="connsiteX174" fmla="*/ 6899598 w 7777150"/>
              <a:gd name="connsiteY174" fmla="*/ 6599089 h 7718664"/>
              <a:gd name="connsiteX175" fmla="*/ 6813249 w 7777150"/>
              <a:gd name="connsiteY175" fmla="*/ 6688418 h 7718664"/>
              <a:gd name="connsiteX176" fmla="*/ 6745897 w 7777150"/>
              <a:gd name="connsiteY176" fmla="*/ 6736215 h 7718664"/>
              <a:gd name="connsiteX177" fmla="*/ 6404257 w 7777150"/>
              <a:gd name="connsiteY177" fmla="*/ 6827757 h 7718664"/>
              <a:gd name="connsiteX178" fmla="*/ 6411273 w 7777150"/>
              <a:gd name="connsiteY178" fmla="*/ 6822407 h 7718664"/>
              <a:gd name="connsiteX179" fmla="*/ 6467849 w 7777150"/>
              <a:gd name="connsiteY179" fmla="*/ 6786676 h 7718664"/>
              <a:gd name="connsiteX180" fmla="*/ 6613749 w 7777150"/>
              <a:gd name="connsiteY180" fmla="*/ 6676507 h 7718664"/>
              <a:gd name="connsiteX181" fmla="*/ 6717966 w 7777150"/>
              <a:gd name="connsiteY181" fmla="*/ 6578245 h 7718664"/>
              <a:gd name="connsiteX182" fmla="*/ 6834091 w 7777150"/>
              <a:gd name="connsiteY182" fmla="*/ 6479986 h 7718664"/>
              <a:gd name="connsiteX183" fmla="*/ 7185447 w 7777150"/>
              <a:gd name="connsiteY183" fmla="*/ 6083964 h 7718664"/>
              <a:gd name="connsiteX184" fmla="*/ 7233801 w 7777150"/>
              <a:gd name="connsiteY184" fmla="*/ 6001764 h 7718664"/>
              <a:gd name="connsiteX185" fmla="*/ 7236067 w 7777150"/>
              <a:gd name="connsiteY185" fmla="*/ 5994637 h 7718664"/>
              <a:gd name="connsiteX186" fmla="*/ 7313485 w 7777150"/>
              <a:gd name="connsiteY186" fmla="*/ 5875533 h 7718664"/>
              <a:gd name="connsiteX187" fmla="*/ 7337306 w 7777150"/>
              <a:gd name="connsiteY187" fmla="*/ 5839802 h 7718664"/>
              <a:gd name="connsiteX188" fmla="*/ 7368979 w 7777150"/>
              <a:gd name="connsiteY188" fmla="*/ 5795871 h 7718664"/>
              <a:gd name="connsiteX189" fmla="*/ 7378992 w 7777150"/>
              <a:gd name="connsiteY189" fmla="*/ 5777274 h 7718664"/>
              <a:gd name="connsiteX190" fmla="*/ 7441520 w 7777150"/>
              <a:gd name="connsiteY190" fmla="*/ 5670081 h 7718664"/>
              <a:gd name="connsiteX191" fmla="*/ 7563603 w 7777150"/>
              <a:gd name="connsiteY191" fmla="*/ 5416984 h 7718664"/>
              <a:gd name="connsiteX192" fmla="*/ 7619804 w 7777150"/>
              <a:gd name="connsiteY192" fmla="*/ 5285970 h 7718664"/>
              <a:gd name="connsiteX193" fmla="*/ 1438185 w 7777150"/>
              <a:gd name="connsiteY193" fmla="*/ 6830951 h 7718664"/>
              <a:gd name="connsiteX194" fmla="*/ 1449489 w 7777150"/>
              <a:gd name="connsiteY194" fmla="*/ 6840648 h 7718664"/>
              <a:gd name="connsiteX195" fmla="*/ 1453350 w 7777150"/>
              <a:gd name="connsiteY195" fmla="*/ 6842615 h 7718664"/>
              <a:gd name="connsiteX196" fmla="*/ 1486096 w 7777150"/>
              <a:gd name="connsiteY196" fmla="*/ 6491655 h 7718664"/>
              <a:gd name="connsiteX197" fmla="*/ 1491992 w 7777150"/>
              <a:gd name="connsiteY197" fmla="*/ 6498836 h 7718664"/>
              <a:gd name="connsiteX198" fmla="*/ 1492288 w 7777150"/>
              <a:gd name="connsiteY198" fmla="*/ 6497852 h 7718664"/>
              <a:gd name="connsiteX199" fmla="*/ 1195061 w 7777150"/>
              <a:gd name="connsiteY199" fmla="*/ 6558794 h 7718664"/>
              <a:gd name="connsiteX200" fmla="*/ 1307518 w 7777150"/>
              <a:gd name="connsiteY200" fmla="*/ 6691203 h 7718664"/>
              <a:gd name="connsiteX201" fmla="*/ 1218350 w 7777150"/>
              <a:gd name="connsiteY201" fmla="*/ 6584200 h 7718664"/>
              <a:gd name="connsiteX202" fmla="*/ 1045653 w 7777150"/>
              <a:gd name="connsiteY202" fmla="*/ 6423410 h 7718664"/>
              <a:gd name="connsiteX203" fmla="*/ 1123070 w 7777150"/>
              <a:gd name="connsiteY203" fmla="*/ 6474031 h 7718664"/>
              <a:gd name="connsiteX204" fmla="*/ 1126871 w 7777150"/>
              <a:gd name="connsiteY204" fmla="*/ 6478507 h 7718664"/>
              <a:gd name="connsiteX205" fmla="*/ 1162149 w 7777150"/>
              <a:gd name="connsiteY205" fmla="*/ 6486313 h 7718664"/>
              <a:gd name="connsiteX206" fmla="*/ 1242171 w 7777150"/>
              <a:gd name="connsiteY206" fmla="*/ 6560379 h 7718664"/>
              <a:gd name="connsiteX207" fmla="*/ 1352343 w 7777150"/>
              <a:gd name="connsiteY207" fmla="*/ 6649708 h 7718664"/>
              <a:gd name="connsiteX208" fmla="*/ 1399985 w 7777150"/>
              <a:gd name="connsiteY208" fmla="*/ 6715214 h 7718664"/>
              <a:gd name="connsiteX209" fmla="*/ 1426782 w 7777150"/>
              <a:gd name="connsiteY209" fmla="*/ 6747970 h 7718664"/>
              <a:gd name="connsiteX210" fmla="*/ 1539930 w 7777150"/>
              <a:gd name="connsiteY210" fmla="*/ 6843252 h 7718664"/>
              <a:gd name="connsiteX211" fmla="*/ 1539890 w 7777150"/>
              <a:gd name="connsiteY211" fmla="*/ 6843288 h 7718664"/>
              <a:gd name="connsiteX212" fmla="*/ 1507178 w 7777150"/>
              <a:gd name="connsiteY212" fmla="*/ 6870049 h 7718664"/>
              <a:gd name="connsiteX213" fmla="*/ 1401804 w 7777150"/>
              <a:gd name="connsiteY213" fmla="*/ 6752965 h 7718664"/>
              <a:gd name="connsiteX214" fmla="*/ 1397009 w 7777150"/>
              <a:gd name="connsiteY214" fmla="*/ 6753924 h 7718664"/>
              <a:gd name="connsiteX215" fmla="*/ 1496727 w 7777150"/>
              <a:gd name="connsiteY215" fmla="*/ 6864723 h 7718664"/>
              <a:gd name="connsiteX216" fmla="*/ 1507178 w 7777150"/>
              <a:gd name="connsiteY216" fmla="*/ 6870049 h 7718664"/>
              <a:gd name="connsiteX217" fmla="*/ 1523554 w 7777150"/>
              <a:gd name="connsiteY217" fmla="*/ 6857768 h 7718664"/>
              <a:gd name="connsiteX218" fmla="*/ 1539890 w 7777150"/>
              <a:gd name="connsiteY218" fmla="*/ 6843288 h 7718664"/>
              <a:gd name="connsiteX219" fmla="*/ 1539933 w 7777150"/>
              <a:gd name="connsiteY219" fmla="*/ 6843252 h 7718664"/>
              <a:gd name="connsiteX220" fmla="*/ 1822803 w 7777150"/>
              <a:gd name="connsiteY220" fmla="*/ 7066570 h 7718664"/>
              <a:gd name="connsiteX221" fmla="*/ 1766230 w 7777150"/>
              <a:gd name="connsiteY221" fmla="*/ 7084436 h 7718664"/>
              <a:gd name="connsiteX222" fmla="*/ 1787072 w 7777150"/>
              <a:gd name="connsiteY222" fmla="*/ 7099325 h 7718664"/>
              <a:gd name="connsiteX223" fmla="*/ 1703699 w 7777150"/>
              <a:gd name="connsiteY223" fmla="*/ 7102302 h 7718664"/>
              <a:gd name="connsiteX224" fmla="*/ 1650102 w 7777150"/>
              <a:gd name="connsiteY224" fmla="*/ 7066570 h 7718664"/>
              <a:gd name="connsiteX225" fmla="*/ 1599485 w 7777150"/>
              <a:gd name="connsiteY225" fmla="*/ 7027863 h 7718664"/>
              <a:gd name="connsiteX226" fmla="*/ 1474426 w 7777150"/>
              <a:gd name="connsiteY226" fmla="*/ 6923646 h 7718664"/>
              <a:gd name="connsiteX227" fmla="*/ 1358298 w 7777150"/>
              <a:gd name="connsiteY227" fmla="*/ 6819431 h 7718664"/>
              <a:gd name="connsiteX228" fmla="*/ 1251105 w 7777150"/>
              <a:gd name="connsiteY228" fmla="*/ 6715214 h 7718664"/>
              <a:gd name="connsiteX229" fmla="*/ 1200487 w 7777150"/>
              <a:gd name="connsiteY229" fmla="*/ 6664597 h 7718664"/>
              <a:gd name="connsiteX230" fmla="*/ 1152846 w 7777150"/>
              <a:gd name="connsiteY230" fmla="*/ 6611000 h 7718664"/>
              <a:gd name="connsiteX231" fmla="*/ 1170712 w 7777150"/>
              <a:gd name="connsiteY231" fmla="*/ 6587180 h 7718664"/>
              <a:gd name="connsiteX232" fmla="*/ 1230264 w 7777150"/>
              <a:gd name="connsiteY232" fmla="*/ 6640776 h 7718664"/>
              <a:gd name="connsiteX233" fmla="*/ 1295770 w 7777150"/>
              <a:gd name="connsiteY233" fmla="*/ 6691393 h 7718664"/>
              <a:gd name="connsiteX234" fmla="*/ 1376164 w 7777150"/>
              <a:gd name="connsiteY234" fmla="*/ 6777746 h 7718664"/>
              <a:gd name="connsiteX235" fmla="*/ 1382998 w 7777150"/>
              <a:gd name="connsiteY235" fmla="*/ 6783606 h 7718664"/>
              <a:gd name="connsiteX236" fmla="*/ 1295770 w 7777150"/>
              <a:gd name="connsiteY236" fmla="*/ 6691393 h 7718664"/>
              <a:gd name="connsiteX237" fmla="*/ 1233240 w 7777150"/>
              <a:gd name="connsiteY237" fmla="*/ 6640776 h 7718664"/>
              <a:gd name="connsiteX238" fmla="*/ 1173688 w 7777150"/>
              <a:gd name="connsiteY238" fmla="*/ 6587179 h 7718664"/>
              <a:gd name="connsiteX239" fmla="*/ 1108180 w 7777150"/>
              <a:gd name="connsiteY239" fmla="*/ 6506783 h 7718664"/>
              <a:gd name="connsiteX240" fmla="*/ 1045653 w 7777150"/>
              <a:gd name="connsiteY240" fmla="*/ 6423410 h 7718664"/>
              <a:gd name="connsiteX241" fmla="*/ 419367 w 7777150"/>
              <a:gd name="connsiteY241" fmla="*/ 2532692 h 7718664"/>
              <a:gd name="connsiteX242" fmla="*/ 420849 w 7777150"/>
              <a:gd name="connsiteY242" fmla="*/ 2533433 h 7718664"/>
              <a:gd name="connsiteX243" fmla="*/ 420989 w 7777150"/>
              <a:gd name="connsiteY243" fmla="*/ 2533017 h 7718664"/>
              <a:gd name="connsiteX244" fmla="*/ 599014 w 7777150"/>
              <a:gd name="connsiteY244" fmla="*/ 2105903 h 7718664"/>
              <a:gd name="connsiteX245" fmla="*/ 533506 w 7777150"/>
              <a:gd name="connsiteY245" fmla="*/ 2227983 h 7718664"/>
              <a:gd name="connsiteX246" fmla="*/ 509686 w 7777150"/>
              <a:gd name="connsiteY246" fmla="*/ 2251804 h 7718664"/>
              <a:gd name="connsiteX247" fmla="*/ 506708 w 7777150"/>
              <a:gd name="connsiteY247" fmla="*/ 2254409 h 7718664"/>
              <a:gd name="connsiteX248" fmla="*/ 506574 w 7777150"/>
              <a:gd name="connsiteY248" fmla="*/ 2254516 h 7718664"/>
              <a:gd name="connsiteX249" fmla="*/ 479910 w 7777150"/>
              <a:gd name="connsiteY249" fmla="*/ 2272649 h 7718664"/>
              <a:gd name="connsiteX250" fmla="*/ 479782 w 7777150"/>
              <a:gd name="connsiteY250" fmla="*/ 2275500 h 7718664"/>
              <a:gd name="connsiteX251" fmla="*/ 474599 w 7777150"/>
              <a:gd name="connsiteY251" fmla="*/ 2389489 h 7718664"/>
              <a:gd name="connsiteX252" fmla="*/ 474749 w 7777150"/>
              <a:gd name="connsiteY252" fmla="*/ 2389217 h 7718664"/>
              <a:gd name="connsiteX253" fmla="*/ 479910 w 7777150"/>
              <a:gd name="connsiteY253" fmla="*/ 2275624 h 7718664"/>
              <a:gd name="connsiteX254" fmla="*/ 506574 w 7777150"/>
              <a:gd name="connsiteY254" fmla="*/ 2254516 h 7718664"/>
              <a:gd name="connsiteX255" fmla="*/ 507824 w 7777150"/>
              <a:gd name="connsiteY255" fmla="*/ 2253665 h 7718664"/>
              <a:gd name="connsiteX256" fmla="*/ 509686 w 7777150"/>
              <a:gd name="connsiteY256" fmla="*/ 2251804 h 7718664"/>
              <a:gd name="connsiteX257" fmla="*/ 533507 w 7777150"/>
              <a:gd name="connsiteY257" fmla="*/ 2230959 h 7718664"/>
              <a:gd name="connsiteX258" fmla="*/ 599014 w 7777150"/>
              <a:gd name="connsiteY258" fmla="*/ 2108879 h 7718664"/>
              <a:gd name="connsiteX259" fmla="*/ 601246 w 7777150"/>
              <a:gd name="connsiteY259" fmla="*/ 2110368 h 7718664"/>
              <a:gd name="connsiteX260" fmla="*/ 602362 w 7777150"/>
              <a:gd name="connsiteY260" fmla="*/ 2108135 h 7718664"/>
              <a:gd name="connsiteX261" fmla="*/ 634742 w 7777150"/>
              <a:gd name="connsiteY261" fmla="*/ 1846851 h 7718664"/>
              <a:gd name="connsiteX262" fmla="*/ 593055 w 7777150"/>
              <a:gd name="connsiteY262" fmla="*/ 1876627 h 7718664"/>
              <a:gd name="connsiteX263" fmla="*/ 530528 w 7777150"/>
              <a:gd name="connsiteY263" fmla="*/ 2007641 h 7718664"/>
              <a:gd name="connsiteX264" fmla="*/ 544832 w 7777150"/>
              <a:gd name="connsiteY264" fmla="*/ 2019086 h 7718664"/>
              <a:gd name="connsiteX265" fmla="*/ 545298 w 7777150"/>
              <a:gd name="connsiteY265" fmla="*/ 2017076 h 7718664"/>
              <a:gd name="connsiteX266" fmla="*/ 533507 w 7777150"/>
              <a:gd name="connsiteY266" fmla="*/ 2007641 h 7718664"/>
              <a:gd name="connsiteX267" fmla="*/ 596034 w 7777150"/>
              <a:gd name="connsiteY267" fmla="*/ 1876627 h 7718664"/>
              <a:gd name="connsiteX268" fmla="*/ 632947 w 7777150"/>
              <a:gd name="connsiteY268" fmla="*/ 1850262 h 7718664"/>
              <a:gd name="connsiteX269" fmla="*/ 864018 w 7777150"/>
              <a:gd name="connsiteY269" fmla="*/ 1677130 h 7718664"/>
              <a:gd name="connsiteX270" fmla="*/ 860257 w 7777150"/>
              <a:gd name="connsiteY270" fmla="*/ 1680141 h 7718664"/>
              <a:gd name="connsiteX271" fmla="*/ 844293 w 7777150"/>
              <a:gd name="connsiteY271" fmla="*/ 1741521 h 7718664"/>
              <a:gd name="connsiteX272" fmla="*/ 834242 w 7777150"/>
              <a:gd name="connsiteY272" fmla="*/ 1772413 h 7718664"/>
              <a:gd name="connsiteX273" fmla="*/ 560303 w 7777150"/>
              <a:gd name="connsiteY273" fmla="*/ 2272649 h 7718664"/>
              <a:gd name="connsiteX274" fmla="*/ 521593 w 7777150"/>
              <a:gd name="connsiteY274" fmla="*/ 2394728 h 7718664"/>
              <a:gd name="connsiteX275" fmla="*/ 485862 w 7777150"/>
              <a:gd name="connsiteY275" fmla="*/ 2519787 h 7718664"/>
              <a:gd name="connsiteX276" fmla="*/ 408444 w 7777150"/>
              <a:gd name="connsiteY276" fmla="*/ 2781816 h 7718664"/>
              <a:gd name="connsiteX277" fmla="*/ 357827 w 7777150"/>
              <a:gd name="connsiteY277" fmla="*/ 2960471 h 7718664"/>
              <a:gd name="connsiteX278" fmla="*/ 334006 w 7777150"/>
              <a:gd name="connsiteY278" fmla="*/ 3094464 h 7718664"/>
              <a:gd name="connsiteX279" fmla="*/ 322096 w 7777150"/>
              <a:gd name="connsiteY279" fmla="*/ 3162947 h 7718664"/>
              <a:gd name="connsiteX280" fmla="*/ 313161 w 7777150"/>
              <a:gd name="connsiteY280" fmla="*/ 3231434 h 7718664"/>
              <a:gd name="connsiteX281" fmla="*/ 286365 w 7777150"/>
              <a:gd name="connsiteY281" fmla="*/ 3416044 h 7718664"/>
              <a:gd name="connsiteX282" fmla="*/ 277431 w 7777150"/>
              <a:gd name="connsiteY282" fmla="*/ 3529193 h 7718664"/>
              <a:gd name="connsiteX283" fmla="*/ 292320 w 7777150"/>
              <a:gd name="connsiteY283" fmla="*/ 3648297 h 7718664"/>
              <a:gd name="connsiteX284" fmla="*/ 299297 w 7777150"/>
              <a:gd name="connsiteY284" fmla="*/ 3583399 h 7718664"/>
              <a:gd name="connsiteX285" fmla="*/ 298275 w 7777150"/>
              <a:gd name="connsiteY285" fmla="*/ 3561945 h 7718664"/>
              <a:gd name="connsiteX286" fmla="*/ 310185 w 7777150"/>
              <a:gd name="connsiteY286" fmla="*/ 3436886 h 7718664"/>
              <a:gd name="connsiteX287" fmla="*/ 336982 w 7777150"/>
              <a:gd name="connsiteY287" fmla="*/ 3252275 h 7718664"/>
              <a:gd name="connsiteX288" fmla="*/ 358237 w 7777150"/>
              <a:gd name="connsiteY288" fmla="*/ 3226770 h 7718664"/>
              <a:gd name="connsiteX289" fmla="*/ 389100 w 7777150"/>
              <a:gd name="connsiteY289" fmla="*/ 3020223 h 7718664"/>
              <a:gd name="connsiteX290" fmla="*/ 387603 w 7777150"/>
              <a:gd name="connsiteY290" fmla="*/ 2984292 h 7718664"/>
              <a:gd name="connsiteX291" fmla="*/ 417019 w 7777150"/>
              <a:gd name="connsiteY291" fmla="*/ 2899960 h 7718664"/>
              <a:gd name="connsiteX292" fmla="*/ 434522 w 7777150"/>
              <a:gd name="connsiteY292" fmla="*/ 2829157 h 7718664"/>
              <a:gd name="connsiteX293" fmla="*/ 429289 w 7777150"/>
              <a:gd name="connsiteY293" fmla="*/ 2841367 h 7718664"/>
              <a:gd name="connsiteX294" fmla="*/ 411424 w 7777150"/>
              <a:gd name="connsiteY294" fmla="*/ 2835412 h 7718664"/>
              <a:gd name="connsiteX295" fmla="*/ 366758 w 7777150"/>
              <a:gd name="connsiteY295" fmla="*/ 2963450 h 7718664"/>
              <a:gd name="connsiteX296" fmla="*/ 369737 w 7777150"/>
              <a:gd name="connsiteY296" fmla="*/ 3034913 h 7718664"/>
              <a:gd name="connsiteX297" fmla="*/ 348893 w 7777150"/>
              <a:gd name="connsiteY297" fmla="*/ 3171882 h 7718664"/>
              <a:gd name="connsiteX298" fmla="*/ 345917 w 7777150"/>
              <a:gd name="connsiteY298" fmla="*/ 3195703 h 7718664"/>
              <a:gd name="connsiteX299" fmla="*/ 316141 w 7777150"/>
              <a:gd name="connsiteY299" fmla="*/ 3231434 h 7718664"/>
              <a:gd name="connsiteX300" fmla="*/ 325072 w 7777150"/>
              <a:gd name="connsiteY300" fmla="*/ 3162947 h 7718664"/>
              <a:gd name="connsiteX301" fmla="*/ 336982 w 7777150"/>
              <a:gd name="connsiteY301" fmla="*/ 3094464 h 7718664"/>
              <a:gd name="connsiteX302" fmla="*/ 360803 w 7777150"/>
              <a:gd name="connsiteY302" fmla="*/ 2960471 h 7718664"/>
              <a:gd name="connsiteX303" fmla="*/ 411424 w 7777150"/>
              <a:gd name="connsiteY303" fmla="*/ 2781816 h 7718664"/>
              <a:gd name="connsiteX304" fmla="*/ 488841 w 7777150"/>
              <a:gd name="connsiteY304" fmla="*/ 2519787 h 7718664"/>
              <a:gd name="connsiteX305" fmla="*/ 524572 w 7777150"/>
              <a:gd name="connsiteY305" fmla="*/ 2394728 h 7718664"/>
              <a:gd name="connsiteX306" fmla="*/ 563280 w 7777150"/>
              <a:gd name="connsiteY306" fmla="*/ 2272649 h 7718664"/>
              <a:gd name="connsiteX307" fmla="*/ 837218 w 7777150"/>
              <a:gd name="connsiteY307" fmla="*/ 1772413 h 7718664"/>
              <a:gd name="connsiteX308" fmla="*/ 864018 w 7777150"/>
              <a:gd name="connsiteY308" fmla="*/ 1677130 h 7718664"/>
              <a:gd name="connsiteX309" fmla="*/ 5842554 w 7777150"/>
              <a:gd name="connsiteY309" fmla="*/ 212154 h 7718664"/>
              <a:gd name="connsiteX310" fmla="*/ 5994410 w 7777150"/>
              <a:gd name="connsiteY310" fmla="*/ 280637 h 7718664"/>
              <a:gd name="connsiteX311" fmla="*/ 6059917 w 7777150"/>
              <a:gd name="connsiteY311" fmla="*/ 334234 h 7718664"/>
              <a:gd name="connsiteX312" fmla="*/ 5914016 w 7777150"/>
              <a:gd name="connsiteY312" fmla="*/ 262772 h 7718664"/>
              <a:gd name="connsiteX313" fmla="*/ 5842554 w 7777150"/>
              <a:gd name="connsiteY313" fmla="*/ 212154 h 7718664"/>
              <a:gd name="connsiteX314" fmla="*/ 917614 w 7777150"/>
              <a:gd name="connsiteY314" fmla="*/ 1379371 h 7718664"/>
              <a:gd name="connsiteX315" fmla="*/ 932501 w 7777150"/>
              <a:gd name="connsiteY315" fmla="*/ 1391281 h 7718664"/>
              <a:gd name="connsiteX316" fmla="*/ 932501 w 7777150"/>
              <a:gd name="connsiteY316" fmla="*/ 1391278 h 7718664"/>
              <a:gd name="connsiteX317" fmla="*/ 917618 w 7777150"/>
              <a:gd name="connsiteY317" fmla="*/ 1379371 h 7718664"/>
              <a:gd name="connsiteX318" fmla="*/ 5364411 w 7777150"/>
              <a:gd name="connsiteY318" fmla="*/ 6459 h 7718664"/>
              <a:gd name="connsiteX319" fmla="*/ 5388519 w 7777150"/>
              <a:gd name="connsiteY319" fmla="*/ 0 h 7718664"/>
              <a:gd name="connsiteX320" fmla="*/ 5400009 w 7777150"/>
              <a:gd name="connsiteY320" fmla="*/ 1487 h 7718664"/>
              <a:gd name="connsiteX321" fmla="*/ 5467377 w 7777150"/>
              <a:gd name="connsiteY321" fmla="*/ 21585 h 7718664"/>
              <a:gd name="connsiteX322" fmla="*/ 5634122 w 7777150"/>
              <a:gd name="connsiteY322" fmla="*/ 104958 h 7718664"/>
              <a:gd name="connsiteX323" fmla="*/ 5377863 w 7777150"/>
              <a:gd name="connsiteY323" fmla="*/ 16189 h 7718664"/>
              <a:gd name="connsiteX324" fmla="*/ 939465 w 7777150"/>
              <a:gd name="connsiteY324" fmla="*/ 1192120 h 7718664"/>
              <a:gd name="connsiteX325" fmla="*/ 989575 w 7777150"/>
              <a:gd name="connsiteY325" fmla="*/ 1178693 h 7718664"/>
              <a:gd name="connsiteX326" fmla="*/ 991590 w 7777150"/>
              <a:gd name="connsiteY326" fmla="*/ 1182987 h 7718664"/>
              <a:gd name="connsiteX327" fmla="*/ 984857 w 7777150"/>
              <a:gd name="connsiteY327" fmla="*/ 1201819 h 7718664"/>
              <a:gd name="connsiteX328" fmla="*/ 1013565 w 7777150"/>
              <a:gd name="connsiteY328" fmla="*/ 1172265 h 7718664"/>
              <a:gd name="connsiteX329" fmla="*/ 1103330 w 7777150"/>
              <a:gd name="connsiteY329" fmla="*/ 1148213 h 7718664"/>
              <a:gd name="connsiteX330" fmla="*/ 1033742 w 7777150"/>
              <a:gd name="connsiteY330" fmla="*/ 1224536 h 7718664"/>
              <a:gd name="connsiteX331" fmla="*/ 1048629 w 7777150"/>
              <a:gd name="connsiteY331" fmla="*/ 1242398 h 7718664"/>
              <a:gd name="connsiteX332" fmla="*/ 1048913 w 7777150"/>
              <a:gd name="connsiteY332" fmla="*/ 1242148 h 7718664"/>
              <a:gd name="connsiteX333" fmla="*/ 1036718 w 7777150"/>
              <a:gd name="connsiteY333" fmla="*/ 1227512 h 7718664"/>
              <a:gd name="connsiteX334" fmla="*/ 1083988 w 7777150"/>
              <a:gd name="connsiteY334" fmla="*/ 1176894 h 7718664"/>
              <a:gd name="connsiteX335" fmla="*/ 1111437 w 7777150"/>
              <a:gd name="connsiteY335" fmla="*/ 1146040 h 7718664"/>
              <a:gd name="connsiteX336" fmla="*/ 1250892 w 7777150"/>
              <a:gd name="connsiteY336" fmla="*/ 1108673 h 7718664"/>
              <a:gd name="connsiteX337" fmla="*/ 1135723 w 7777150"/>
              <a:gd name="connsiteY337" fmla="*/ 1237561 h 7718664"/>
              <a:gd name="connsiteX338" fmla="*/ 893794 w 7777150"/>
              <a:gd name="connsiteY338" fmla="*/ 1552068 h 7718664"/>
              <a:gd name="connsiteX339" fmla="*/ 789577 w 7777150"/>
              <a:gd name="connsiteY339" fmla="*/ 1694992 h 7718664"/>
              <a:gd name="connsiteX340" fmla="*/ 741935 w 7777150"/>
              <a:gd name="connsiteY340" fmla="*/ 1781344 h 7718664"/>
              <a:gd name="connsiteX341" fmla="*/ 694294 w 7777150"/>
              <a:gd name="connsiteY341" fmla="*/ 1861738 h 7718664"/>
              <a:gd name="connsiteX342" fmla="*/ 604966 w 7777150"/>
              <a:gd name="connsiteY342" fmla="*/ 2028483 h 7718664"/>
              <a:gd name="connsiteX343" fmla="*/ 507798 w 7777150"/>
              <a:gd name="connsiteY343" fmla="*/ 2181601 h 7718664"/>
              <a:gd name="connsiteX344" fmla="*/ 506706 w 7777150"/>
              <a:gd name="connsiteY344" fmla="*/ 2186297 h 7718664"/>
              <a:gd name="connsiteX345" fmla="*/ 473952 w 7777150"/>
              <a:gd name="connsiteY345" fmla="*/ 2275625 h 7718664"/>
              <a:gd name="connsiteX346" fmla="*/ 450131 w 7777150"/>
              <a:gd name="connsiteY346" fmla="*/ 2317311 h 7718664"/>
              <a:gd name="connsiteX347" fmla="*/ 444176 w 7777150"/>
              <a:gd name="connsiteY347" fmla="*/ 2323266 h 7718664"/>
              <a:gd name="connsiteX348" fmla="*/ 417751 w 7777150"/>
              <a:gd name="connsiteY348" fmla="*/ 2411106 h 7718664"/>
              <a:gd name="connsiteX349" fmla="*/ 411424 w 7777150"/>
              <a:gd name="connsiteY349" fmla="*/ 2463215 h 7718664"/>
              <a:gd name="connsiteX350" fmla="*/ 405469 w 7777150"/>
              <a:gd name="connsiteY350" fmla="*/ 2537653 h 7718664"/>
              <a:gd name="connsiteX351" fmla="*/ 363782 w 7777150"/>
              <a:gd name="connsiteY351" fmla="*/ 2659736 h 7718664"/>
              <a:gd name="connsiteX352" fmla="*/ 325072 w 7777150"/>
              <a:gd name="connsiteY352" fmla="*/ 2781816 h 7718664"/>
              <a:gd name="connsiteX353" fmla="*/ 283386 w 7777150"/>
              <a:gd name="connsiteY353" fmla="*/ 2960471 h 7718664"/>
              <a:gd name="connsiteX354" fmla="*/ 259565 w 7777150"/>
              <a:gd name="connsiteY354" fmla="*/ 3124240 h 7718664"/>
              <a:gd name="connsiteX355" fmla="*/ 244678 w 7777150"/>
              <a:gd name="connsiteY355" fmla="*/ 3288006 h 7718664"/>
              <a:gd name="connsiteX356" fmla="*/ 265520 w 7777150"/>
              <a:gd name="connsiteY356" fmla="*/ 3174858 h 7718664"/>
              <a:gd name="connsiteX357" fmla="*/ 267452 w 7777150"/>
              <a:gd name="connsiteY357" fmla="*/ 3165520 h 7718664"/>
              <a:gd name="connsiteX358" fmla="*/ 271475 w 7777150"/>
              <a:gd name="connsiteY358" fmla="*/ 3121261 h 7718664"/>
              <a:gd name="connsiteX359" fmla="*/ 295296 w 7777150"/>
              <a:gd name="connsiteY359" fmla="*/ 2957495 h 7718664"/>
              <a:gd name="connsiteX360" fmla="*/ 302755 w 7777150"/>
              <a:gd name="connsiteY360" fmla="*/ 2959983 h 7718664"/>
              <a:gd name="connsiteX361" fmla="*/ 303402 w 7777150"/>
              <a:gd name="connsiteY361" fmla="*/ 2957217 h 7718664"/>
              <a:gd name="connsiteX362" fmla="*/ 295299 w 7777150"/>
              <a:gd name="connsiteY362" fmla="*/ 2954516 h 7718664"/>
              <a:gd name="connsiteX363" fmla="*/ 336986 w 7777150"/>
              <a:gd name="connsiteY363" fmla="*/ 2775860 h 7718664"/>
              <a:gd name="connsiteX364" fmla="*/ 375693 w 7777150"/>
              <a:gd name="connsiteY364" fmla="*/ 2653777 h 7718664"/>
              <a:gd name="connsiteX365" fmla="*/ 417188 w 7777150"/>
              <a:gd name="connsiteY365" fmla="*/ 2532257 h 7718664"/>
              <a:gd name="connsiteX366" fmla="*/ 414403 w 7777150"/>
              <a:gd name="connsiteY366" fmla="*/ 2531698 h 7718664"/>
              <a:gd name="connsiteX367" fmla="*/ 420358 w 7777150"/>
              <a:gd name="connsiteY367" fmla="*/ 2457259 h 7718664"/>
              <a:gd name="connsiteX368" fmla="*/ 453110 w 7777150"/>
              <a:gd name="connsiteY368" fmla="*/ 2317311 h 7718664"/>
              <a:gd name="connsiteX369" fmla="*/ 476931 w 7777150"/>
              <a:gd name="connsiteY369" fmla="*/ 2275625 h 7718664"/>
              <a:gd name="connsiteX370" fmla="*/ 477731 w 7777150"/>
              <a:gd name="connsiteY370" fmla="*/ 2273449 h 7718664"/>
              <a:gd name="connsiteX371" fmla="*/ 509686 w 7777150"/>
              <a:gd name="connsiteY371" fmla="*/ 2186297 h 7718664"/>
              <a:gd name="connsiteX372" fmla="*/ 607945 w 7777150"/>
              <a:gd name="connsiteY372" fmla="*/ 2031462 h 7718664"/>
              <a:gd name="connsiteX373" fmla="*/ 697273 w 7777150"/>
              <a:gd name="connsiteY373" fmla="*/ 1864717 h 7718664"/>
              <a:gd name="connsiteX374" fmla="*/ 744914 w 7777150"/>
              <a:gd name="connsiteY374" fmla="*/ 1784323 h 7718664"/>
              <a:gd name="connsiteX375" fmla="*/ 792556 w 7777150"/>
              <a:gd name="connsiteY375" fmla="*/ 1697972 h 7718664"/>
              <a:gd name="connsiteX376" fmla="*/ 896773 w 7777150"/>
              <a:gd name="connsiteY376" fmla="*/ 1555047 h 7718664"/>
              <a:gd name="connsiteX377" fmla="*/ 1138702 w 7777150"/>
              <a:gd name="connsiteY377" fmla="*/ 1239423 h 7718664"/>
              <a:gd name="connsiteX378" fmla="*/ 1257734 w 7777150"/>
              <a:gd name="connsiteY378" fmla="*/ 1106840 h 7718664"/>
              <a:gd name="connsiteX379" fmla="*/ 1346684 w 7777150"/>
              <a:gd name="connsiteY379" fmla="*/ 1083006 h 7718664"/>
              <a:gd name="connsiteX380" fmla="*/ 1309169 w 7777150"/>
              <a:gd name="connsiteY380" fmla="*/ 1125903 h 7718664"/>
              <a:gd name="connsiteX381" fmla="*/ 1218353 w 7777150"/>
              <a:gd name="connsiteY381" fmla="*/ 1236446 h 7718664"/>
              <a:gd name="connsiteX382" fmla="*/ 1167733 w 7777150"/>
              <a:gd name="connsiteY382" fmla="*/ 1295998 h 7718664"/>
              <a:gd name="connsiteX383" fmla="*/ 1117115 w 7777150"/>
              <a:gd name="connsiteY383" fmla="*/ 1358526 h 7718664"/>
              <a:gd name="connsiteX384" fmla="*/ 893284 w 7777150"/>
              <a:gd name="connsiteY384" fmla="*/ 1605921 h 7718664"/>
              <a:gd name="connsiteX385" fmla="*/ 1120091 w 7777150"/>
              <a:gd name="connsiteY385" fmla="*/ 1355550 h 7718664"/>
              <a:gd name="connsiteX386" fmla="*/ 1170708 w 7777150"/>
              <a:gd name="connsiteY386" fmla="*/ 1293019 h 7718664"/>
              <a:gd name="connsiteX387" fmla="*/ 1221329 w 7777150"/>
              <a:gd name="connsiteY387" fmla="*/ 1233467 h 7718664"/>
              <a:gd name="connsiteX388" fmla="*/ 1312145 w 7777150"/>
              <a:gd name="connsiteY388" fmla="*/ 1124040 h 7718664"/>
              <a:gd name="connsiteX389" fmla="*/ 1347941 w 7777150"/>
              <a:gd name="connsiteY389" fmla="*/ 1082669 h 7718664"/>
              <a:gd name="connsiteX390" fmla="*/ 5198604 w 7777150"/>
              <a:gd name="connsiteY390" fmla="*/ 50887 h 7718664"/>
              <a:gd name="connsiteX391" fmla="*/ 5220239 w 7777150"/>
              <a:gd name="connsiteY391" fmla="*/ 57319 h 7718664"/>
              <a:gd name="connsiteX392" fmla="*/ 5273835 w 7777150"/>
              <a:gd name="connsiteY392" fmla="*/ 72206 h 7718664"/>
              <a:gd name="connsiteX393" fmla="*/ 5327432 w 7777150"/>
              <a:gd name="connsiteY393" fmla="*/ 90071 h 7718664"/>
              <a:gd name="connsiteX394" fmla="*/ 5328122 w 7777150"/>
              <a:gd name="connsiteY394" fmla="*/ 90703 h 7718664"/>
              <a:gd name="connsiteX395" fmla="*/ 5366558 w 7777150"/>
              <a:gd name="connsiteY395" fmla="*/ 97330 h 7718664"/>
              <a:gd name="connsiteX396" fmla="*/ 5459700 w 7777150"/>
              <a:gd name="connsiteY396" fmla="*/ 131942 h 7718664"/>
              <a:gd name="connsiteX397" fmla="*/ 5472710 w 7777150"/>
              <a:gd name="connsiteY397" fmla="*/ 151655 h 7718664"/>
              <a:gd name="connsiteX398" fmla="*/ 5476311 w 7777150"/>
              <a:gd name="connsiteY398" fmla="*/ 152602 h 7718664"/>
              <a:gd name="connsiteX399" fmla="*/ 5559684 w 7777150"/>
              <a:gd name="connsiteY399" fmla="*/ 185354 h 7718664"/>
              <a:gd name="connsiteX400" fmla="*/ 5631147 w 7777150"/>
              <a:gd name="connsiteY400" fmla="*/ 215130 h 7718664"/>
              <a:gd name="connsiteX401" fmla="*/ 5702608 w 7777150"/>
              <a:gd name="connsiteY401" fmla="*/ 247885 h 7718664"/>
              <a:gd name="connsiteX402" fmla="*/ 5756205 w 7777150"/>
              <a:gd name="connsiteY402" fmla="*/ 277661 h 7718664"/>
              <a:gd name="connsiteX403" fmla="*/ 5791937 w 7777150"/>
              <a:gd name="connsiteY403" fmla="*/ 295527 h 7718664"/>
              <a:gd name="connsiteX404" fmla="*/ 5830644 w 7777150"/>
              <a:gd name="connsiteY404" fmla="*/ 316368 h 7718664"/>
              <a:gd name="connsiteX405" fmla="*/ 5961658 w 7777150"/>
              <a:gd name="connsiteY405" fmla="*/ 390810 h 7718664"/>
              <a:gd name="connsiteX406" fmla="*/ 6128403 w 7777150"/>
              <a:gd name="connsiteY406" fmla="*/ 498003 h 7718664"/>
              <a:gd name="connsiteX407" fmla="*/ 6214755 w 7777150"/>
              <a:gd name="connsiteY407" fmla="*/ 557555 h 7718664"/>
              <a:gd name="connsiteX408" fmla="*/ 6217256 w 7777150"/>
              <a:gd name="connsiteY408" fmla="*/ 559340 h 7718664"/>
              <a:gd name="connsiteX409" fmla="*/ 6261383 w 7777150"/>
              <a:gd name="connsiteY409" fmla="*/ 586149 h 7718664"/>
              <a:gd name="connsiteX410" fmla="*/ 6417221 w 7777150"/>
              <a:gd name="connsiteY410" fmla="*/ 698379 h 7718664"/>
              <a:gd name="connsiteX411" fmla="*/ 7635473 w 7777150"/>
              <a:gd name="connsiteY411" fmla="*/ 5244954 h 7718664"/>
              <a:gd name="connsiteX412" fmla="*/ 7555824 w 7777150"/>
              <a:gd name="connsiteY412" fmla="*/ 5419713 h 7718664"/>
              <a:gd name="connsiteX413" fmla="*/ 7459513 w 7777150"/>
              <a:gd name="connsiteY413" fmla="*/ 5603611 h 7718664"/>
              <a:gd name="connsiteX414" fmla="*/ 7432760 w 7777150"/>
              <a:gd name="connsiteY414" fmla="*/ 5645910 h 7718664"/>
              <a:gd name="connsiteX415" fmla="*/ 7432588 w 7777150"/>
              <a:gd name="connsiteY415" fmla="*/ 5646260 h 7718664"/>
              <a:gd name="connsiteX416" fmla="*/ 7370057 w 7777150"/>
              <a:gd name="connsiteY416" fmla="*/ 5753453 h 7718664"/>
              <a:gd name="connsiteX417" fmla="*/ 7307530 w 7777150"/>
              <a:gd name="connsiteY417" fmla="*/ 5869581 h 7718664"/>
              <a:gd name="connsiteX418" fmla="*/ 7236067 w 7777150"/>
              <a:gd name="connsiteY418" fmla="*/ 5958909 h 7718664"/>
              <a:gd name="connsiteX419" fmla="*/ 7176515 w 7777150"/>
              <a:gd name="connsiteY419" fmla="*/ 6060147 h 7718664"/>
              <a:gd name="connsiteX420" fmla="*/ 6825159 w 7777150"/>
              <a:gd name="connsiteY420" fmla="*/ 6456166 h 7718664"/>
              <a:gd name="connsiteX421" fmla="*/ 6709032 w 7777150"/>
              <a:gd name="connsiteY421" fmla="*/ 6554427 h 7718664"/>
              <a:gd name="connsiteX422" fmla="*/ 6697890 w 7777150"/>
              <a:gd name="connsiteY422" fmla="*/ 6562899 h 7718664"/>
              <a:gd name="connsiteX423" fmla="*/ 6693086 w 7777150"/>
              <a:gd name="connsiteY423" fmla="*/ 6567763 h 7718664"/>
              <a:gd name="connsiteX424" fmla="*/ 6644525 w 7777150"/>
              <a:gd name="connsiteY424" fmla="*/ 6607349 h 7718664"/>
              <a:gd name="connsiteX425" fmla="*/ 6604818 w 7777150"/>
              <a:gd name="connsiteY425" fmla="*/ 6652687 h 7718664"/>
              <a:gd name="connsiteX426" fmla="*/ 6458914 w 7777150"/>
              <a:gd name="connsiteY426" fmla="*/ 6762859 h 7718664"/>
              <a:gd name="connsiteX427" fmla="*/ 6436053 w 7777150"/>
              <a:gd name="connsiteY427" fmla="*/ 6777302 h 7718664"/>
              <a:gd name="connsiteX428" fmla="*/ 6373957 w 7777150"/>
              <a:gd name="connsiteY428" fmla="*/ 6827922 h 7718664"/>
              <a:gd name="connsiteX429" fmla="*/ 6364991 w 7777150"/>
              <a:gd name="connsiteY429" fmla="*/ 6833746 h 7718664"/>
              <a:gd name="connsiteX430" fmla="*/ 6358255 w 7777150"/>
              <a:gd name="connsiteY430" fmla="*/ 6840083 h 7718664"/>
              <a:gd name="connsiteX431" fmla="*/ 3387117 w 7777150"/>
              <a:gd name="connsiteY431" fmla="*/ 7636198 h 7718664"/>
              <a:gd name="connsiteX432" fmla="*/ 3347331 w 7777150"/>
              <a:gd name="connsiteY432" fmla="*/ 7629337 h 7718664"/>
              <a:gd name="connsiteX433" fmla="*/ 3266937 w 7777150"/>
              <a:gd name="connsiteY433" fmla="*/ 7614450 h 7718664"/>
              <a:gd name="connsiteX434" fmla="*/ 2942378 w 7777150"/>
              <a:gd name="connsiteY434" fmla="*/ 7531078 h 7718664"/>
              <a:gd name="connsiteX435" fmla="*/ 2778612 w 7777150"/>
              <a:gd name="connsiteY435" fmla="*/ 7483437 h 7718664"/>
              <a:gd name="connsiteX436" fmla="*/ 2730970 w 7777150"/>
              <a:gd name="connsiteY436" fmla="*/ 7441750 h 7718664"/>
              <a:gd name="connsiteX437" fmla="*/ 2620798 w 7777150"/>
              <a:gd name="connsiteY437" fmla="*/ 7420906 h 7718664"/>
              <a:gd name="connsiteX438" fmla="*/ 2457032 w 7777150"/>
              <a:gd name="connsiteY438" fmla="*/ 7337533 h 7718664"/>
              <a:gd name="connsiteX439" fmla="*/ 2409390 w 7777150"/>
              <a:gd name="connsiteY439" fmla="*/ 7340512 h 7718664"/>
              <a:gd name="connsiteX440" fmla="*/ 2239666 w 7777150"/>
              <a:gd name="connsiteY440" fmla="*/ 7254160 h 7718664"/>
              <a:gd name="connsiteX441" fmla="*/ 2209890 w 7777150"/>
              <a:gd name="connsiteY441" fmla="*/ 7200563 h 7718664"/>
              <a:gd name="connsiteX442" fmla="*/ 2215845 w 7777150"/>
              <a:gd name="connsiteY442" fmla="*/ 7197588 h 7718664"/>
              <a:gd name="connsiteX443" fmla="*/ 2320063 w 7777150"/>
              <a:gd name="connsiteY443" fmla="*/ 7254160 h 7718664"/>
              <a:gd name="connsiteX444" fmla="*/ 2424277 w 7777150"/>
              <a:gd name="connsiteY444" fmla="*/ 7310736 h 7718664"/>
              <a:gd name="connsiteX445" fmla="*/ 2454053 w 7777150"/>
              <a:gd name="connsiteY445" fmla="*/ 7292870 h 7718664"/>
              <a:gd name="connsiteX446" fmla="*/ 2331973 w 7777150"/>
              <a:gd name="connsiteY446" fmla="*/ 7212474 h 7718664"/>
              <a:gd name="connsiteX447" fmla="*/ 2230735 w 7777150"/>
              <a:gd name="connsiteY447" fmla="*/ 7167811 h 7718664"/>
              <a:gd name="connsiteX448" fmla="*/ 2090786 w 7777150"/>
              <a:gd name="connsiteY448" fmla="*/ 7087415 h 7718664"/>
              <a:gd name="connsiteX449" fmla="*/ 1971682 w 7777150"/>
              <a:gd name="connsiteY449" fmla="*/ 7009998 h 7718664"/>
              <a:gd name="connsiteX450" fmla="*/ 1784096 w 7777150"/>
              <a:gd name="connsiteY450" fmla="*/ 6929604 h 7718664"/>
              <a:gd name="connsiteX451" fmla="*/ 1712634 w 7777150"/>
              <a:gd name="connsiteY451" fmla="*/ 6870053 h 7718664"/>
              <a:gd name="connsiteX452" fmla="*/ 1727520 w 7777150"/>
              <a:gd name="connsiteY452" fmla="*/ 6864097 h 7718664"/>
              <a:gd name="connsiteX453" fmla="*/ 1798982 w 7777150"/>
              <a:gd name="connsiteY453" fmla="*/ 6884939 h 7718664"/>
              <a:gd name="connsiteX454" fmla="*/ 1650103 w 7777150"/>
              <a:gd name="connsiteY454" fmla="*/ 6730104 h 7718664"/>
              <a:gd name="connsiteX455" fmla="*/ 1566730 w 7777150"/>
              <a:gd name="connsiteY455" fmla="*/ 6661621 h 7718664"/>
              <a:gd name="connsiteX456" fmla="*/ 1489312 w 7777150"/>
              <a:gd name="connsiteY456" fmla="*/ 6593135 h 7718664"/>
              <a:gd name="connsiteX457" fmla="*/ 1391053 w 7777150"/>
              <a:gd name="connsiteY457" fmla="*/ 6512741 h 7718664"/>
              <a:gd name="connsiteX458" fmla="*/ 1248129 w 7777150"/>
              <a:gd name="connsiteY458" fmla="*/ 6354927 h 7718664"/>
              <a:gd name="connsiteX459" fmla="*/ 1238322 w 7777150"/>
              <a:gd name="connsiteY459" fmla="*/ 6324279 h 7718664"/>
              <a:gd name="connsiteX460" fmla="*/ 1209418 w 7777150"/>
              <a:gd name="connsiteY460" fmla="*/ 6295375 h 7718664"/>
              <a:gd name="connsiteX461" fmla="*/ 1111160 w 7777150"/>
              <a:gd name="connsiteY461" fmla="*/ 6188182 h 7718664"/>
              <a:gd name="connsiteX462" fmla="*/ 1099249 w 7777150"/>
              <a:gd name="connsiteY462" fmla="*/ 6134585 h 7718664"/>
              <a:gd name="connsiteX463" fmla="*/ 1060539 w 7777150"/>
              <a:gd name="connsiteY463" fmla="*/ 6080988 h 7718664"/>
              <a:gd name="connsiteX464" fmla="*/ 1055928 w 7777150"/>
              <a:gd name="connsiteY464" fmla="*/ 6073758 h 7718664"/>
              <a:gd name="connsiteX465" fmla="*/ 1009918 w 7777150"/>
              <a:gd name="connsiteY465" fmla="*/ 6042278 h 7718664"/>
              <a:gd name="connsiteX466" fmla="*/ 920590 w 7777150"/>
              <a:gd name="connsiteY466" fmla="*/ 5914243 h 7718664"/>
              <a:gd name="connsiteX467" fmla="*/ 869973 w 7777150"/>
              <a:gd name="connsiteY467" fmla="*/ 5795139 h 7718664"/>
              <a:gd name="connsiteX468" fmla="*/ 864018 w 7777150"/>
              <a:gd name="connsiteY468" fmla="*/ 5795140 h 7718664"/>
              <a:gd name="connsiteX469" fmla="*/ 795535 w 7777150"/>
              <a:gd name="connsiteY469" fmla="*/ 5664126 h 7718664"/>
              <a:gd name="connsiteX470" fmla="*/ 730028 w 7777150"/>
              <a:gd name="connsiteY470" fmla="*/ 5533111 h 7718664"/>
              <a:gd name="connsiteX471" fmla="*/ 661541 w 7777150"/>
              <a:gd name="connsiteY471" fmla="*/ 5381255 h 7718664"/>
              <a:gd name="connsiteX472" fmla="*/ 599014 w 7777150"/>
              <a:gd name="connsiteY472" fmla="*/ 5226421 h 7718664"/>
              <a:gd name="connsiteX473" fmla="*/ 661541 w 7777150"/>
              <a:gd name="connsiteY473" fmla="*/ 5330635 h 7718664"/>
              <a:gd name="connsiteX474" fmla="*/ 724073 w 7777150"/>
              <a:gd name="connsiteY474" fmla="*/ 5461649 h 7718664"/>
              <a:gd name="connsiteX475" fmla="*/ 744914 w 7777150"/>
              <a:gd name="connsiteY475" fmla="*/ 5533112 h 7718664"/>
              <a:gd name="connsiteX476" fmla="*/ 753530 w 7777150"/>
              <a:gd name="connsiteY476" fmla="*/ 5545744 h 7718664"/>
              <a:gd name="connsiteX477" fmla="*/ 742926 w 7777150"/>
              <a:gd name="connsiteY477" fmla="*/ 5490615 h 7718664"/>
              <a:gd name="connsiteX478" fmla="*/ 715276 w 7777150"/>
              <a:gd name="connsiteY478" fmla="*/ 5440433 h 7718664"/>
              <a:gd name="connsiteX479" fmla="*/ 670266 w 7777150"/>
              <a:gd name="connsiteY479" fmla="*/ 5339222 h 7718664"/>
              <a:gd name="connsiteX480" fmla="*/ 616876 w 7777150"/>
              <a:gd name="connsiteY480" fmla="*/ 5250239 h 7718664"/>
              <a:gd name="connsiteX481" fmla="*/ 551369 w 7777150"/>
              <a:gd name="connsiteY481" fmla="*/ 5071583 h 7718664"/>
              <a:gd name="connsiteX482" fmla="*/ 495246 w 7777150"/>
              <a:gd name="connsiteY482" fmla="*/ 4888441 h 7718664"/>
              <a:gd name="connsiteX483" fmla="*/ 476818 w 7777150"/>
              <a:gd name="connsiteY483" fmla="*/ 4835054 h 7718664"/>
              <a:gd name="connsiteX484" fmla="*/ 396553 w 7777150"/>
              <a:gd name="connsiteY484" fmla="*/ 4514668 h 7718664"/>
              <a:gd name="connsiteX485" fmla="*/ 361056 w 7777150"/>
              <a:gd name="connsiteY485" fmla="*/ 4282085 h 7718664"/>
              <a:gd name="connsiteX486" fmla="*/ 360803 w 7777150"/>
              <a:gd name="connsiteY486" fmla="*/ 4288478 h 7718664"/>
              <a:gd name="connsiteX487" fmla="*/ 363782 w 7777150"/>
              <a:gd name="connsiteY487" fmla="*/ 4336119 h 7718664"/>
              <a:gd name="connsiteX488" fmla="*/ 378669 w 7777150"/>
              <a:gd name="connsiteY488" fmla="*/ 4446292 h 7718664"/>
              <a:gd name="connsiteX489" fmla="*/ 396534 w 7777150"/>
              <a:gd name="connsiteY489" fmla="*/ 4559440 h 7718664"/>
              <a:gd name="connsiteX490" fmla="*/ 366758 w 7777150"/>
              <a:gd name="connsiteY490" fmla="*/ 4461178 h 7718664"/>
              <a:gd name="connsiteX491" fmla="*/ 345917 w 7777150"/>
              <a:gd name="connsiteY491" fmla="*/ 4336119 h 7718664"/>
              <a:gd name="connsiteX492" fmla="*/ 322096 w 7777150"/>
              <a:gd name="connsiteY492" fmla="*/ 4336119 h 7718664"/>
              <a:gd name="connsiteX493" fmla="*/ 307206 w 7777150"/>
              <a:gd name="connsiteY493" fmla="*/ 4222971 h 7718664"/>
              <a:gd name="connsiteX494" fmla="*/ 286365 w 7777150"/>
              <a:gd name="connsiteY494" fmla="*/ 4151508 h 7718664"/>
              <a:gd name="connsiteX495" fmla="*/ 268499 w 7777150"/>
              <a:gd name="connsiteY495" fmla="*/ 4083025 h 7718664"/>
              <a:gd name="connsiteX496" fmla="*/ 217878 w 7777150"/>
              <a:gd name="connsiteY496" fmla="*/ 4029428 h 7718664"/>
              <a:gd name="connsiteX497" fmla="*/ 202992 w 7777150"/>
              <a:gd name="connsiteY497" fmla="*/ 4029429 h 7718664"/>
              <a:gd name="connsiteX498" fmla="*/ 188103 w 7777150"/>
              <a:gd name="connsiteY498" fmla="*/ 3954987 h 7718664"/>
              <a:gd name="connsiteX499" fmla="*/ 182148 w 7777150"/>
              <a:gd name="connsiteY499" fmla="*/ 3859704 h 7718664"/>
              <a:gd name="connsiteX500" fmla="*/ 194058 w 7777150"/>
              <a:gd name="connsiteY500" fmla="*/ 3725714 h 7718664"/>
              <a:gd name="connsiteX501" fmla="*/ 200013 w 7777150"/>
              <a:gd name="connsiteY501" fmla="*/ 3678073 h 7718664"/>
              <a:gd name="connsiteX502" fmla="*/ 210154 w 7777150"/>
              <a:gd name="connsiteY502" fmla="*/ 3645396 h 7718664"/>
              <a:gd name="connsiteX503" fmla="*/ 205224 w 7777150"/>
              <a:gd name="connsiteY503" fmla="*/ 3570879 h 7718664"/>
              <a:gd name="connsiteX504" fmla="*/ 211924 w 7777150"/>
              <a:gd name="connsiteY504" fmla="*/ 3460707 h 7718664"/>
              <a:gd name="connsiteX505" fmla="*/ 223834 w 7777150"/>
              <a:gd name="connsiteY505" fmla="*/ 3438377 h 7718664"/>
              <a:gd name="connsiteX506" fmla="*/ 223834 w 7777150"/>
              <a:gd name="connsiteY506" fmla="*/ 3424976 h 7718664"/>
              <a:gd name="connsiteX507" fmla="*/ 200013 w 7777150"/>
              <a:gd name="connsiteY507" fmla="*/ 3469641 h 7718664"/>
              <a:gd name="connsiteX508" fmla="*/ 179171 w 7777150"/>
              <a:gd name="connsiteY508" fmla="*/ 3439865 h 7718664"/>
              <a:gd name="connsiteX509" fmla="*/ 140461 w 7777150"/>
              <a:gd name="connsiteY509" fmla="*/ 3386268 h 7718664"/>
              <a:gd name="connsiteX510" fmla="*/ 133390 w 7777150"/>
              <a:gd name="connsiteY510" fmla="*/ 3343838 h 7718664"/>
              <a:gd name="connsiteX511" fmla="*/ 131530 w 7777150"/>
              <a:gd name="connsiteY511" fmla="*/ 3347558 h 7718664"/>
              <a:gd name="connsiteX512" fmla="*/ 119620 w 7777150"/>
              <a:gd name="connsiteY512" fmla="*/ 3466662 h 7718664"/>
              <a:gd name="connsiteX513" fmla="*/ 110685 w 7777150"/>
              <a:gd name="connsiteY513" fmla="*/ 3585766 h 7718664"/>
              <a:gd name="connsiteX514" fmla="*/ 101754 w 7777150"/>
              <a:gd name="connsiteY514" fmla="*/ 3678073 h 7718664"/>
              <a:gd name="connsiteX515" fmla="*/ 101754 w 7777150"/>
              <a:gd name="connsiteY515" fmla="*/ 3868635 h 7718664"/>
              <a:gd name="connsiteX516" fmla="*/ 104730 w 7777150"/>
              <a:gd name="connsiteY516" fmla="*/ 3966898 h 7718664"/>
              <a:gd name="connsiteX517" fmla="*/ 110685 w 7777150"/>
              <a:gd name="connsiteY517" fmla="*/ 4065157 h 7718664"/>
              <a:gd name="connsiteX518" fmla="*/ 83888 w 7777150"/>
              <a:gd name="connsiteY518" fmla="*/ 4157464 h 7718664"/>
              <a:gd name="connsiteX519" fmla="*/ 77933 w 7777150"/>
              <a:gd name="connsiteY519" fmla="*/ 4157464 h 7718664"/>
              <a:gd name="connsiteX520" fmla="*/ 60068 w 7777150"/>
              <a:gd name="connsiteY520" fmla="*/ 3978808 h 7718664"/>
              <a:gd name="connsiteX521" fmla="*/ 60068 w 7777150"/>
              <a:gd name="connsiteY521" fmla="*/ 3794197 h 7718664"/>
              <a:gd name="connsiteX522" fmla="*/ 74954 w 7777150"/>
              <a:gd name="connsiteY522" fmla="*/ 3651272 h 7718664"/>
              <a:gd name="connsiteX523" fmla="*/ 101742 w 7777150"/>
              <a:gd name="connsiteY523" fmla="*/ 3678057 h 7718664"/>
              <a:gd name="connsiteX524" fmla="*/ 77933 w 7777150"/>
              <a:gd name="connsiteY524" fmla="*/ 3648296 h 7718664"/>
              <a:gd name="connsiteX525" fmla="*/ 71978 w 7777150"/>
              <a:gd name="connsiteY525" fmla="*/ 3541103 h 7718664"/>
              <a:gd name="connsiteX526" fmla="*/ 77933 w 7777150"/>
              <a:gd name="connsiteY526" fmla="*/ 3377334 h 7718664"/>
              <a:gd name="connsiteX527" fmla="*/ 80909 w 7777150"/>
              <a:gd name="connsiteY527" fmla="*/ 3332672 h 7718664"/>
              <a:gd name="connsiteX528" fmla="*/ 89844 w 7777150"/>
              <a:gd name="connsiteY528" fmla="*/ 3258230 h 7718664"/>
              <a:gd name="connsiteX529" fmla="*/ 125575 w 7777150"/>
              <a:gd name="connsiteY529" fmla="*/ 3124240 h 7718664"/>
              <a:gd name="connsiteX530" fmla="*/ 143378 w 7777150"/>
              <a:gd name="connsiteY530" fmla="*/ 3035228 h 7718664"/>
              <a:gd name="connsiteX531" fmla="*/ 137485 w 7777150"/>
              <a:gd name="connsiteY531" fmla="*/ 3014068 h 7718664"/>
              <a:gd name="connsiteX532" fmla="*/ 116640 w 7777150"/>
              <a:gd name="connsiteY532" fmla="*/ 3133172 h 7718664"/>
              <a:gd name="connsiteX533" fmla="*/ 80910 w 7777150"/>
              <a:gd name="connsiteY533" fmla="*/ 3267165 h 7718664"/>
              <a:gd name="connsiteX534" fmla="*/ 71978 w 7777150"/>
              <a:gd name="connsiteY534" fmla="*/ 3341603 h 7718664"/>
              <a:gd name="connsiteX535" fmla="*/ 68999 w 7777150"/>
              <a:gd name="connsiteY535" fmla="*/ 3386268 h 7718664"/>
              <a:gd name="connsiteX536" fmla="*/ 63044 w 7777150"/>
              <a:gd name="connsiteY536" fmla="*/ 3550035 h 7718664"/>
              <a:gd name="connsiteX537" fmla="*/ 68999 w 7777150"/>
              <a:gd name="connsiteY537" fmla="*/ 3657228 h 7718664"/>
              <a:gd name="connsiteX538" fmla="*/ 54113 w 7777150"/>
              <a:gd name="connsiteY538" fmla="*/ 3800152 h 7718664"/>
              <a:gd name="connsiteX539" fmla="*/ 54112 w 7777150"/>
              <a:gd name="connsiteY539" fmla="*/ 3984763 h 7718664"/>
              <a:gd name="connsiteX540" fmla="*/ 71978 w 7777150"/>
              <a:gd name="connsiteY540" fmla="*/ 4163419 h 7718664"/>
              <a:gd name="connsiteX541" fmla="*/ 77933 w 7777150"/>
              <a:gd name="connsiteY541" fmla="*/ 4163419 h 7718664"/>
              <a:gd name="connsiteX542" fmla="*/ 116640 w 7777150"/>
              <a:gd name="connsiteY542" fmla="*/ 4333143 h 7718664"/>
              <a:gd name="connsiteX543" fmla="*/ 137485 w 7777150"/>
              <a:gd name="connsiteY543" fmla="*/ 4473088 h 7718664"/>
              <a:gd name="connsiteX544" fmla="*/ 182148 w 7777150"/>
              <a:gd name="connsiteY544" fmla="*/ 4616013 h 7718664"/>
              <a:gd name="connsiteX545" fmla="*/ 252494 w 7777150"/>
              <a:gd name="connsiteY545" fmla="*/ 4923357 h 7718664"/>
              <a:gd name="connsiteX546" fmla="*/ 258633 w 7777150"/>
              <a:gd name="connsiteY546" fmla="*/ 4982258 h 7718664"/>
              <a:gd name="connsiteX547" fmla="*/ 271478 w 7777150"/>
              <a:gd name="connsiteY547" fmla="*/ 4982258 h 7718664"/>
              <a:gd name="connsiteX548" fmla="*/ 336985 w 7777150"/>
              <a:gd name="connsiteY548" fmla="*/ 5140069 h 7718664"/>
              <a:gd name="connsiteX549" fmla="*/ 360806 w 7777150"/>
              <a:gd name="connsiteY549" fmla="*/ 5220465 h 7718664"/>
              <a:gd name="connsiteX550" fmla="*/ 316141 w 7777150"/>
              <a:gd name="connsiteY550" fmla="*/ 5151980 h 7718664"/>
              <a:gd name="connsiteX551" fmla="*/ 268499 w 7777150"/>
              <a:gd name="connsiteY551" fmla="*/ 5044786 h 7718664"/>
              <a:gd name="connsiteX552" fmla="*/ 265523 w 7777150"/>
              <a:gd name="connsiteY552" fmla="*/ 5074562 h 7718664"/>
              <a:gd name="connsiteX553" fmla="*/ 239617 w 7777150"/>
              <a:gd name="connsiteY553" fmla="*/ 4994260 h 7718664"/>
              <a:gd name="connsiteX554" fmla="*/ 220858 w 7777150"/>
              <a:gd name="connsiteY554" fmla="*/ 4997144 h 7718664"/>
              <a:gd name="connsiteX555" fmla="*/ 200013 w 7777150"/>
              <a:gd name="connsiteY555" fmla="*/ 4928662 h 7718664"/>
              <a:gd name="connsiteX556" fmla="*/ 128551 w 7777150"/>
              <a:gd name="connsiteY556" fmla="*/ 4764892 h 7718664"/>
              <a:gd name="connsiteX557" fmla="*/ 83889 w 7777150"/>
              <a:gd name="connsiteY557" fmla="*/ 4618992 h 7718664"/>
              <a:gd name="connsiteX558" fmla="*/ 80909 w 7777150"/>
              <a:gd name="connsiteY558" fmla="*/ 4496909 h 7718664"/>
              <a:gd name="connsiteX559" fmla="*/ 60068 w 7777150"/>
              <a:gd name="connsiteY559" fmla="*/ 4353985 h 7718664"/>
              <a:gd name="connsiteX560" fmla="*/ 45178 w 7777150"/>
              <a:gd name="connsiteY560" fmla="*/ 4211060 h 7718664"/>
              <a:gd name="connsiteX561" fmla="*/ 12426 w 7777150"/>
              <a:gd name="connsiteY561" fmla="*/ 4106846 h 7718664"/>
              <a:gd name="connsiteX562" fmla="*/ 33268 w 7777150"/>
              <a:gd name="connsiteY562" fmla="*/ 3553014 h 7718664"/>
              <a:gd name="connsiteX563" fmla="*/ 54112 w 7777150"/>
              <a:gd name="connsiteY563" fmla="*/ 3410089 h 7718664"/>
              <a:gd name="connsiteX564" fmla="*/ 36247 w 7777150"/>
              <a:gd name="connsiteY564" fmla="*/ 3332672 h 7718664"/>
              <a:gd name="connsiteX565" fmla="*/ 71978 w 7777150"/>
              <a:gd name="connsiteY565" fmla="*/ 3118285 h 7718664"/>
              <a:gd name="connsiteX566" fmla="*/ 80909 w 7777150"/>
              <a:gd name="connsiteY566" fmla="*/ 3067664 h 7718664"/>
              <a:gd name="connsiteX567" fmla="*/ 104730 w 7777150"/>
              <a:gd name="connsiteY567" fmla="*/ 2894964 h 7718664"/>
              <a:gd name="connsiteX568" fmla="*/ 167261 w 7777150"/>
              <a:gd name="connsiteY568" fmla="*/ 2769905 h 7718664"/>
              <a:gd name="connsiteX569" fmla="*/ 152372 w 7777150"/>
              <a:gd name="connsiteY569" fmla="*/ 2939630 h 7718664"/>
              <a:gd name="connsiteX570" fmla="*/ 167255 w 7777150"/>
              <a:gd name="connsiteY570" fmla="*/ 2910538 h 7718664"/>
              <a:gd name="connsiteX571" fmla="*/ 176192 w 7777150"/>
              <a:gd name="connsiteY571" fmla="*/ 2840995 h 7718664"/>
              <a:gd name="connsiteX572" fmla="*/ 179172 w 7777150"/>
              <a:gd name="connsiteY572" fmla="*/ 2763950 h 7718664"/>
              <a:gd name="connsiteX573" fmla="*/ 205968 w 7777150"/>
              <a:gd name="connsiteY573" fmla="*/ 2665688 h 7718664"/>
              <a:gd name="connsiteX574" fmla="*/ 247655 w 7777150"/>
              <a:gd name="connsiteY574" fmla="*/ 2516808 h 7718664"/>
              <a:gd name="connsiteX575" fmla="*/ 298275 w 7777150"/>
              <a:gd name="connsiteY575" fmla="*/ 2364953 h 7718664"/>
              <a:gd name="connsiteX576" fmla="*/ 302067 w 7777150"/>
              <a:gd name="connsiteY576" fmla="*/ 2360685 h 7718664"/>
              <a:gd name="connsiteX577" fmla="*/ 325075 w 7777150"/>
              <a:gd name="connsiteY577" fmla="*/ 2239894 h 7718664"/>
              <a:gd name="connsiteX578" fmla="*/ 357827 w 7777150"/>
              <a:gd name="connsiteY578" fmla="*/ 2153542 h 7718664"/>
              <a:gd name="connsiteX579" fmla="*/ 396537 w 7777150"/>
              <a:gd name="connsiteY579" fmla="*/ 2082080 h 7718664"/>
              <a:gd name="connsiteX580" fmla="*/ 473955 w 7777150"/>
              <a:gd name="connsiteY580" fmla="*/ 1933200 h 7718664"/>
              <a:gd name="connsiteX581" fmla="*/ 536483 w 7777150"/>
              <a:gd name="connsiteY581" fmla="*/ 1799210 h 7718664"/>
              <a:gd name="connsiteX582" fmla="*/ 625810 w 7777150"/>
              <a:gd name="connsiteY582" fmla="*/ 1626509 h 7718664"/>
              <a:gd name="connsiteX583" fmla="*/ 691317 w 7777150"/>
              <a:gd name="connsiteY583" fmla="*/ 1552068 h 7718664"/>
              <a:gd name="connsiteX584" fmla="*/ 744914 w 7777150"/>
              <a:gd name="connsiteY584" fmla="*/ 1447854 h 7718664"/>
              <a:gd name="connsiteX585" fmla="*/ 789580 w 7777150"/>
              <a:gd name="connsiteY585" fmla="*/ 1382347 h 7718664"/>
              <a:gd name="connsiteX586" fmla="*/ 837221 w 7777150"/>
              <a:gd name="connsiteY586" fmla="*/ 1358526 h 7718664"/>
              <a:gd name="connsiteX587" fmla="*/ 849132 w 7777150"/>
              <a:gd name="connsiteY587" fmla="*/ 1340660 h 7718664"/>
              <a:gd name="connsiteX588" fmla="*/ 896773 w 7777150"/>
              <a:gd name="connsiteY588" fmla="*/ 1245378 h 7718664"/>
              <a:gd name="connsiteX589" fmla="*/ 919989 w 7777150"/>
              <a:gd name="connsiteY589" fmla="*/ 1217322 h 77186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</a:cxnLst>
            <a:rect l="l" t="t" r="r" b="b"/>
            <a:pathLst>
              <a:path w="7777150" h="7718664">
                <a:moveTo>
                  <a:pt x="6564153" y="6753221"/>
                </a:moveTo>
                <a:lnTo>
                  <a:pt x="6563132" y="6753924"/>
                </a:lnTo>
                <a:lnTo>
                  <a:pt x="6563132" y="6754775"/>
                </a:lnTo>
                <a:lnTo>
                  <a:pt x="6567865" y="6755450"/>
                </a:lnTo>
                <a:lnTo>
                  <a:pt x="6569087" y="6753925"/>
                </a:lnTo>
                <a:close/>
                <a:moveTo>
                  <a:pt x="6628482" y="6708774"/>
                </a:moveTo>
                <a:lnTo>
                  <a:pt x="6610901" y="6720920"/>
                </a:lnTo>
                <a:lnTo>
                  <a:pt x="6607794" y="6724148"/>
                </a:lnTo>
                <a:lnTo>
                  <a:pt x="6619848" y="6716434"/>
                </a:lnTo>
                <a:close/>
                <a:moveTo>
                  <a:pt x="6839305" y="6558707"/>
                </a:moveTo>
                <a:lnTo>
                  <a:pt x="6839039" y="6558801"/>
                </a:lnTo>
                <a:lnTo>
                  <a:pt x="6837070" y="6572293"/>
                </a:lnTo>
                <a:cubicBezTo>
                  <a:pt x="6813249" y="6596113"/>
                  <a:pt x="6804315" y="6611000"/>
                  <a:pt x="6789429" y="6625890"/>
                </a:cubicBezTo>
                <a:cubicBezTo>
                  <a:pt x="6777518" y="6640776"/>
                  <a:pt x="6762628" y="6658642"/>
                  <a:pt x="6732852" y="6688418"/>
                </a:cubicBezTo>
                <a:lnTo>
                  <a:pt x="6736263" y="6687633"/>
                </a:lnTo>
                <a:lnTo>
                  <a:pt x="6789429" y="6628865"/>
                </a:lnTo>
                <a:cubicBezTo>
                  <a:pt x="6801339" y="6613980"/>
                  <a:pt x="6813249" y="6599089"/>
                  <a:pt x="6837070" y="6575269"/>
                </a:cubicBezTo>
                <a:cubicBezTo>
                  <a:pt x="6840793" y="6565594"/>
                  <a:pt x="6841353" y="6560383"/>
                  <a:pt x="6839305" y="6558707"/>
                </a:cubicBezTo>
                <a:close/>
                <a:moveTo>
                  <a:pt x="2782054" y="7594165"/>
                </a:moveTo>
                <a:cubicBezTo>
                  <a:pt x="2789033" y="7592490"/>
                  <a:pt x="2799082" y="7592862"/>
                  <a:pt x="2812852" y="7595094"/>
                </a:cubicBezTo>
                <a:cubicBezTo>
                  <a:pt x="2840396" y="7599561"/>
                  <a:pt x="2882826" y="7611472"/>
                  <a:pt x="2945354" y="7629337"/>
                </a:cubicBezTo>
                <a:cubicBezTo>
                  <a:pt x="2963219" y="7632313"/>
                  <a:pt x="2984064" y="7632313"/>
                  <a:pt x="3001930" y="7632313"/>
                </a:cubicBezTo>
                <a:lnTo>
                  <a:pt x="3143116" y="7701578"/>
                </a:lnTo>
                <a:lnTo>
                  <a:pt x="3082549" y="7717806"/>
                </a:lnTo>
                <a:lnTo>
                  <a:pt x="3037661" y="7703779"/>
                </a:lnTo>
                <a:cubicBezTo>
                  <a:pt x="3013840" y="7691865"/>
                  <a:pt x="2987040" y="7679958"/>
                  <a:pt x="2957265" y="7668047"/>
                </a:cubicBezTo>
                <a:cubicBezTo>
                  <a:pt x="2924512" y="7659113"/>
                  <a:pt x="2894737" y="7650182"/>
                  <a:pt x="2864960" y="7638271"/>
                </a:cubicBezTo>
                <a:cubicBezTo>
                  <a:pt x="2832206" y="7626361"/>
                  <a:pt x="2802430" y="7617427"/>
                  <a:pt x="2769678" y="7605516"/>
                </a:cubicBezTo>
                <a:cubicBezTo>
                  <a:pt x="2771167" y="7599561"/>
                  <a:pt x="2775076" y="7595839"/>
                  <a:pt x="2782054" y="7594165"/>
                </a:cubicBezTo>
                <a:close/>
                <a:moveTo>
                  <a:pt x="2608887" y="7429840"/>
                </a:moveTo>
                <a:cubicBezTo>
                  <a:pt x="2647598" y="7438771"/>
                  <a:pt x="2683329" y="7444726"/>
                  <a:pt x="2719060" y="7450682"/>
                </a:cubicBezTo>
                <a:cubicBezTo>
                  <a:pt x="2736926" y="7465571"/>
                  <a:pt x="2751812" y="7477482"/>
                  <a:pt x="2766702" y="7492368"/>
                </a:cubicBezTo>
                <a:cubicBezTo>
                  <a:pt x="2808388" y="7501302"/>
                  <a:pt x="2853050" y="7519168"/>
                  <a:pt x="2930467" y="7540009"/>
                </a:cubicBezTo>
                <a:cubicBezTo>
                  <a:pt x="3049571" y="7584675"/>
                  <a:pt x="3147833" y="7605516"/>
                  <a:pt x="3255027" y="7623382"/>
                </a:cubicBezTo>
                <a:cubicBezTo>
                  <a:pt x="3281824" y="7629337"/>
                  <a:pt x="3308623" y="7632316"/>
                  <a:pt x="3335420" y="7638271"/>
                </a:cubicBezTo>
                <a:lnTo>
                  <a:pt x="3362169" y="7642882"/>
                </a:lnTo>
                <a:lnTo>
                  <a:pt x="3252495" y="7672270"/>
                </a:lnTo>
                <a:lnTo>
                  <a:pt x="3231206" y="7668047"/>
                </a:lnTo>
                <a:cubicBezTo>
                  <a:pt x="3189520" y="7659113"/>
                  <a:pt x="3150809" y="7650181"/>
                  <a:pt x="3115079" y="7644226"/>
                </a:cubicBezTo>
                <a:cubicBezTo>
                  <a:pt x="3079347" y="7635292"/>
                  <a:pt x="3046595" y="7629337"/>
                  <a:pt x="3013840" y="7626361"/>
                </a:cubicBezTo>
                <a:cubicBezTo>
                  <a:pt x="2975133" y="7608496"/>
                  <a:pt x="2933447" y="7590630"/>
                  <a:pt x="2891760" y="7569785"/>
                </a:cubicBezTo>
                <a:cubicBezTo>
                  <a:pt x="2850074" y="7554898"/>
                  <a:pt x="2805409" y="7537033"/>
                  <a:pt x="2739902" y="7513213"/>
                </a:cubicBezTo>
                <a:cubicBezTo>
                  <a:pt x="2686305" y="7492368"/>
                  <a:pt x="2632708" y="7471526"/>
                  <a:pt x="2582091" y="7450681"/>
                </a:cubicBezTo>
                <a:cubicBezTo>
                  <a:pt x="2596977" y="7435795"/>
                  <a:pt x="2602932" y="7432816"/>
                  <a:pt x="2608887" y="7429840"/>
                </a:cubicBezTo>
                <a:close/>
                <a:moveTo>
                  <a:pt x="2305173" y="7420905"/>
                </a:moveTo>
                <a:cubicBezTo>
                  <a:pt x="2462984" y="7477478"/>
                  <a:pt x="2564222" y="7528099"/>
                  <a:pt x="2647595" y="7566806"/>
                </a:cubicBezTo>
                <a:cubicBezTo>
                  <a:pt x="2686305" y="7581695"/>
                  <a:pt x="2727991" y="7593606"/>
                  <a:pt x="2769678" y="7605516"/>
                </a:cubicBezTo>
                <a:cubicBezTo>
                  <a:pt x="2802430" y="7617427"/>
                  <a:pt x="2832205" y="7626358"/>
                  <a:pt x="2861982" y="7638268"/>
                </a:cubicBezTo>
                <a:cubicBezTo>
                  <a:pt x="2891757" y="7650179"/>
                  <a:pt x="2921533" y="7659113"/>
                  <a:pt x="2954288" y="7668044"/>
                </a:cubicBezTo>
                <a:cubicBezTo>
                  <a:pt x="2984064" y="7679954"/>
                  <a:pt x="3010861" y="7691865"/>
                  <a:pt x="3034682" y="7703775"/>
                </a:cubicBezTo>
                <a:cubicBezTo>
                  <a:pt x="3028726" y="7706755"/>
                  <a:pt x="3022772" y="7712710"/>
                  <a:pt x="3016816" y="7718664"/>
                </a:cubicBezTo>
                <a:cubicBezTo>
                  <a:pt x="3001930" y="7715685"/>
                  <a:pt x="2984064" y="7712709"/>
                  <a:pt x="2969175" y="7709731"/>
                </a:cubicBezTo>
                <a:cubicBezTo>
                  <a:pt x="2912602" y="7691865"/>
                  <a:pt x="2856026" y="7668044"/>
                  <a:pt x="2799453" y="7647203"/>
                </a:cubicBezTo>
                <a:lnTo>
                  <a:pt x="2716081" y="7614447"/>
                </a:lnTo>
                <a:cubicBezTo>
                  <a:pt x="2689281" y="7602537"/>
                  <a:pt x="2659505" y="7590627"/>
                  <a:pt x="2632708" y="7578716"/>
                </a:cubicBezTo>
                <a:cubicBezTo>
                  <a:pt x="2593998" y="7566806"/>
                  <a:pt x="2558267" y="7551920"/>
                  <a:pt x="2522536" y="7540009"/>
                </a:cubicBezTo>
                <a:cubicBezTo>
                  <a:pt x="2489784" y="7525120"/>
                  <a:pt x="2457029" y="7513209"/>
                  <a:pt x="2427252" y="7498323"/>
                </a:cubicBezTo>
                <a:cubicBezTo>
                  <a:pt x="2397477" y="7486413"/>
                  <a:pt x="2373656" y="7471523"/>
                  <a:pt x="2352815" y="7459612"/>
                </a:cubicBezTo>
                <a:cubicBezTo>
                  <a:pt x="2331970" y="7444726"/>
                  <a:pt x="2317084" y="7432816"/>
                  <a:pt x="2305173" y="7420905"/>
                </a:cubicBezTo>
                <a:close/>
                <a:moveTo>
                  <a:pt x="2397480" y="7349443"/>
                </a:moveTo>
                <a:cubicBezTo>
                  <a:pt x="2415345" y="7349443"/>
                  <a:pt x="2427256" y="7349443"/>
                  <a:pt x="2445122" y="7346467"/>
                </a:cubicBezTo>
                <a:cubicBezTo>
                  <a:pt x="2501694" y="7376243"/>
                  <a:pt x="2549336" y="7403040"/>
                  <a:pt x="2608887" y="7429840"/>
                </a:cubicBezTo>
                <a:cubicBezTo>
                  <a:pt x="2602932" y="7432816"/>
                  <a:pt x="2596977" y="7435795"/>
                  <a:pt x="2588046" y="7441750"/>
                </a:cubicBezTo>
                <a:cubicBezTo>
                  <a:pt x="2525515" y="7411974"/>
                  <a:pt x="2460008" y="7379219"/>
                  <a:pt x="2397480" y="7349443"/>
                </a:cubicBezTo>
                <a:close/>
                <a:moveTo>
                  <a:pt x="7605289" y="5949975"/>
                </a:moveTo>
                <a:lnTo>
                  <a:pt x="7603779" y="5950622"/>
                </a:lnTo>
                <a:lnTo>
                  <a:pt x="7571259" y="6028673"/>
                </a:lnTo>
                <a:close/>
                <a:moveTo>
                  <a:pt x="7768327" y="5740775"/>
                </a:moveTo>
                <a:lnTo>
                  <a:pt x="7777150" y="5773700"/>
                </a:lnTo>
                <a:lnTo>
                  <a:pt x="7775014" y="5777274"/>
                </a:lnTo>
                <a:cubicBezTo>
                  <a:pt x="7751193" y="5824915"/>
                  <a:pt x="7727372" y="5869581"/>
                  <a:pt x="7706527" y="5905312"/>
                </a:cubicBezTo>
                <a:cubicBezTo>
                  <a:pt x="7682706" y="5941043"/>
                  <a:pt x="7661865" y="5967840"/>
                  <a:pt x="7644000" y="5985706"/>
                </a:cubicBezTo>
                <a:lnTo>
                  <a:pt x="7685686" y="5902333"/>
                </a:lnTo>
                <a:cubicBezTo>
                  <a:pt x="7694617" y="5875536"/>
                  <a:pt x="7709507" y="5848737"/>
                  <a:pt x="7721417" y="5818960"/>
                </a:cubicBezTo>
                <a:cubicBezTo>
                  <a:pt x="7733327" y="5801095"/>
                  <a:pt x="7739283" y="5789184"/>
                  <a:pt x="7748213" y="5774298"/>
                </a:cubicBezTo>
                <a:close/>
                <a:moveTo>
                  <a:pt x="2195719" y="7067587"/>
                </a:moveTo>
                <a:lnTo>
                  <a:pt x="2195748" y="7068434"/>
                </a:lnTo>
                <a:lnTo>
                  <a:pt x="2205804" y="7080606"/>
                </a:lnTo>
                <a:lnTo>
                  <a:pt x="2206911" y="7075504"/>
                </a:lnTo>
                <a:close/>
                <a:moveTo>
                  <a:pt x="1840668" y="7143991"/>
                </a:moveTo>
                <a:cubicBezTo>
                  <a:pt x="1938928" y="7185677"/>
                  <a:pt x="1989548" y="7224384"/>
                  <a:pt x="2043145" y="7257140"/>
                </a:cubicBezTo>
                <a:cubicBezTo>
                  <a:pt x="2055055" y="7272026"/>
                  <a:pt x="2093763" y="7301802"/>
                  <a:pt x="2084831" y="7304781"/>
                </a:cubicBezTo>
                <a:cubicBezTo>
                  <a:pt x="2049100" y="7286915"/>
                  <a:pt x="2016345" y="7272026"/>
                  <a:pt x="1989548" y="7254160"/>
                </a:cubicBezTo>
                <a:cubicBezTo>
                  <a:pt x="1962748" y="7239274"/>
                  <a:pt x="1938927" y="7224384"/>
                  <a:pt x="1918086" y="7209498"/>
                </a:cubicBezTo>
                <a:cubicBezTo>
                  <a:pt x="1879376" y="7182698"/>
                  <a:pt x="1855555" y="7161857"/>
                  <a:pt x="1840668" y="7143991"/>
                </a:cubicBezTo>
                <a:close/>
                <a:moveTo>
                  <a:pt x="7574028" y="5576942"/>
                </a:moveTo>
                <a:lnTo>
                  <a:pt x="7562090" y="5594186"/>
                </a:lnTo>
                <a:lnTo>
                  <a:pt x="7533457" y="5631001"/>
                </a:lnTo>
                <a:lnTo>
                  <a:pt x="7503173" y="5679289"/>
                </a:lnTo>
                <a:lnTo>
                  <a:pt x="7495119" y="5690923"/>
                </a:lnTo>
                <a:cubicBezTo>
                  <a:pt x="7480230" y="5714743"/>
                  <a:pt x="7468320" y="5738564"/>
                  <a:pt x="7456410" y="5762384"/>
                </a:cubicBezTo>
                <a:cubicBezTo>
                  <a:pt x="7441523" y="5786206"/>
                  <a:pt x="7429612" y="5807050"/>
                  <a:pt x="7417702" y="5827891"/>
                </a:cubicBezTo>
                <a:cubicBezTo>
                  <a:pt x="7387926" y="5869578"/>
                  <a:pt x="7358151" y="5911264"/>
                  <a:pt x="7325396" y="5949974"/>
                </a:cubicBezTo>
                <a:lnTo>
                  <a:pt x="7292334" y="6001613"/>
                </a:lnTo>
                <a:lnTo>
                  <a:pt x="7279949" y="6020421"/>
                </a:lnTo>
                <a:lnTo>
                  <a:pt x="7245002" y="6072054"/>
                </a:lnTo>
                <a:cubicBezTo>
                  <a:pt x="7221181" y="6104810"/>
                  <a:pt x="7197361" y="6137561"/>
                  <a:pt x="7173540" y="6170317"/>
                </a:cubicBezTo>
                <a:lnTo>
                  <a:pt x="7167581" y="6173958"/>
                </a:lnTo>
                <a:lnTo>
                  <a:pt x="7162704" y="6181183"/>
                </a:lnTo>
                <a:lnTo>
                  <a:pt x="7170561" y="6176272"/>
                </a:lnTo>
                <a:cubicBezTo>
                  <a:pt x="7194381" y="6143519"/>
                  <a:pt x="7218202" y="6110765"/>
                  <a:pt x="7242022" y="6078013"/>
                </a:cubicBezTo>
                <a:lnTo>
                  <a:pt x="7279949" y="6020421"/>
                </a:lnTo>
                <a:lnTo>
                  <a:pt x="7286316" y="6011014"/>
                </a:lnTo>
                <a:lnTo>
                  <a:pt x="7292334" y="6001613"/>
                </a:lnTo>
                <a:lnTo>
                  <a:pt x="7322420" y="5955930"/>
                </a:lnTo>
                <a:cubicBezTo>
                  <a:pt x="7355171" y="5917222"/>
                  <a:pt x="7384947" y="5875536"/>
                  <a:pt x="7414723" y="5833850"/>
                </a:cubicBezTo>
                <a:cubicBezTo>
                  <a:pt x="7426634" y="5813005"/>
                  <a:pt x="7441523" y="5792164"/>
                  <a:pt x="7453434" y="5768343"/>
                </a:cubicBezTo>
                <a:cubicBezTo>
                  <a:pt x="7465343" y="5744522"/>
                  <a:pt x="7480230" y="5720701"/>
                  <a:pt x="7492141" y="5696881"/>
                </a:cubicBezTo>
                <a:lnTo>
                  <a:pt x="7503173" y="5679289"/>
                </a:lnTo>
                <a:lnTo>
                  <a:pt x="7562090" y="5594186"/>
                </a:lnTo>
                <a:lnTo>
                  <a:pt x="7572537" y="5580753"/>
                </a:lnTo>
                <a:close/>
                <a:moveTo>
                  <a:pt x="7695610" y="5469390"/>
                </a:moveTo>
                <a:lnTo>
                  <a:pt x="7767960" y="5739403"/>
                </a:lnTo>
                <a:lnTo>
                  <a:pt x="7745237" y="5777274"/>
                </a:lnTo>
                <a:cubicBezTo>
                  <a:pt x="7736303" y="5789184"/>
                  <a:pt x="7730348" y="5804071"/>
                  <a:pt x="7718437" y="5821936"/>
                </a:cubicBezTo>
                <a:cubicBezTo>
                  <a:pt x="7706527" y="5851713"/>
                  <a:pt x="7694617" y="5878512"/>
                  <a:pt x="7679730" y="5908288"/>
                </a:cubicBezTo>
                <a:lnTo>
                  <a:pt x="7638044" y="5991660"/>
                </a:lnTo>
                <a:cubicBezTo>
                  <a:pt x="7617199" y="6021437"/>
                  <a:pt x="7596358" y="6054189"/>
                  <a:pt x="7572537" y="6080989"/>
                </a:cubicBezTo>
                <a:cubicBezTo>
                  <a:pt x="7551693" y="6107786"/>
                  <a:pt x="7527872" y="6137561"/>
                  <a:pt x="7507030" y="6164361"/>
                </a:cubicBezTo>
                <a:lnTo>
                  <a:pt x="7509759" y="6158741"/>
                </a:lnTo>
                <a:lnTo>
                  <a:pt x="7435565" y="6259644"/>
                </a:lnTo>
                <a:cubicBezTo>
                  <a:pt x="7417699" y="6241778"/>
                  <a:pt x="7319440" y="6381727"/>
                  <a:pt x="7274774" y="6435324"/>
                </a:cubicBezTo>
                <a:lnTo>
                  <a:pt x="7243120" y="6484028"/>
                </a:lnTo>
                <a:lnTo>
                  <a:pt x="7274775" y="6438299"/>
                </a:lnTo>
                <a:cubicBezTo>
                  <a:pt x="7319440" y="6387679"/>
                  <a:pt x="7417699" y="6247734"/>
                  <a:pt x="7435564" y="6262620"/>
                </a:cubicBezTo>
                <a:cubicBezTo>
                  <a:pt x="7426633" y="6325151"/>
                  <a:pt x="7340281" y="6405544"/>
                  <a:pt x="7313485" y="6447231"/>
                </a:cubicBezTo>
                <a:cubicBezTo>
                  <a:pt x="7289664" y="6475519"/>
                  <a:pt x="7269566" y="6496363"/>
                  <a:pt x="7250582" y="6513113"/>
                </a:cubicBezTo>
                <a:lnTo>
                  <a:pt x="7200087" y="6550232"/>
                </a:lnTo>
                <a:lnTo>
                  <a:pt x="7197357" y="6554428"/>
                </a:lnTo>
                <a:lnTo>
                  <a:pt x="7165787" y="6578714"/>
                </a:lnTo>
                <a:lnTo>
                  <a:pt x="7164606" y="6587180"/>
                </a:lnTo>
                <a:lnTo>
                  <a:pt x="7118751" y="6636309"/>
                </a:lnTo>
                <a:lnTo>
                  <a:pt x="6989132" y="6671040"/>
                </a:lnTo>
                <a:lnTo>
                  <a:pt x="7013864" y="6649337"/>
                </a:lnTo>
                <a:cubicBezTo>
                  <a:pt x="7031357" y="6633332"/>
                  <a:pt x="7048478" y="6616955"/>
                  <a:pt x="7066343" y="6599090"/>
                </a:cubicBezTo>
                <a:cubicBezTo>
                  <a:pt x="7081233" y="6572293"/>
                  <a:pt x="7099098" y="6548472"/>
                  <a:pt x="7111009" y="6524651"/>
                </a:cubicBezTo>
                <a:lnTo>
                  <a:pt x="7175165" y="6465841"/>
                </a:lnTo>
                <a:lnTo>
                  <a:pt x="7175681" y="6462146"/>
                </a:lnTo>
                <a:lnTo>
                  <a:pt x="7113987" y="6518697"/>
                </a:lnTo>
                <a:cubicBezTo>
                  <a:pt x="7102077" y="6542517"/>
                  <a:pt x="7084212" y="6566338"/>
                  <a:pt x="7069322" y="6593135"/>
                </a:cubicBezTo>
                <a:cubicBezTo>
                  <a:pt x="7051456" y="6611000"/>
                  <a:pt x="7034336" y="6627377"/>
                  <a:pt x="7016843" y="6643382"/>
                </a:cubicBezTo>
                <a:lnTo>
                  <a:pt x="6983652" y="6672509"/>
                </a:lnTo>
                <a:lnTo>
                  <a:pt x="6761122" y="6732136"/>
                </a:lnTo>
                <a:lnTo>
                  <a:pt x="6831115" y="6682462"/>
                </a:lnTo>
                <a:cubicBezTo>
                  <a:pt x="6854936" y="6658642"/>
                  <a:pt x="6881735" y="6631845"/>
                  <a:pt x="6917467" y="6593134"/>
                </a:cubicBezTo>
                <a:cubicBezTo>
                  <a:pt x="6917467" y="6590158"/>
                  <a:pt x="6917467" y="6587179"/>
                  <a:pt x="6914488" y="6581224"/>
                </a:cubicBezTo>
                <a:cubicBezTo>
                  <a:pt x="6944264" y="6551448"/>
                  <a:pt x="6971063" y="6521672"/>
                  <a:pt x="6997860" y="6488921"/>
                </a:cubicBezTo>
                <a:cubicBezTo>
                  <a:pt x="7012749" y="6477010"/>
                  <a:pt x="7030615" y="6462121"/>
                  <a:pt x="7048480" y="6447234"/>
                </a:cubicBezTo>
                <a:cubicBezTo>
                  <a:pt x="7057412" y="6435324"/>
                  <a:pt x="7069322" y="6420434"/>
                  <a:pt x="7081233" y="6405548"/>
                </a:cubicBezTo>
                <a:cubicBezTo>
                  <a:pt x="7090167" y="6390658"/>
                  <a:pt x="7102078" y="6375772"/>
                  <a:pt x="7111008" y="6363862"/>
                </a:cubicBezTo>
                <a:cubicBezTo>
                  <a:pt x="7140784" y="6331107"/>
                  <a:pt x="7167585" y="6295375"/>
                  <a:pt x="7197360" y="6262624"/>
                </a:cubicBezTo>
                <a:cubicBezTo>
                  <a:pt x="7224157" y="6229868"/>
                  <a:pt x="7250957" y="6194137"/>
                  <a:pt x="7277754" y="6158406"/>
                </a:cubicBezTo>
                <a:cubicBezTo>
                  <a:pt x="7310509" y="6101833"/>
                  <a:pt x="7355171" y="6036326"/>
                  <a:pt x="7399836" y="5973795"/>
                </a:cubicBezTo>
                <a:cubicBezTo>
                  <a:pt x="7444499" y="5908288"/>
                  <a:pt x="7486186" y="5842781"/>
                  <a:pt x="7510006" y="5786208"/>
                </a:cubicBezTo>
                <a:cubicBezTo>
                  <a:pt x="7539782" y="5735588"/>
                  <a:pt x="7575513" y="5699857"/>
                  <a:pt x="7596358" y="5646260"/>
                </a:cubicBezTo>
                <a:cubicBezTo>
                  <a:pt x="7623155" y="5601597"/>
                  <a:pt x="7649954" y="5548001"/>
                  <a:pt x="7676751" y="5503336"/>
                </a:cubicBezTo>
                <a:close/>
                <a:moveTo>
                  <a:pt x="7636506" y="5248812"/>
                </a:moveTo>
                <a:lnTo>
                  <a:pt x="7659314" y="5333933"/>
                </a:lnTo>
                <a:lnTo>
                  <a:pt x="7617200" y="5408052"/>
                </a:lnTo>
                <a:lnTo>
                  <a:pt x="7615871" y="5411110"/>
                </a:lnTo>
                <a:lnTo>
                  <a:pt x="7659444" y="5334418"/>
                </a:lnTo>
                <a:lnTo>
                  <a:pt x="7691259" y="5453153"/>
                </a:lnTo>
                <a:lnTo>
                  <a:pt x="7688661" y="5458673"/>
                </a:lnTo>
                <a:cubicBezTo>
                  <a:pt x="7679730" y="5476538"/>
                  <a:pt x="7670796" y="5494405"/>
                  <a:pt x="7658886" y="5512270"/>
                </a:cubicBezTo>
                <a:cubicBezTo>
                  <a:pt x="7632089" y="5559912"/>
                  <a:pt x="7605289" y="5610529"/>
                  <a:pt x="7578492" y="5655195"/>
                </a:cubicBezTo>
                <a:cubicBezTo>
                  <a:pt x="7557648" y="5708791"/>
                  <a:pt x="7521917" y="5744522"/>
                  <a:pt x="7492140" y="5795139"/>
                </a:cubicBezTo>
                <a:cubicBezTo>
                  <a:pt x="7468320" y="5851715"/>
                  <a:pt x="7426634" y="5920198"/>
                  <a:pt x="7381971" y="5982730"/>
                </a:cubicBezTo>
                <a:cubicBezTo>
                  <a:pt x="7337306" y="6045258"/>
                  <a:pt x="7292643" y="6110765"/>
                  <a:pt x="7259888" y="6167341"/>
                </a:cubicBezTo>
                <a:cubicBezTo>
                  <a:pt x="7233092" y="6203071"/>
                  <a:pt x="7206291" y="6238802"/>
                  <a:pt x="7179495" y="6271554"/>
                </a:cubicBezTo>
                <a:cubicBezTo>
                  <a:pt x="7149719" y="6304309"/>
                  <a:pt x="7122919" y="6337061"/>
                  <a:pt x="7093143" y="6372792"/>
                </a:cubicBezTo>
                <a:cubicBezTo>
                  <a:pt x="7084212" y="6387682"/>
                  <a:pt x="7072301" y="6399592"/>
                  <a:pt x="7063367" y="6414479"/>
                </a:cubicBezTo>
                <a:cubicBezTo>
                  <a:pt x="7051457" y="6429368"/>
                  <a:pt x="7042525" y="6441279"/>
                  <a:pt x="7030615" y="6456165"/>
                </a:cubicBezTo>
                <a:cubicBezTo>
                  <a:pt x="7012749" y="6471055"/>
                  <a:pt x="6994884" y="6485941"/>
                  <a:pt x="6979994" y="6497851"/>
                </a:cubicBezTo>
                <a:lnTo>
                  <a:pt x="6897207" y="6589515"/>
                </a:lnTo>
                <a:lnTo>
                  <a:pt x="6899598" y="6599089"/>
                </a:lnTo>
                <a:cubicBezTo>
                  <a:pt x="6863867" y="6637800"/>
                  <a:pt x="6840046" y="6664597"/>
                  <a:pt x="6813249" y="6688418"/>
                </a:cubicBezTo>
                <a:lnTo>
                  <a:pt x="6745897" y="6736215"/>
                </a:lnTo>
                <a:lnTo>
                  <a:pt x="6404257" y="6827757"/>
                </a:lnTo>
                <a:lnTo>
                  <a:pt x="6411273" y="6822407"/>
                </a:lnTo>
                <a:cubicBezTo>
                  <a:pt x="6432117" y="6807522"/>
                  <a:pt x="6452959" y="6792632"/>
                  <a:pt x="6467849" y="6786676"/>
                </a:cubicBezTo>
                <a:cubicBezTo>
                  <a:pt x="6515490" y="6750945"/>
                  <a:pt x="6566107" y="6715215"/>
                  <a:pt x="6613749" y="6676507"/>
                </a:cubicBezTo>
                <a:cubicBezTo>
                  <a:pt x="6631615" y="6634821"/>
                  <a:pt x="6688191" y="6599089"/>
                  <a:pt x="6717966" y="6578245"/>
                </a:cubicBezTo>
                <a:cubicBezTo>
                  <a:pt x="6756673" y="6545493"/>
                  <a:pt x="6795384" y="6512738"/>
                  <a:pt x="6834091" y="6479986"/>
                </a:cubicBezTo>
                <a:cubicBezTo>
                  <a:pt x="6959150" y="6354927"/>
                  <a:pt x="7099098" y="6203068"/>
                  <a:pt x="7185447" y="6083964"/>
                </a:cubicBezTo>
                <a:lnTo>
                  <a:pt x="7233801" y="6001764"/>
                </a:lnTo>
                <a:lnTo>
                  <a:pt x="7236067" y="5994637"/>
                </a:lnTo>
                <a:cubicBezTo>
                  <a:pt x="7259888" y="5958905"/>
                  <a:pt x="7289664" y="5917219"/>
                  <a:pt x="7313485" y="5875533"/>
                </a:cubicBezTo>
                <a:cubicBezTo>
                  <a:pt x="7322420" y="5863622"/>
                  <a:pt x="7328374" y="5851713"/>
                  <a:pt x="7337306" y="5839802"/>
                </a:cubicBezTo>
                <a:lnTo>
                  <a:pt x="7368979" y="5795871"/>
                </a:lnTo>
                <a:lnTo>
                  <a:pt x="7378992" y="5777274"/>
                </a:lnTo>
                <a:cubicBezTo>
                  <a:pt x="7405789" y="5738564"/>
                  <a:pt x="7426634" y="5699856"/>
                  <a:pt x="7441520" y="5670081"/>
                </a:cubicBezTo>
                <a:cubicBezTo>
                  <a:pt x="7489162" y="5586708"/>
                  <a:pt x="7524893" y="5503335"/>
                  <a:pt x="7563603" y="5416984"/>
                </a:cubicBezTo>
                <a:cubicBezTo>
                  <a:pt x="7581468" y="5373809"/>
                  <a:pt x="7600078" y="5330634"/>
                  <a:pt x="7619804" y="5285970"/>
                </a:cubicBezTo>
                <a:close/>
                <a:moveTo>
                  <a:pt x="1438185" y="6830951"/>
                </a:moveTo>
                <a:lnTo>
                  <a:pt x="1449489" y="6840648"/>
                </a:lnTo>
                <a:lnTo>
                  <a:pt x="1453350" y="6842615"/>
                </a:lnTo>
                <a:close/>
                <a:moveTo>
                  <a:pt x="1486096" y="6491655"/>
                </a:moveTo>
                <a:lnTo>
                  <a:pt x="1491992" y="6498836"/>
                </a:lnTo>
                <a:lnTo>
                  <a:pt x="1492288" y="6497852"/>
                </a:lnTo>
                <a:close/>
                <a:moveTo>
                  <a:pt x="1195061" y="6558794"/>
                </a:moveTo>
                <a:lnTo>
                  <a:pt x="1307518" y="6691203"/>
                </a:lnTo>
                <a:lnTo>
                  <a:pt x="1218350" y="6584200"/>
                </a:lnTo>
                <a:close/>
                <a:moveTo>
                  <a:pt x="1045653" y="6423410"/>
                </a:moveTo>
                <a:cubicBezTo>
                  <a:pt x="1054584" y="6414479"/>
                  <a:pt x="1084360" y="6429366"/>
                  <a:pt x="1123070" y="6474031"/>
                </a:cubicBezTo>
                <a:lnTo>
                  <a:pt x="1126871" y="6478507"/>
                </a:lnTo>
                <a:lnTo>
                  <a:pt x="1162149" y="6486313"/>
                </a:lnTo>
                <a:cubicBezTo>
                  <a:pt x="1180387" y="6498596"/>
                  <a:pt x="1204951" y="6521673"/>
                  <a:pt x="1242171" y="6560379"/>
                </a:cubicBezTo>
                <a:cubicBezTo>
                  <a:pt x="1280881" y="6593135"/>
                  <a:pt x="1322567" y="6622910"/>
                  <a:pt x="1352343" y="6649708"/>
                </a:cubicBezTo>
                <a:cubicBezTo>
                  <a:pt x="1382119" y="6676507"/>
                  <a:pt x="1399984" y="6700328"/>
                  <a:pt x="1399985" y="6715214"/>
                </a:cubicBezTo>
                <a:cubicBezTo>
                  <a:pt x="1408916" y="6727124"/>
                  <a:pt x="1414871" y="6736059"/>
                  <a:pt x="1426782" y="6747970"/>
                </a:cubicBezTo>
                <a:cubicBezTo>
                  <a:pt x="1465492" y="6780722"/>
                  <a:pt x="1498243" y="6810497"/>
                  <a:pt x="1539930" y="6843252"/>
                </a:cubicBezTo>
                <a:lnTo>
                  <a:pt x="1539890" y="6843288"/>
                </a:lnTo>
                <a:lnTo>
                  <a:pt x="1507178" y="6870049"/>
                </a:lnTo>
                <a:lnTo>
                  <a:pt x="1401804" y="6752965"/>
                </a:lnTo>
                <a:lnTo>
                  <a:pt x="1397009" y="6753924"/>
                </a:lnTo>
                <a:lnTo>
                  <a:pt x="1496727" y="6864723"/>
                </a:lnTo>
                <a:lnTo>
                  <a:pt x="1507178" y="6870049"/>
                </a:lnTo>
                <a:cubicBezTo>
                  <a:pt x="1511644" y="6865584"/>
                  <a:pt x="1517599" y="6861862"/>
                  <a:pt x="1523554" y="6857768"/>
                </a:cubicBezTo>
                <a:lnTo>
                  <a:pt x="1539890" y="6843288"/>
                </a:lnTo>
                <a:lnTo>
                  <a:pt x="1539933" y="6843252"/>
                </a:lnTo>
                <a:cubicBezTo>
                  <a:pt x="1629261" y="6920670"/>
                  <a:pt x="1724544" y="6998087"/>
                  <a:pt x="1822803" y="7066570"/>
                </a:cubicBezTo>
                <a:cubicBezTo>
                  <a:pt x="1804937" y="7072526"/>
                  <a:pt x="1790051" y="7078481"/>
                  <a:pt x="1766230" y="7084436"/>
                </a:cubicBezTo>
                <a:cubicBezTo>
                  <a:pt x="1775161" y="7090391"/>
                  <a:pt x="1778141" y="7093370"/>
                  <a:pt x="1787072" y="7099325"/>
                </a:cubicBezTo>
                <a:cubicBezTo>
                  <a:pt x="1757296" y="7099325"/>
                  <a:pt x="1733475" y="7102301"/>
                  <a:pt x="1703699" y="7102302"/>
                </a:cubicBezTo>
                <a:cubicBezTo>
                  <a:pt x="1685834" y="7090391"/>
                  <a:pt x="1667968" y="7078480"/>
                  <a:pt x="1650102" y="7066570"/>
                </a:cubicBezTo>
                <a:cubicBezTo>
                  <a:pt x="1632237" y="7054660"/>
                  <a:pt x="1617350" y="7039774"/>
                  <a:pt x="1599485" y="7027863"/>
                </a:cubicBezTo>
                <a:cubicBezTo>
                  <a:pt x="1557799" y="6992132"/>
                  <a:pt x="1513133" y="6959377"/>
                  <a:pt x="1474426" y="6923646"/>
                </a:cubicBezTo>
                <a:cubicBezTo>
                  <a:pt x="1435716" y="6887914"/>
                  <a:pt x="1397009" y="6852183"/>
                  <a:pt x="1358298" y="6819431"/>
                </a:cubicBezTo>
                <a:cubicBezTo>
                  <a:pt x="1319591" y="6783700"/>
                  <a:pt x="1286836" y="6747970"/>
                  <a:pt x="1251105" y="6715214"/>
                </a:cubicBezTo>
                <a:cubicBezTo>
                  <a:pt x="1233240" y="6697349"/>
                  <a:pt x="1215374" y="6679483"/>
                  <a:pt x="1200487" y="6664597"/>
                </a:cubicBezTo>
                <a:cubicBezTo>
                  <a:pt x="1185598" y="6646731"/>
                  <a:pt x="1167732" y="6628866"/>
                  <a:pt x="1152846" y="6611000"/>
                </a:cubicBezTo>
                <a:cubicBezTo>
                  <a:pt x="1155822" y="6605045"/>
                  <a:pt x="1185598" y="6622911"/>
                  <a:pt x="1170712" y="6587180"/>
                </a:cubicBezTo>
                <a:cubicBezTo>
                  <a:pt x="1191553" y="6605045"/>
                  <a:pt x="1212398" y="6622910"/>
                  <a:pt x="1230264" y="6640776"/>
                </a:cubicBezTo>
                <a:cubicBezTo>
                  <a:pt x="1254084" y="6658642"/>
                  <a:pt x="1274926" y="6676507"/>
                  <a:pt x="1295770" y="6691393"/>
                </a:cubicBezTo>
                <a:cubicBezTo>
                  <a:pt x="1322567" y="6721170"/>
                  <a:pt x="1349367" y="6747969"/>
                  <a:pt x="1376164" y="6777746"/>
                </a:cubicBezTo>
                <a:lnTo>
                  <a:pt x="1382998" y="6783606"/>
                </a:lnTo>
                <a:lnTo>
                  <a:pt x="1295770" y="6691393"/>
                </a:lnTo>
                <a:cubicBezTo>
                  <a:pt x="1274926" y="6673528"/>
                  <a:pt x="1254084" y="6658642"/>
                  <a:pt x="1233240" y="6640776"/>
                </a:cubicBezTo>
                <a:cubicBezTo>
                  <a:pt x="1212398" y="6622910"/>
                  <a:pt x="1194532" y="6605045"/>
                  <a:pt x="1173688" y="6587179"/>
                </a:cubicBezTo>
                <a:cubicBezTo>
                  <a:pt x="1152846" y="6560379"/>
                  <a:pt x="1129025" y="6533583"/>
                  <a:pt x="1108180" y="6506783"/>
                </a:cubicBezTo>
                <a:cubicBezTo>
                  <a:pt x="1087339" y="6479986"/>
                  <a:pt x="1066494" y="6450210"/>
                  <a:pt x="1045653" y="6423410"/>
                </a:cubicBezTo>
                <a:close/>
                <a:moveTo>
                  <a:pt x="419367" y="2532692"/>
                </a:moveTo>
                <a:lnTo>
                  <a:pt x="420849" y="2533433"/>
                </a:lnTo>
                <a:lnTo>
                  <a:pt x="420989" y="2533017"/>
                </a:lnTo>
                <a:close/>
                <a:moveTo>
                  <a:pt x="599014" y="2105903"/>
                </a:moveTo>
                <a:cubicBezTo>
                  <a:pt x="551372" y="2183321"/>
                  <a:pt x="542438" y="2207142"/>
                  <a:pt x="533506" y="2227983"/>
                </a:cubicBezTo>
                <a:lnTo>
                  <a:pt x="509686" y="2251804"/>
                </a:lnTo>
                <a:lnTo>
                  <a:pt x="506708" y="2254409"/>
                </a:lnTo>
                <a:lnTo>
                  <a:pt x="506574" y="2254516"/>
                </a:lnTo>
                <a:lnTo>
                  <a:pt x="479910" y="2272649"/>
                </a:lnTo>
                <a:lnTo>
                  <a:pt x="479782" y="2275500"/>
                </a:lnTo>
                <a:lnTo>
                  <a:pt x="474599" y="2389489"/>
                </a:lnTo>
                <a:lnTo>
                  <a:pt x="474749" y="2389217"/>
                </a:lnTo>
                <a:lnTo>
                  <a:pt x="479910" y="2275624"/>
                </a:lnTo>
                <a:lnTo>
                  <a:pt x="506574" y="2254516"/>
                </a:lnTo>
                <a:lnTo>
                  <a:pt x="507824" y="2253665"/>
                </a:lnTo>
                <a:lnTo>
                  <a:pt x="509686" y="2251804"/>
                </a:lnTo>
                <a:lnTo>
                  <a:pt x="533507" y="2230959"/>
                </a:lnTo>
                <a:cubicBezTo>
                  <a:pt x="542438" y="2210118"/>
                  <a:pt x="554348" y="2186297"/>
                  <a:pt x="599014" y="2108879"/>
                </a:cubicBezTo>
                <a:lnTo>
                  <a:pt x="601246" y="2110368"/>
                </a:lnTo>
                <a:lnTo>
                  <a:pt x="602362" y="2108135"/>
                </a:lnTo>
                <a:close/>
                <a:moveTo>
                  <a:pt x="634742" y="1846851"/>
                </a:moveTo>
                <a:cubicBezTo>
                  <a:pt x="622831" y="1855786"/>
                  <a:pt x="607945" y="1864717"/>
                  <a:pt x="593055" y="1876627"/>
                </a:cubicBezTo>
                <a:cubicBezTo>
                  <a:pt x="572214" y="1915338"/>
                  <a:pt x="557324" y="1948089"/>
                  <a:pt x="530528" y="2007641"/>
                </a:cubicBezTo>
                <a:lnTo>
                  <a:pt x="544832" y="2019086"/>
                </a:lnTo>
                <a:lnTo>
                  <a:pt x="545298" y="2017076"/>
                </a:lnTo>
                <a:lnTo>
                  <a:pt x="533507" y="2007641"/>
                </a:lnTo>
                <a:cubicBezTo>
                  <a:pt x="560303" y="1948089"/>
                  <a:pt x="575193" y="1915334"/>
                  <a:pt x="596034" y="1876627"/>
                </a:cubicBezTo>
                <a:lnTo>
                  <a:pt x="632947" y="1850262"/>
                </a:lnTo>
                <a:close/>
                <a:moveTo>
                  <a:pt x="864018" y="1677130"/>
                </a:moveTo>
                <a:lnTo>
                  <a:pt x="860257" y="1680141"/>
                </a:lnTo>
                <a:lnTo>
                  <a:pt x="844293" y="1741521"/>
                </a:lnTo>
                <a:cubicBezTo>
                  <a:pt x="840197" y="1755291"/>
                  <a:pt x="837221" y="1763482"/>
                  <a:pt x="834242" y="1772413"/>
                </a:cubicBezTo>
                <a:cubicBezTo>
                  <a:pt x="721094" y="1924269"/>
                  <a:pt x="655586" y="2126745"/>
                  <a:pt x="560303" y="2272649"/>
                </a:cubicBezTo>
                <a:cubicBezTo>
                  <a:pt x="548393" y="2311356"/>
                  <a:pt x="536482" y="2353042"/>
                  <a:pt x="521593" y="2394728"/>
                </a:cubicBezTo>
                <a:cubicBezTo>
                  <a:pt x="506707" y="2436415"/>
                  <a:pt x="497773" y="2478101"/>
                  <a:pt x="485862" y="2519787"/>
                </a:cubicBezTo>
                <a:cubicBezTo>
                  <a:pt x="456086" y="2609115"/>
                  <a:pt x="411424" y="2704398"/>
                  <a:pt x="408444" y="2781816"/>
                </a:cubicBezTo>
                <a:cubicBezTo>
                  <a:pt x="390579" y="2841367"/>
                  <a:pt x="372714" y="2900919"/>
                  <a:pt x="357827" y="2960471"/>
                </a:cubicBezTo>
                <a:cubicBezTo>
                  <a:pt x="348893" y="3005137"/>
                  <a:pt x="342937" y="3049799"/>
                  <a:pt x="334006" y="3094464"/>
                </a:cubicBezTo>
                <a:lnTo>
                  <a:pt x="322096" y="3162947"/>
                </a:lnTo>
                <a:cubicBezTo>
                  <a:pt x="319117" y="3186768"/>
                  <a:pt x="316141" y="3207613"/>
                  <a:pt x="313161" y="3231434"/>
                </a:cubicBezTo>
                <a:cubicBezTo>
                  <a:pt x="304230" y="3293962"/>
                  <a:pt x="292320" y="3353513"/>
                  <a:pt x="286365" y="3416044"/>
                </a:cubicBezTo>
                <a:cubicBezTo>
                  <a:pt x="283386" y="3454752"/>
                  <a:pt x="280409" y="3487507"/>
                  <a:pt x="277431" y="3529193"/>
                </a:cubicBezTo>
                <a:cubicBezTo>
                  <a:pt x="280410" y="3558969"/>
                  <a:pt x="286365" y="3588745"/>
                  <a:pt x="292320" y="3648297"/>
                </a:cubicBezTo>
                <a:lnTo>
                  <a:pt x="299297" y="3583399"/>
                </a:lnTo>
                <a:lnTo>
                  <a:pt x="298275" y="3561945"/>
                </a:lnTo>
                <a:cubicBezTo>
                  <a:pt x="301251" y="3520259"/>
                  <a:pt x="307207" y="3475593"/>
                  <a:pt x="310185" y="3436886"/>
                </a:cubicBezTo>
                <a:cubicBezTo>
                  <a:pt x="316141" y="3374355"/>
                  <a:pt x="328051" y="3314803"/>
                  <a:pt x="336982" y="3252275"/>
                </a:cubicBezTo>
                <a:lnTo>
                  <a:pt x="358237" y="3226770"/>
                </a:lnTo>
                <a:lnTo>
                  <a:pt x="389100" y="3020223"/>
                </a:lnTo>
                <a:lnTo>
                  <a:pt x="387603" y="2984292"/>
                </a:lnTo>
                <a:lnTo>
                  <a:pt x="417019" y="2899960"/>
                </a:lnTo>
                <a:lnTo>
                  <a:pt x="434522" y="2829157"/>
                </a:lnTo>
                <a:lnTo>
                  <a:pt x="429289" y="2841367"/>
                </a:lnTo>
                <a:cubicBezTo>
                  <a:pt x="423334" y="2838391"/>
                  <a:pt x="417379" y="2835412"/>
                  <a:pt x="411424" y="2835412"/>
                </a:cubicBezTo>
                <a:cubicBezTo>
                  <a:pt x="396534" y="2874122"/>
                  <a:pt x="381648" y="2918785"/>
                  <a:pt x="366758" y="2963450"/>
                </a:cubicBezTo>
                <a:cubicBezTo>
                  <a:pt x="366758" y="2984292"/>
                  <a:pt x="366758" y="3008113"/>
                  <a:pt x="369737" y="3034913"/>
                </a:cubicBezTo>
                <a:cubicBezTo>
                  <a:pt x="360803" y="3082554"/>
                  <a:pt x="354848" y="3124240"/>
                  <a:pt x="348893" y="3171882"/>
                </a:cubicBezTo>
                <a:cubicBezTo>
                  <a:pt x="348893" y="3177837"/>
                  <a:pt x="345917" y="3186768"/>
                  <a:pt x="345917" y="3195703"/>
                </a:cubicBezTo>
                <a:cubicBezTo>
                  <a:pt x="334006" y="3207613"/>
                  <a:pt x="328051" y="3219523"/>
                  <a:pt x="316141" y="3231434"/>
                </a:cubicBezTo>
                <a:cubicBezTo>
                  <a:pt x="319117" y="3207613"/>
                  <a:pt x="322096" y="3186768"/>
                  <a:pt x="325072" y="3162947"/>
                </a:cubicBezTo>
                <a:lnTo>
                  <a:pt x="336982" y="3094464"/>
                </a:lnTo>
                <a:cubicBezTo>
                  <a:pt x="345916" y="3049799"/>
                  <a:pt x="351872" y="3005137"/>
                  <a:pt x="360803" y="2960471"/>
                </a:cubicBezTo>
                <a:cubicBezTo>
                  <a:pt x="378669" y="2900919"/>
                  <a:pt x="396534" y="2841367"/>
                  <a:pt x="411424" y="2781816"/>
                </a:cubicBezTo>
                <a:cubicBezTo>
                  <a:pt x="414400" y="2704398"/>
                  <a:pt x="459065" y="2612094"/>
                  <a:pt x="488841" y="2519787"/>
                </a:cubicBezTo>
                <a:cubicBezTo>
                  <a:pt x="500752" y="2478101"/>
                  <a:pt x="509683" y="2436415"/>
                  <a:pt x="524572" y="2394728"/>
                </a:cubicBezTo>
                <a:cubicBezTo>
                  <a:pt x="536482" y="2353042"/>
                  <a:pt x="551369" y="2314335"/>
                  <a:pt x="563280" y="2272649"/>
                </a:cubicBezTo>
                <a:cubicBezTo>
                  <a:pt x="658562" y="2126745"/>
                  <a:pt x="721094" y="1924269"/>
                  <a:pt x="837218" y="1772413"/>
                </a:cubicBezTo>
                <a:cubicBezTo>
                  <a:pt x="843173" y="1751568"/>
                  <a:pt x="849129" y="1739658"/>
                  <a:pt x="864018" y="1677130"/>
                </a:cubicBezTo>
                <a:close/>
                <a:moveTo>
                  <a:pt x="5842554" y="212154"/>
                </a:moveTo>
                <a:cubicBezTo>
                  <a:pt x="5911037" y="238951"/>
                  <a:pt x="5958678" y="259796"/>
                  <a:pt x="5994410" y="280637"/>
                </a:cubicBezTo>
                <a:cubicBezTo>
                  <a:pt x="6030140" y="298503"/>
                  <a:pt x="6050986" y="316368"/>
                  <a:pt x="6059917" y="334234"/>
                </a:cubicBezTo>
                <a:cubicBezTo>
                  <a:pt x="6003344" y="304458"/>
                  <a:pt x="5952723" y="283617"/>
                  <a:pt x="5914016" y="262772"/>
                </a:cubicBezTo>
                <a:cubicBezTo>
                  <a:pt x="5875306" y="241930"/>
                  <a:pt x="5851485" y="224065"/>
                  <a:pt x="5842554" y="212154"/>
                </a:cubicBezTo>
                <a:close/>
                <a:moveTo>
                  <a:pt x="917614" y="1379371"/>
                </a:moveTo>
                <a:lnTo>
                  <a:pt x="932501" y="1391281"/>
                </a:lnTo>
                <a:lnTo>
                  <a:pt x="932501" y="1391278"/>
                </a:lnTo>
                <a:lnTo>
                  <a:pt x="917618" y="1379371"/>
                </a:lnTo>
                <a:close/>
                <a:moveTo>
                  <a:pt x="5364411" y="6459"/>
                </a:moveTo>
                <a:lnTo>
                  <a:pt x="5388519" y="0"/>
                </a:lnTo>
                <a:lnTo>
                  <a:pt x="5400009" y="1487"/>
                </a:lnTo>
                <a:cubicBezTo>
                  <a:pt x="5420480" y="5953"/>
                  <a:pt x="5443556" y="12652"/>
                  <a:pt x="5467377" y="21585"/>
                </a:cubicBezTo>
                <a:cubicBezTo>
                  <a:pt x="5517995" y="42430"/>
                  <a:pt x="5574570" y="72206"/>
                  <a:pt x="5634122" y="104958"/>
                </a:cubicBezTo>
                <a:cubicBezTo>
                  <a:pt x="5513531" y="66995"/>
                  <a:pt x="5423086" y="39079"/>
                  <a:pt x="5377863" y="16189"/>
                </a:cubicBezTo>
                <a:close/>
                <a:moveTo>
                  <a:pt x="939465" y="1192120"/>
                </a:moveTo>
                <a:lnTo>
                  <a:pt x="989575" y="1178693"/>
                </a:lnTo>
                <a:lnTo>
                  <a:pt x="991590" y="1182987"/>
                </a:lnTo>
                <a:lnTo>
                  <a:pt x="984857" y="1201819"/>
                </a:lnTo>
                <a:lnTo>
                  <a:pt x="1013565" y="1172265"/>
                </a:lnTo>
                <a:lnTo>
                  <a:pt x="1103330" y="1148213"/>
                </a:lnTo>
                <a:lnTo>
                  <a:pt x="1033742" y="1224536"/>
                </a:lnTo>
                <a:lnTo>
                  <a:pt x="1048629" y="1242398"/>
                </a:lnTo>
                <a:lnTo>
                  <a:pt x="1048913" y="1242148"/>
                </a:lnTo>
                <a:lnTo>
                  <a:pt x="1036718" y="1227512"/>
                </a:lnTo>
                <a:cubicBezTo>
                  <a:pt x="1051606" y="1211136"/>
                  <a:pt x="1067983" y="1194015"/>
                  <a:pt x="1083988" y="1176894"/>
                </a:cubicBezTo>
                <a:lnTo>
                  <a:pt x="1111437" y="1146040"/>
                </a:lnTo>
                <a:lnTo>
                  <a:pt x="1250892" y="1108673"/>
                </a:lnTo>
                <a:lnTo>
                  <a:pt x="1135723" y="1237561"/>
                </a:lnTo>
                <a:cubicBezTo>
                  <a:pt x="1050117" y="1338427"/>
                  <a:pt x="969722" y="1443387"/>
                  <a:pt x="893794" y="1552068"/>
                </a:cubicBezTo>
                <a:cubicBezTo>
                  <a:pt x="849128" y="1614599"/>
                  <a:pt x="813397" y="1659261"/>
                  <a:pt x="789577" y="1694992"/>
                </a:cubicBezTo>
                <a:cubicBezTo>
                  <a:pt x="765756" y="1730724"/>
                  <a:pt x="750869" y="1757523"/>
                  <a:pt x="741935" y="1781344"/>
                </a:cubicBezTo>
                <a:cubicBezTo>
                  <a:pt x="727049" y="1808141"/>
                  <a:pt x="709183" y="1834941"/>
                  <a:pt x="694294" y="1861738"/>
                </a:cubicBezTo>
                <a:cubicBezTo>
                  <a:pt x="664518" y="1918314"/>
                  <a:pt x="634742" y="1974886"/>
                  <a:pt x="604966" y="2028483"/>
                </a:cubicBezTo>
                <a:lnTo>
                  <a:pt x="507798" y="2181601"/>
                </a:lnTo>
                <a:lnTo>
                  <a:pt x="506706" y="2186297"/>
                </a:lnTo>
                <a:cubicBezTo>
                  <a:pt x="494796" y="2213097"/>
                  <a:pt x="485862" y="2245849"/>
                  <a:pt x="473952" y="2275625"/>
                </a:cubicBezTo>
                <a:cubicBezTo>
                  <a:pt x="465020" y="2293490"/>
                  <a:pt x="459065" y="2305401"/>
                  <a:pt x="450131" y="2317311"/>
                </a:cubicBezTo>
                <a:lnTo>
                  <a:pt x="444176" y="2323266"/>
                </a:lnTo>
                <a:lnTo>
                  <a:pt x="417751" y="2411106"/>
                </a:lnTo>
                <a:cubicBezTo>
                  <a:pt x="412915" y="2433439"/>
                  <a:pt x="411424" y="2449816"/>
                  <a:pt x="411424" y="2463215"/>
                </a:cubicBezTo>
                <a:cubicBezTo>
                  <a:pt x="411424" y="2490011"/>
                  <a:pt x="414400" y="2507877"/>
                  <a:pt x="405469" y="2537653"/>
                </a:cubicBezTo>
                <a:cubicBezTo>
                  <a:pt x="390579" y="2579339"/>
                  <a:pt x="378668" y="2618049"/>
                  <a:pt x="363782" y="2659736"/>
                </a:cubicBezTo>
                <a:cubicBezTo>
                  <a:pt x="351872" y="2701422"/>
                  <a:pt x="336982" y="2740129"/>
                  <a:pt x="325072" y="2781816"/>
                </a:cubicBezTo>
                <a:cubicBezTo>
                  <a:pt x="310186" y="2844347"/>
                  <a:pt x="298275" y="2900919"/>
                  <a:pt x="283386" y="2960471"/>
                </a:cubicBezTo>
                <a:cubicBezTo>
                  <a:pt x="274455" y="3017047"/>
                  <a:pt x="268499" y="3070644"/>
                  <a:pt x="259565" y="3124240"/>
                </a:cubicBezTo>
                <a:cubicBezTo>
                  <a:pt x="250633" y="3177837"/>
                  <a:pt x="247655" y="3234410"/>
                  <a:pt x="244678" y="3288006"/>
                </a:cubicBezTo>
                <a:cubicBezTo>
                  <a:pt x="253610" y="3246320"/>
                  <a:pt x="259565" y="3207613"/>
                  <a:pt x="265520" y="3174858"/>
                </a:cubicBezTo>
                <a:lnTo>
                  <a:pt x="267452" y="3165520"/>
                </a:lnTo>
                <a:lnTo>
                  <a:pt x="271475" y="3121261"/>
                </a:lnTo>
                <a:cubicBezTo>
                  <a:pt x="280410" y="3067664"/>
                  <a:pt x="286365" y="3011092"/>
                  <a:pt x="295296" y="2957495"/>
                </a:cubicBezTo>
                <a:lnTo>
                  <a:pt x="302755" y="2959983"/>
                </a:lnTo>
                <a:lnTo>
                  <a:pt x="303402" y="2957217"/>
                </a:lnTo>
                <a:lnTo>
                  <a:pt x="295299" y="2954516"/>
                </a:lnTo>
                <a:cubicBezTo>
                  <a:pt x="310186" y="2891985"/>
                  <a:pt x="322096" y="2835412"/>
                  <a:pt x="336986" y="2775860"/>
                </a:cubicBezTo>
                <a:cubicBezTo>
                  <a:pt x="348896" y="2734174"/>
                  <a:pt x="360806" y="2692488"/>
                  <a:pt x="375693" y="2653777"/>
                </a:cubicBezTo>
                <a:lnTo>
                  <a:pt x="417188" y="2532257"/>
                </a:lnTo>
                <a:lnTo>
                  <a:pt x="414403" y="2531698"/>
                </a:lnTo>
                <a:cubicBezTo>
                  <a:pt x="423334" y="2501922"/>
                  <a:pt x="420358" y="2484056"/>
                  <a:pt x="420358" y="2457259"/>
                </a:cubicBezTo>
                <a:cubicBezTo>
                  <a:pt x="420358" y="2430460"/>
                  <a:pt x="423334" y="2391752"/>
                  <a:pt x="453110" y="2317311"/>
                </a:cubicBezTo>
                <a:cubicBezTo>
                  <a:pt x="459065" y="2305401"/>
                  <a:pt x="465020" y="2290514"/>
                  <a:pt x="476931" y="2275625"/>
                </a:cubicBezTo>
                <a:lnTo>
                  <a:pt x="477731" y="2273449"/>
                </a:lnTo>
                <a:lnTo>
                  <a:pt x="509686" y="2186297"/>
                </a:lnTo>
                <a:cubicBezTo>
                  <a:pt x="542438" y="2132700"/>
                  <a:pt x="572214" y="2082082"/>
                  <a:pt x="607945" y="2031462"/>
                </a:cubicBezTo>
                <a:cubicBezTo>
                  <a:pt x="637721" y="1974889"/>
                  <a:pt x="664521" y="1918314"/>
                  <a:pt x="697273" y="1864717"/>
                </a:cubicBezTo>
                <a:cubicBezTo>
                  <a:pt x="712162" y="1840896"/>
                  <a:pt x="730028" y="1811120"/>
                  <a:pt x="744914" y="1784323"/>
                </a:cubicBezTo>
                <a:cubicBezTo>
                  <a:pt x="753848" y="1760503"/>
                  <a:pt x="768735" y="1733703"/>
                  <a:pt x="792556" y="1697972"/>
                </a:cubicBezTo>
                <a:cubicBezTo>
                  <a:pt x="816376" y="1662241"/>
                  <a:pt x="852108" y="1617578"/>
                  <a:pt x="896773" y="1555047"/>
                </a:cubicBezTo>
                <a:cubicBezTo>
                  <a:pt x="972701" y="1444876"/>
                  <a:pt x="1053096" y="1339916"/>
                  <a:pt x="1138702" y="1239423"/>
                </a:cubicBezTo>
                <a:lnTo>
                  <a:pt x="1257734" y="1106840"/>
                </a:lnTo>
                <a:lnTo>
                  <a:pt x="1346684" y="1083006"/>
                </a:lnTo>
                <a:lnTo>
                  <a:pt x="1309169" y="1125903"/>
                </a:lnTo>
                <a:cubicBezTo>
                  <a:pt x="1278649" y="1161262"/>
                  <a:pt x="1248129" y="1197738"/>
                  <a:pt x="1218353" y="1236446"/>
                </a:cubicBezTo>
                <a:cubicBezTo>
                  <a:pt x="1200488" y="1257288"/>
                  <a:pt x="1182622" y="1275153"/>
                  <a:pt x="1167733" y="1295998"/>
                </a:cubicBezTo>
                <a:cubicBezTo>
                  <a:pt x="1149867" y="1316840"/>
                  <a:pt x="1134980" y="1337685"/>
                  <a:pt x="1117115" y="1358526"/>
                </a:cubicBezTo>
                <a:lnTo>
                  <a:pt x="893284" y="1605921"/>
                </a:lnTo>
                <a:lnTo>
                  <a:pt x="1120091" y="1355550"/>
                </a:lnTo>
                <a:cubicBezTo>
                  <a:pt x="1137957" y="1334705"/>
                  <a:pt x="1152843" y="1313864"/>
                  <a:pt x="1170708" y="1293019"/>
                </a:cubicBezTo>
                <a:cubicBezTo>
                  <a:pt x="1188574" y="1272177"/>
                  <a:pt x="1206439" y="1254312"/>
                  <a:pt x="1221329" y="1233467"/>
                </a:cubicBezTo>
                <a:cubicBezTo>
                  <a:pt x="1251105" y="1194758"/>
                  <a:pt x="1281625" y="1159027"/>
                  <a:pt x="1312145" y="1124040"/>
                </a:cubicBezTo>
                <a:lnTo>
                  <a:pt x="1347941" y="1082669"/>
                </a:lnTo>
                <a:lnTo>
                  <a:pt x="5198604" y="50887"/>
                </a:lnTo>
                <a:lnTo>
                  <a:pt x="5220239" y="57319"/>
                </a:lnTo>
                <a:lnTo>
                  <a:pt x="5273835" y="72206"/>
                </a:lnTo>
                <a:lnTo>
                  <a:pt x="5327432" y="90071"/>
                </a:lnTo>
                <a:lnTo>
                  <a:pt x="5328122" y="90703"/>
                </a:lnTo>
                <a:lnTo>
                  <a:pt x="5366558" y="97330"/>
                </a:lnTo>
                <a:cubicBezTo>
                  <a:pt x="5399776" y="105145"/>
                  <a:pt x="5439136" y="118172"/>
                  <a:pt x="5459700" y="131942"/>
                </a:cubicBezTo>
                <a:lnTo>
                  <a:pt x="5472710" y="151655"/>
                </a:lnTo>
                <a:lnTo>
                  <a:pt x="5476311" y="152602"/>
                </a:lnTo>
                <a:cubicBezTo>
                  <a:pt x="5503108" y="164513"/>
                  <a:pt x="5532884" y="176423"/>
                  <a:pt x="5559684" y="185354"/>
                </a:cubicBezTo>
                <a:cubicBezTo>
                  <a:pt x="5583505" y="194289"/>
                  <a:pt x="5607325" y="203220"/>
                  <a:pt x="5631147" y="215130"/>
                </a:cubicBezTo>
                <a:cubicBezTo>
                  <a:pt x="5654967" y="227041"/>
                  <a:pt x="5678788" y="235975"/>
                  <a:pt x="5702608" y="247885"/>
                </a:cubicBezTo>
                <a:cubicBezTo>
                  <a:pt x="5714519" y="256817"/>
                  <a:pt x="5732385" y="265751"/>
                  <a:pt x="5756205" y="277661"/>
                </a:cubicBezTo>
                <a:cubicBezTo>
                  <a:pt x="5768115" y="283617"/>
                  <a:pt x="5780026" y="289572"/>
                  <a:pt x="5791937" y="295527"/>
                </a:cubicBezTo>
                <a:cubicBezTo>
                  <a:pt x="5803847" y="301482"/>
                  <a:pt x="5818733" y="307437"/>
                  <a:pt x="5830644" y="316368"/>
                </a:cubicBezTo>
                <a:cubicBezTo>
                  <a:pt x="5884240" y="343168"/>
                  <a:pt x="5937837" y="369965"/>
                  <a:pt x="5961658" y="390810"/>
                </a:cubicBezTo>
                <a:cubicBezTo>
                  <a:pt x="6015254" y="426541"/>
                  <a:pt x="6071830" y="459293"/>
                  <a:pt x="6128403" y="498003"/>
                </a:cubicBezTo>
                <a:cubicBezTo>
                  <a:pt x="6155202" y="515869"/>
                  <a:pt x="6184979" y="536710"/>
                  <a:pt x="6214755" y="557555"/>
                </a:cubicBezTo>
                <a:lnTo>
                  <a:pt x="6217256" y="559340"/>
                </a:lnTo>
                <a:lnTo>
                  <a:pt x="6261383" y="586149"/>
                </a:lnTo>
                <a:lnTo>
                  <a:pt x="6417221" y="698379"/>
                </a:lnTo>
                <a:lnTo>
                  <a:pt x="7635473" y="5244954"/>
                </a:lnTo>
                <a:lnTo>
                  <a:pt x="7555824" y="5419713"/>
                </a:lnTo>
                <a:cubicBezTo>
                  <a:pt x="7525349" y="5481984"/>
                  <a:pt x="7493226" y="5543303"/>
                  <a:pt x="7459513" y="5603611"/>
                </a:cubicBezTo>
                <a:lnTo>
                  <a:pt x="7432760" y="5645910"/>
                </a:lnTo>
                <a:lnTo>
                  <a:pt x="7432588" y="5646260"/>
                </a:lnTo>
                <a:cubicBezTo>
                  <a:pt x="7420679" y="5676036"/>
                  <a:pt x="7396857" y="5714746"/>
                  <a:pt x="7370057" y="5753453"/>
                </a:cubicBezTo>
                <a:cubicBezTo>
                  <a:pt x="7343261" y="5792164"/>
                  <a:pt x="7319440" y="5833850"/>
                  <a:pt x="7307530" y="5869581"/>
                </a:cubicBezTo>
                <a:cubicBezTo>
                  <a:pt x="7286685" y="5896378"/>
                  <a:pt x="7259888" y="5926153"/>
                  <a:pt x="7236067" y="5958909"/>
                </a:cubicBezTo>
                <a:cubicBezTo>
                  <a:pt x="7212246" y="5991661"/>
                  <a:pt x="7191402" y="6027392"/>
                  <a:pt x="7176515" y="6060147"/>
                </a:cubicBezTo>
                <a:cubicBezTo>
                  <a:pt x="7090164" y="6179251"/>
                  <a:pt x="6950219" y="6331107"/>
                  <a:pt x="6825159" y="6456166"/>
                </a:cubicBezTo>
                <a:cubicBezTo>
                  <a:pt x="6786450" y="6488920"/>
                  <a:pt x="6747742" y="6521672"/>
                  <a:pt x="6709032" y="6554427"/>
                </a:cubicBezTo>
                <a:lnTo>
                  <a:pt x="6697890" y="6562899"/>
                </a:lnTo>
                <a:lnTo>
                  <a:pt x="6693086" y="6567763"/>
                </a:lnTo>
                <a:lnTo>
                  <a:pt x="6644525" y="6607349"/>
                </a:lnTo>
                <a:lnTo>
                  <a:pt x="6604818" y="6652687"/>
                </a:lnTo>
                <a:cubicBezTo>
                  <a:pt x="6557176" y="6691397"/>
                  <a:pt x="6509535" y="6727128"/>
                  <a:pt x="6458914" y="6762859"/>
                </a:cubicBezTo>
                <a:lnTo>
                  <a:pt x="6436053" y="6777302"/>
                </a:lnTo>
                <a:lnTo>
                  <a:pt x="6373957" y="6827922"/>
                </a:lnTo>
                <a:lnTo>
                  <a:pt x="6364991" y="6833746"/>
                </a:lnTo>
                <a:lnTo>
                  <a:pt x="6358255" y="6840083"/>
                </a:lnTo>
                <a:lnTo>
                  <a:pt x="3387117" y="7636198"/>
                </a:lnTo>
                <a:lnTo>
                  <a:pt x="3347331" y="7629337"/>
                </a:lnTo>
                <a:cubicBezTo>
                  <a:pt x="3320534" y="7623382"/>
                  <a:pt x="3293734" y="7620405"/>
                  <a:pt x="3266937" y="7614450"/>
                </a:cubicBezTo>
                <a:cubicBezTo>
                  <a:pt x="3159744" y="7596585"/>
                  <a:pt x="3061482" y="7575741"/>
                  <a:pt x="2942378" y="7531078"/>
                </a:cubicBezTo>
                <a:cubicBezTo>
                  <a:pt x="2864961" y="7513212"/>
                  <a:pt x="2820299" y="7495347"/>
                  <a:pt x="2778612" y="7483437"/>
                </a:cubicBezTo>
                <a:cubicBezTo>
                  <a:pt x="2760747" y="7471526"/>
                  <a:pt x="2745857" y="7456636"/>
                  <a:pt x="2730970" y="7441750"/>
                </a:cubicBezTo>
                <a:cubicBezTo>
                  <a:pt x="2695239" y="7435795"/>
                  <a:pt x="2659508" y="7429840"/>
                  <a:pt x="2620798" y="7420906"/>
                </a:cubicBezTo>
                <a:cubicBezTo>
                  <a:pt x="2564225" y="7394109"/>
                  <a:pt x="2513604" y="7367309"/>
                  <a:pt x="2457032" y="7337533"/>
                </a:cubicBezTo>
                <a:cubicBezTo>
                  <a:pt x="2439166" y="7337533"/>
                  <a:pt x="2427256" y="7340512"/>
                  <a:pt x="2409390" y="7340512"/>
                </a:cubicBezTo>
                <a:cubicBezTo>
                  <a:pt x="2349839" y="7310736"/>
                  <a:pt x="2296241" y="7283936"/>
                  <a:pt x="2239666" y="7254160"/>
                </a:cubicBezTo>
                <a:cubicBezTo>
                  <a:pt x="2230735" y="7236294"/>
                  <a:pt x="2218824" y="7218429"/>
                  <a:pt x="2209890" y="7200563"/>
                </a:cubicBezTo>
                <a:cubicBezTo>
                  <a:pt x="2209890" y="7200563"/>
                  <a:pt x="2212869" y="7200563"/>
                  <a:pt x="2215845" y="7197588"/>
                </a:cubicBezTo>
                <a:cubicBezTo>
                  <a:pt x="2248600" y="7218429"/>
                  <a:pt x="2284332" y="7236295"/>
                  <a:pt x="2320063" y="7254160"/>
                </a:cubicBezTo>
                <a:cubicBezTo>
                  <a:pt x="2355794" y="7272026"/>
                  <a:pt x="2388546" y="7289891"/>
                  <a:pt x="2424277" y="7310736"/>
                </a:cubicBezTo>
                <a:cubicBezTo>
                  <a:pt x="2436187" y="7304781"/>
                  <a:pt x="2445122" y="7298825"/>
                  <a:pt x="2454053" y="7292870"/>
                </a:cubicBezTo>
                <a:cubicBezTo>
                  <a:pt x="2397480" y="7266071"/>
                  <a:pt x="2361749" y="7236295"/>
                  <a:pt x="2331973" y="7212474"/>
                </a:cubicBezTo>
                <a:cubicBezTo>
                  <a:pt x="2302197" y="7188653"/>
                  <a:pt x="2272421" y="7173767"/>
                  <a:pt x="2230735" y="7167811"/>
                </a:cubicBezTo>
                <a:cubicBezTo>
                  <a:pt x="2147362" y="7108260"/>
                  <a:pt x="2120562" y="7108259"/>
                  <a:pt x="2090786" y="7087415"/>
                </a:cubicBezTo>
                <a:cubicBezTo>
                  <a:pt x="2049100" y="7060618"/>
                  <a:pt x="2010393" y="7036797"/>
                  <a:pt x="1971682" y="7009998"/>
                </a:cubicBezTo>
                <a:cubicBezTo>
                  <a:pt x="1876399" y="6956401"/>
                  <a:pt x="1903199" y="7012976"/>
                  <a:pt x="1784096" y="6929604"/>
                </a:cubicBezTo>
                <a:cubicBezTo>
                  <a:pt x="1760275" y="6911738"/>
                  <a:pt x="1739430" y="6893873"/>
                  <a:pt x="1712634" y="6870053"/>
                </a:cubicBezTo>
                <a:cubicBezTo>
                  <a:pt x="1718589" y="6870053"/>
                  <a:pt x="1724544" y="6867073"/>
                  <a:pt x="1727520" y="6864097"/>
                </a:cubicBezTo>
                <a:cubicBezTo>
                  <a:pt x="1754320" y="6873029"/>
                  <a:pt x="1775161" y="6878983"/>
                  <a:pt x="1798982" y="6884939"/>
                </a:cubicBezTo>
                <a:cubicBezTo>
                  <a:pt x="1748365" y="6828366"/>
                  <a:pt x="1739430" y="6804545"/>
                  <a:pt x="1650103" y="6730104"/>
                </a:cubicBezTo>
                <a:cubicBezTo>
                  <a:pt x="1620327" y="6706283"/>
                  <a:pt x="1593530" y="6682462"/>
                  <a:pt x="1566730" y="6661621"/>
                </a:cubicBezTo>
                <a:cubicBezTo>
                  <a:pt x="1539933" y="6637800"/>
                  <a:pt x="1513133" y="6616955"/>
                  <a:pt x="1489312" y="6593135"/>
                </a:cubicBezTo>
                <a:cubicBezTo>
                  <a:pt x="1471447" y="6575269"/>
                  <a:pt x="1423806" y="6557403"/>
                  <a:pt x="1391053" y="6512741"/>
                </a:cubicBezTo>
                <a:cubicBezTo>
                  <a:pt x="1340433" y="6459144"/>
                  <a:pt x="1298746" y="6408524"/>
                  <a:pt x="1248129" y="6354927"/>
                </a:cubicBezTo>
                <a:lnTo>
                  <a:pt x="1238322" y="6324279"/>
                </a:lnTo>
                <a:lnTo>
                  <a:pt x="1209418" y="6295375"/>
                </a:lnTo>
                <a:cubicBezTo>
                  <a:pt x="1176667" y="6262623"/>
                  <a:pt x="1143912" y="6226892"/>
                  <a:pt x="1111160" y="6188182"/>
                </a:cubicBezTo>
                <a:cubicBezTo>
                  <a:pt x="1105205" y="6167340"/>
                  <a:pt x="1060539" y="6110764"/>
                  <a:pt x="1099249" y="6134585"/>
                </a:cubicBezTo>
                <a:cubicBezTo>
                  <a:pt x="1084360" y="6116720"/>
                  <a:pt x="1072449" y="6095878"/>
                  <a:pt x="1060539" y="6080988"/>
                </a:cubicBezTo>
                <a:lnTo>
                  <a:pt x="1055928" y="6073758"/>
                </a:lnTo>
                <a:lnTo>
                  <a:pt x="1009918" y="6042278"/>
                </a:lnTo>
                <a:cubicBezTo>
                  <a:pt x="974187" y="6000592"/>
                  <a:pt x="944411" y="5955930"/>
                  <a:pt x="920590" y="5914243"/>
                </a:cubicBezTo>
                <a:cubicBezTo>
                  <a:pt x="896770" y="5869578"/>
                  <a:pt x="878904" y="5827891"/>
                  <a:pt x="869973" y="5795139"/>
                </a:cubicBezTo>
                <a:lnTo>
                  <a:pt x="864018" y="5795140"/>
                </a:lnTo>
                <a:cubicBezTo>
                  <a:pt x="840197" y="5753454"/>
                  <a:pt x="816376" y="5708791"/>
                  <a:pt x="795535" y="5664126"/>
                </a:cubicBezTo>
                <a:cubicBezTo>
                  <a:pt x="774690" y="5619463"/>
                  <a:pt x="750869" y="5577777"/>
                  <a:pt x="730028" y="5533111"/>
                </a:cubicBezTo>
                <a:cubicBezTo>
                  <a:pt x="706207" y="5482494"/>
                  <a:pt x="682386" y="5431873"/>
                  <a:pt x="661541" y="5381255"/>
                </a:cubicBezTo>
                <a:cubicBezTo>
                  <a:pt x="640700" y="5330635"/>
                  <a:pt x="619855" y="5277038"/>
                  <a:pt x="599014" y="5226421"/>
                </a:cubicBezTo>
                <a:cubicBezTo>
                  <a:pt x="622834" y="5259173"/>
                  <a:pt x="643676" y="5291928"/>
                  <a:pt x="661541" y="5330635"/>
                </a:cubicBezTo>
                <a:cubicBezTo>
                  <a:pt x="679407" y="5369346"/>
                  <a:pt x="697273" y="5411032"/>
                  <a:pt x="724073" y="5461649"/>
                </a:cubicBezTo>
                <a:cubicBezTo>
                  <a:pt x="735983" y="5479515"/>
                  <a:pt x="738959" y="5509290"/>
                  <a:pt x="744914" y="5533112"/>
                </a:cubicBezTo>
                <a:lnTo>
                  <a:pt x="753530" y="5545744"/>
                </a:lnTo>
                <a:lnTo>
                  <a:pt x="742926" y="5490615"/>
                </a:lnTo>
                <a:lnTo>
                  <a:pt x="715276" y="5440433"/>
                </a:lnTo>
                <a:lnTo>
                  <a:pt x="670266" y="5339222"/>
                </a:lnTo>
                <a:lnTo>
                  <a:pt x="616876" y="5250239"/>
                </a:lnTo>
                <a:cubicBezTo>
                  <a:pt x="596034" y="5190686"/>
                  <a:pt x="572214" y="5131135"/>
                  <a:pt x="551369" y="5071583"/>
                </a:cubicBezTo>
                <a:lnTo>
                  <a:pt x="495246" y="4888441"/>
                </a:lnTo>
                <a:lnTo>
                  <a:pt x="476818" y="4835054"/>
                </a:lnTo>
                <a:cubicBezTo>
                  <a:pt x="445592" y="4730083"/>
                  <a:pt x="418767" y="4623215"/>
                  <a:pt x="396553" y="4514668"/>
                </a:cubicBezTo>
                <a:lnTo>
                  <a:pt x="361056" y="4282085"/>
                </a:lnTo>
                <a:lnTo>
                  <a:pt x="360803" y="4288478"/>
                </a:lnTo>
                <a:cubicBezTo>
                  <a:pt x="360803" y="4303367"/>
                  <a:pt x="360803" y="4315278"/>
                  <a:pt x="363782" y="4336119"/>
                </a:cubicBezTo>
                <a:cubicBezTo>
                  <a:pt x="369737" y="4371850"/>
                  <a:pt x="375692" y="4407581"/>
                  <a:pt x="378669" y="4446292"/>
                </a:cubicBezTo>
                <a:cubicBezTo>
                  <a:pt x="384624" y="4484999"/>
                  <a:pt x="390579" y="4523709"/>
                  <a:pt x="396534" y="4559440"/>
                </a:cubicBezTo>
                <a:cubicBezTo>
                  <a:pt x="381648" y="4532640"/>
                  <a:pt x="375693" y="4496909"/>
                  <a:pt x="366758" y="4461178"/>
                </a:cubicBezTo>
                <a:cubicBezTo>
                  <a:pt x="360803" y="4422471"/>
                  <a:pt x="354848" y="4380785"/>
                  <a:pt x="345917" y="4336119"/>
                </a:cubicBezTo>
                <a:cubicBezTo>
                  <a:pt x="331027" y="4336119"/>
                  <a:pt x="328051" y="4336119"/>
                  <a:pt x="322096" y="4336119"/>
                </a:cubicBezTo>
                <a:cubicBezTo>
                  <a:pt x="319117" y="4303367"/>
                  <a:pt x="316141" y="4273591"/>
                  <a:pt x="307206" y="4222971"/>
                </a:cubicBezTo>
                <a:cubicBezTo>
                  <a:pt x="301251" y="4199150"/>
                  <a:pt x="292320" y="4175329"/>
                  <a:pt x="286365" y="4151508"/>
                </a:cubicBezTo>
                <a:cubicBezTo>
                  <a:pt x="280409" y="4127688"/>
                  <a:pt x="274454" y="4103867"/>
                  <a:pt x="268499" y="4083025"/>
                </a:cubicBezTo>
                <a:cubicBezTo>
                  <a:pt x="250633" y="4062181"/>
                  <a:pt x="235744" y="4047294"/>
                  <a:pt x="217878" y="4029428"/>
                </a:cubicBezTo>
                <a:cubicBezTo>
                  <a:pt x="211924" y="4029429"/>
                  <a:pt x="208947" y="4029429"/>
                  <a:pt x="202992" y="4029429"/>
                </a:cubicBezTo>
                <a:cubicBezTo>
                  <a:pt x="197037" y="4011563"/>
                  <a:pt x="191082" y="3984763"/>
                  <a:pt x="188103" y="3954987"/>
                </a:cubicBezTo>
                <a:cubicBezTo>
                  <a:pt x="185127" y="3925211"/>
                  <a:pt x="182147" y="3892459"/>
                  <a:pt x="182148" y="3859704"/>
                </a:cubicBezTo>
                <a:cubicBezTo>
                  <a:pt x="182148" y="3797176"/>
                  <a:pt x="185127" y="3740600"/>
                  <a:pt x="194058" y="3725714"/>
                </a:cubicBezTo>
                <a:cubicBezTo>
                  <a:pt x="197037" y="3707849"/>
                  <a:pt x="197037" y="3692959"/>
                  <a:pt x="200013" y="3678073"/>
                </a:cubicBezTo>
                <a:lnTo>
                  <a:pt x="210154" y="3645396"/>
                </a:lnTo>
                <a:lnTo>
                  <a:pt x="205224" y="3570879"/>
                </a:lnTo>
                <a:cubicBezTo>
                  <a:pt x="205968" y="3533660"/>
                  <a:pt x="208944" y="3494950"/>
                  <a:pt x="211924" y="3460707"/>
                </a:cubicBezTo>
                <a:lnTo>
                  <a:pt x="223834" y="3438377"/>
                </a:lnTo>
                <a:lnTo>
                  <a:pt x="223834" y="3424976"/>
                </a:lnTo>
                <a:cubicBezTo>
                  <a:pt x="217878" y="3442841"/>
                  <a:pt x="208947" y="3454752"/>
                  <a:pt x="200013" y="3469641"/>
                </a:cubicBezTo>
                <a:cubicBezTo>
                  <a:pt x="194058" y="3457731"/>
                  <a:pt x="185126" y="3451776"/>
                  <a:pt x="179171" y="3439865"/>
                </a:cubicBezTo>
                <a:cubicBezTo>
                  <a:pt x="167261" y="3422000"/>
                  <a:pt x="170237" y="3261210"/>
                  <a:pt x="140461" y="3386268"/>
                </a:cubicBezTo>
                <a:lnTo>
                  <a:pt x="133390" y="3343838"/>
                </a:lnTo>
                <a:lnTo>
                  <a:pt x="131530" y="3347558"/>
                </a:lnTo>
                <a:cubicBezTo>
                  <a:pt x="128551" y="3386268"/>
                  <a:pt x="122595" y="3427955"/>
                  <a:pt x="119620" y="3466662"/>
                </a:cubicBezTo>
                <a:cubicBezTo>
                  <a:pt x="116641" y="3505372"/>
                  <a:pt x="110685" y="3547059"/>
                  <a:pt x="110685" y="3585766"/>
                </a:cubicBezTo>
                <a:cubicBezTo>
                  <a:pt x="107709" y="3615542"/>
                  <a:pt x="104730" y="3648297"/>
                  <a:pt x="101754" y="3678073"/>
                </a:cubicBezTo>
                <a:lnTo>
                  <a:pt x="101754" y="3868635"/>
                </a:lnTo>
                <a:cubicBezTo>
                  <a:pt x="101754" y="3901390"/>
                  <a:pt x="101754" y="3934142"/>
                  <a:pt x="104730" y="3966898"/>
                </a:cubicBezTo>
                <a:cubicBezTo>
                  <a:pt x="107709" y="3999649"/>
                  <a:pt x="110685" y="4032405"/>
                  <a:pt x="110685" y="4065157"/>
                </a:cubicBezTo>
                <a:cubicBezTo>
                  <a:pt x="98775" y="4068136"/>
                  <a:pt x="101754" y="4178305"/>
                  <a:pt x="83888" y="4157464"/>
                </a:cubicBezTo>
                <a:cubicBezTo>
                  <a:pt x="80909" y="4157464"/>
                  <a:pt x="80909" y="4157464"/>
                  <a:pt x="77933" y="4157464"/>
                </a:cubicBezTo>
                <a:cubicBezTo>
                  <a:pt x="60068" y="4091957"/>
                  <a:pt x="60068" y="4035380"/>
                  <a:pt x="60068" y="3978808"/>
                </a:cubicBezTo>
                <a:cubicBezTo>
                  <a:pt x="60068" y="3922232"/>
                  <a:pt x="68999" y="3865659"/>
                  <a:pt x="60068" y="3794197"/>
                </a:cubicBezTo>
                <a:cubicBezTo>
                  <a:pt x="63044" y="3743576"/>
                  <a:pt x="68999" y="3698914"/>
                  <a:pt x="74954" y="3651272"/>
                </a:cubicBezTo>
                <a:lnTo>
                  <a:pt x="101742" y="3678057"/>
                </a:lnTo>
                <a:lnTo>
                  <a:pt x="77933" y="3648296"/>
                </a:lnTo>
                <a:cubicBezTo>
                  <a:pt x="71978" y="3618521"/>
                  <a:pt x="71978" y="3585766"/>
                  <a:pt x="71978" y="3541103"/>
                </a:cubicBezTo>
                <a:cubicBezTo>
                  <a:pt x="71978" y="3496438"/>
                  <a:pt x="74954" y="3442841"/>
                  <a:pt x="77933" y="3377334"/>
                </a:cubicBezTo>
                <a:cubicBezTo>
                  <a:pt x="77933" y="3362448"/>
                  <a:pt x="80909" y="3347558"/>
                  <a:pt x="80909" y="3332672"/>
                </a:cubicBezTo>
                <a:cubicBezTo>
                  <a:pt x="83888" y="3308851"/>
                  <a:pt x="86864" y="3282051"/>
                  <a:pt x="89844" y="3258230"/>
                </a:cubicBezTo>
                <a:cubicBezTo>
                  <a:pt x="101754" y="3216544"/>
                  <a:pt x="113664" y="3165927"/>
                  <a:pt x="125575" y="3124240"/>
                </a:cubicBezTo>
                <a:lnTo>
                  <a:pt x="143378" y="3035228"/>
                </a:lnTo>
                <a:lnTo>
                  <a:pt x="137485" y="3014068"/>
                </a:lnTo>
                <a:cubicBezTo>
                  <a:pt x="131530" y="3052778"/>
                  <a:pt x="122595" y="3088509"/>
                  <a:pt x="116640" y="3133172"/>
                </a:cubicBezTo>
                <a:cubicBezTo>
                  <a:pt x="104730" y="3174858"/>
                  <a:pt x="92820" y="3225478"/>
                  <a:pt x="80910" y="3267165"/>
                </a:cubicBezTo>
                <a:cubicBezTo>
                  <a:pt x="77933" y="3290986"/>
                  <a:pt x="74954" y="3317782"/>
                  <a:pt x="71978" y="3341603"/>
                </a:cubicBezTo>
                <a:cubicBezTo>
                  <a:pt x="71978" y="3356493"/>
                  <a:pt x="68999" y="3371379"/>
                  <a:pt x="68999" y="3386268"/>
                </a:cubicBezTo>
                <a:cubicBezTo>
                  <a:pt x="68999" y="3451776"/>
                  <a:pt x="66023" y="3505372"/>
                  <a:pt x="63044" y="3550035"/>
                </a:cubicBezTo>
                <a:cubicBezTo>
                  <a:pt x="63044" y="3594700"/>
                  <a:pt x="66023" y="3627452"/>
                  <a:pt x="68999" y="3657228"/>
                </a:cubicBezTo>
                <a:cubicBezTo>
                  <a:pt x="63044" y="3707849"/>
                  <a:pt x="57089" y="3752511"/>
                  <a:pt x="54113" y="3800152"/>
                </a:cubicBezTo>
                <a:cubicBezTo>
                  <a:pt x="63044" y="3871615"/>
                  <a:pt x="54112" y="3928190"/>
                  <a:pt x="54112" y="3984763"/>
                </a:cubicBezTo>
                <a:cubicBezTo>
                  <a:pt x="54112" y="4041339"/>
                  <a:pt x="54112" y="4097911"/>
                  <a:pt x="71978" y="4163419"/>
                </a:cubicBezTo>
                <a:cubicBezTo>
                  <a:pt x="71978" y="4163419"/>
                  <a:pt x="74954" y="4163419"/>
                  <a:pt x="77933" y="4163419"/>
                </a:cubicBezTo>
                <a:cubicBezTo>
                  <a:pt x="89843" y="4219995"/>
                  <a:pt x="101754" y="4273591"/>
                  <a:pt x="116640" y="4333143"/>
                </a:cubicBezTo>
                <a:cubicBezTo>
                  <a:pt x="119620" y="4371850"/>
                  <a:pt x="128551" y="4407581"/>
                  <a:pt x="137485" y="4473088"/>
                </a:cubicBezTo>
                <a:cubicBezTo>
                  <a:pt x="152372" y="4523709"/>
                  <a:pt x="167261" y="4571351"/>
                  <a:pt x="182148" y="4616013"/>
                </a:cubicBezTo>
                <a:cubicBezTo>
                  <a:pt x="188847" y="4700874"/>
                  <a:pt x="234069" y="4835983"/>
                  <a:pt x="252494" y="4923357"/>
                </a:cubicBezTo>
                <a:lnTo>
                  <a:pt x="258633" y="4982258"/>
                </a:lnTo>
                <a:lnTo>
                  <a:pt x="271478" y="4982258"/>
                </a:lnTo>
                <a:cubicBezTo>
                  <a:pt x="304230" y="5065631"/>
                  <a:pt x="325075" y="5110293"/>
                  <a:pt x="336985" y="5140069"/>
                </a:cubicBezTo>
                <a:cubicBezTo>
                  <a:pt x="351872" y="5169845"/>
                  <a:pt x="357827" y="5190690"/>
                  <a:pt x="360806" y="5220465"/>
                </a:cubicBezTo>
                <a:cubicBezTo>
                  <a:pt x="348896" y="5217487"/>
                  <a:pt x="334006" y="5187711"/>
                  <a:pt x="316141" y="5151980"/>
                </a:cubicBezTo>
                <a:cubicBezTo>
                  <a:pt x="298275" y="5116248"/>
                  <a:pt x="283389" y="5074562"/>
                  <a:pt x="268499" y="5044786"/>
                </a:cubicBezTo>
                <a:cubicBezTo>
                  <a:pt x="253613" y="5006079"/>
                  <a:pt x="280410" y="5113273"/>
                  <a:pt x="265523" y="5074562"/>
                </a:cubicBezTo>
                <a:lnTo>
                  <a:pt x="239617" y="4994260"/>
                </a:lnTo>
                <a:lnTo>
                  <a:pt x="220858" y="4997144"/>
                </a:lnTo>
                <a:cubicBezTo>
                  <a:pt x="211923" y="4973324"/>
                  <a:pt x="205968" y="4949503"/>
                  <a:pt x="200013" y="4928662"/>
                </a:cubicBezTo>
                <a:cubicBezTo>
                  <a:pt x="167261" y="4895906"/>
                  <a:pt x="143440" y="4827423"/>
                  <a:pt x="128551" y="4764892"/>
                </a:cubicBezTo>
                <a:cubicBezTo>
                  <a:pt x="113664" y="4702365"/>
                  <a:pt x="101754" y="4642812"/>
                  <a:pt x="83889" y="4618992"/>
                </a:cubicBezTo>
                <a:cubicBezTo>
                  <a:pt x="68999" y="4565395"/>
                  <a:pt x="68999" y="4508820"/>
                  <a:pt x="80909" y="4496909"/>
                </a:cubicBezTo>
                <a:cubicBezTo>
                  <a:pt x="74954" y="4449268"/>
                  <a:pt x="66023" y="4401626"/>
                  <a:pt x="60068" y="4353985"/>
                </a:cubicBezTo>
                <a:cubicBezTo>
                  <a:pt x="54113" y="4306343"/>
                  <a:pt x="51134" y="4258702"/>
                  <a:pt x="45178" y="4211060"/>
                </a:cubicBezTo>
                <a:cubicBezTo>
                  <a:pt x="33268" y="4175329"/>
                  <a:pt x="21357" y="4145553"/>
                  <a:pt x="12426" y="4106846"/>
                </a:cubicBezTo>
                <a:cubicBezTo>
                  <a:pt x="-5440" y="3904370"/>
                  <a:pt x="-8418" y="3669139"/>
                  <a:pt x="33268" y="3553014"/>
                </a:cubicBezTo>
                <a:cubicBezTo>
                  <a:pt x="36247" y="3502393"/>
                  <a:pt x="39223" y="3439865"/>
                  <a:pt x="54112" y="3410089"/>
                </a:cubicBezTo>
                <a:cubicBezTo>
                  <a:pt x="48157" y="3383289"/>
                  <a:pt x="42202" y="3359469"/>
                  <a:pt x="36247" y="3332672"/>
                </a:cubicBezTo>
                <a:cubicBezTo>
                  <a:pt x="42202" y="3282051"/>
                  <a:pt x="36247" y="3165927"/>
                  <a:pt x="71978" y="3118285"/>
                </a:cubicBezTo>
                <a:cubicBezTo>
                  <a:pt x="74954" y="3097440"/>
                  <a:pt x="77933" y="3082554"/>
                  <a:pt x="80909" y="3067664"/>
                </a:cubicBezTo>
                <a:cubicBezTo>
                  <a:pt x="86864" y="2993226"/>
                  <a:pt x="92820" y="2942606"/>
                  <a:pt x="104730" y="2894964"/>
                </a:cubicBezTo>
                <a:cubicBezTo>
                  <a:pt x="125575" y="2853278"/>
                  <a:pt x="152371" y="2784795"/>
                  <a:pt x="167261" y="2769905"/>
                </a:cubicBezTo>
                <a:cubicBezTo>
                  <a:pt x="182147" y="2802660"/>
                  <a:pt x="146416" y="2886033"/>
                  <a:pt x="152372" y="2939630"/>
                </a:cubicBezTo>
                <a:lnTo>
                  <a:pt x="167255" y="2910538"/>
                </a:lnTo>
                <a:lnTo>
                  <a:pt x="176192" y="2840995"/>
                </a:lnTo>
                <a:cubicBezTo>
                  <a:pt x="182148" y="2809356"/>
                  <a:pt x="186615" y="2780328"/>
                  <a:pt x="179172" y="2763950"/>
                </a:cubicBezTo>
                <a:cubicBezTo>
                  <a:pt x="188103" y="2728219"/>
                  <a:pt x="197037" y="2701419"/>
                  <a:pt x="205968" y="2665688"/>
                </a:cubicBezTo>
                <a:cubicBezTo>
                  <a:pt x="220858" y="2618046"/>
                  <a:pt x="232768" y="2567429"/>
                  <a:pt x="247655" y="2516808"/>
                </a:cubicBezTo>
                <a:cubicBezTo>
                  <a:pt x="262544" y="2466191"/>
                  <a:pt x="280409" y="2415570"/>
                  <a:pt x="298275" y="2364953"/>
                </a:cubicBezTo>
                <a:lnTo>
                  <a:pt x="302067" y="2360685"/>
                </a:lnTo>
                <a:lnTo>
                  <a:pt x="325075" y="2239894"/>
                </a:lnTo>
                <a:cubicBezTo>
                  <a:pt x="336985" y="2216073"/>
                  <a:pt x="348896" y="2183318"/>
                  <a:pt x="357827" y="2153542"/>
                </a:cubicBezTo>
                <a:cubicBezTo>
                  <a:pt x="369738" y="2123766"/>
                  <a:pt x="384627" y="2099945"/>
                  <a:pt x="396537" y="2082080"/>
                </a:cubicBezTo>
                <a:cubicBezTo>
                  <a:pt x="423334" y="2031462"/>
                  <a:pt x="444179" y="1980841"/>
                  <a:pt x="473955" y="1933200"/>
                </a:cubicBezTo>
                <a:cubicBezTo>
                  <a:pt x="494796" y="1885558"/>
                  <a:pt x="515641" y="1846851"/>
                  <a:pt x="536483" y="1799210"/>
                </a:cubicBezTo>
                <a:cubicBezTo>
                  <a:pt x="539462" y="1757523"/>
                  <a:pt x="599013" y="1680106"/>
                  <a:pt x="625810" y="1626509"/>
                </a:cubicBezTo>
                <a:cubicBezTo>
                  <a:pt x="640700" y="1608644"/>
                  <a:pt x="658565" y="1590778"/>
                  <a:pt x="691317" y="1552068"/>
                </a:cubicBezTo>
                <a:cubicBezTo>
                  <a:pt x="712162" y="1507406"/>
                  <a:pt x="730028" y="1474651"/>
                  <a:pt x="744914" y="1447854"/>
                </a:cubicBezTo>
                <a:cubicBezTo>
                  <a:pt x="759804" y="1421054"/>
                  <a:pt x="774690" y="1403188"/>
                  <a:pt x="789580" y="1382347"/>
                </a:cubicBezTo>
                <a:cubicBezTo>
                  <a:pt x="807445" y="1364481"/>
                  <a:pt x="834242" y="1334705"/>
                  <a:pt x="837221" y="1358526"/>
                </a:cubicBezTo>
                <a:cubicBezTo>
                  <a:pt x="840197" y="1355547"/>
                  <a:pt x="846152" y="1346616"/>
                  <a:pt x="849132" y="1340660"/>
                </a:cubicBezTo>
                <a:cubicBezTo>
                  <a:pt x="864018" y="1307905"/>
                  <a:pt x="878907" y="1278129"/>
                  <a:pt x="896773" y="1245378"/>
                </a:cubicBezTo>
                <a:cubicBezTo>
                  <a:pt x="904217" y="1237189"/>
                  <a:pt x="912033" y="1227511"/>
                  <a:pt x="919989" y="1217322"/>
                </a:cubicBezTo>
                <a:close/>
              </a:path>
            </a:pathLst>
          </a:custGeom>
          <a:solidFill>
            <a:schemeClr val="bg1">
              <a:alpha val="46000"/>
            </a:schemeClr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lvl="0" rtl="0"/>
            <a:endParaRPr lang="ru-RU" noProof="0" dirty="0"/>
          </a:p>
        </p:txBody>
      </p:sp>
      <p:sp>
        <p:nvSpPr>
          <p:cNvPr id="3" name="Объект 2">
            <a:extLst>
              <a:ext uri="{FF2B5EF4-FFF2-40B4-BE49-F238E27FC236}">
                <a16:creationId xmlns:a16="http://schemas.microsoft.com/office/drawing/2014/main" id="{87B8423A-8ECB-46CC-AA96-AFD30DF272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1292" y="359999"/>
            <a:ext cx="6579707" cy="5764939"/>
          </a:xfrm>
        </p:spPr>
        <p:txBody>
          <a:bodyPr rtlCol="0"/>
          <a:lstStyle>
            <a:lvl1pPr>
              <a:defRPr sz="21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2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rtl="0"/>
            <a:r>
              <a:rPr lang="ru-RU" noProof="0" smtClean="0"/>
              <a:t>Образец текста</a:t>
            </a:r>
          </a:p>
          <a:p>
            <a:pPr lvl="1" rtl="0"/>
            <a:r>
              <a:rPr lang="ru-RU" noProof="0" smtClean="0"/>
              <a:t>Второй уровень</a:t>
            </a:r>
          </a:p>
          <a:p>
            <a:pPr lvl="2" rtl="0"/>
            <a:r>
              <a:rPr lang="ru-RU" noProof="0" smtClean="0"/>
              <a:t>Третий уровень</a:t>
            </a:r>
          </a:p>
          <a:p>
            <a:pPr lvl="3" rtl="0"/>
            <a:r>
              <a:rPr lang="ru-RU" noProof="0" smtClean="0"/>
              <a:t>Четвертый уровень</a:t>
            </a:r>
          </a:p>
          <a:p>
            <a:pPr lvl="4" rtl="0"/>
            <a:r>
              <a:rPr lang="ru-RU" noProof="0" smtClean="0"/>
              <a:t>Пятый уровень</a:t>
            </a:r>
            <a:endParaRPr lang="ru-RU" noProof="0" dirty="0"/>
          </a:p>
        </p:txBody>
      </p:sp>
      <p:sp>
        <p:nvSpPr>
          <p:cNvPr id="4" name="Текст 3">
            <a:extLst>
              <a:ext uri="{FF2B5EF4-FFF2-40B4-BE49-F238E27FC236}">
                <a16:creationId xmlns:a16="http://schemas.microsoft.com/office/drawing/2014/main" id="{0CA8C527-C631-42AF-94C4-70728E2450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60000" y="3960000"/>
            <a:ext cx="4186800" cy="2164938"/>
          </a:xfrm>
        </p:spPr>
        <p:txBody>
          <a:bodyPr rtlCol="0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ru-RU" noProof="0" smtClean="0"/>
              <a:t>Образец текста</a:t>
            </a:r>
          </a:p>
        </p:txBody>
      </p:sp>
      <p:sp>
        <p:nvSpPr>
          <p:cNvPr id="10" name="Заголовок 9">
            <a:extLst>
              <a:ext uri="{FF2B5EF4-FFF2-40B4-BE49-F238E27FC236}">
                <a16:creationId xmlns:a16="http://schemas.microsoft.com/office/drawing/2014/main" id="{7674D4AD-4133-4DB9-B1FD-CF7D8D1B50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" y="359999"/>
            <a:ext cx="4186800" cy="3400227"/>
          </a:xfrm>
        </p:spPr>
        <p:txBody>
          <a:bodyPr rtlCol="0" anchor="b"/>
          <a:lstStyle/>
          <a:p>
            <a:pPr rtl="0"/>
            <a:r>
              <a:rPr lang="ru-RU" noProof="0" smtClean="0"/>
              <a:t>Образец заголовка</a:t>
            </a:r>
            <a:endParaRPr lang="ru-RU" noProof="0" dirty="0"/>
          </a:p>
        </p:txBody>
      </p:sp>
      <p:sp>
        <p:nvSpPr>
          <p:cNvPr id="2" name="Нижний колонтитул 1">
            <a:extLst>
              <a:ext uri="{FF2B5EF4-FFF2-40B4-BE49-F238E27FC236}">
                <a16:creationId xmlns:a16="http://schemas.microsoft.com/office/drawing/2014/main" id="{AF12DF4A-E965-4E74-8613-208AEAED1F8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 rtlCol="0"/>
          <a:lstStyle/>
          <a:p>
            <a:pPr rtl="0"/>
            <a:endParaRPr lang="ru-RU" noProof="0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41E03D32-E1DA-40B5-B3BC-A1FA9604F55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pPr algn="ctr" rtl="0"/>
            <a:fld id="{B67B645E-C5E5-4727-B977-D372A0AA71D9}" type="slidenum">
              <a:rPr lang="ru-RU" noProof="0" smtClean="0"/>
              <a:pPr algn="ctr"/>
              <a:t>‹#›</a:t>
            </a:fld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179519688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олилиния: Фигура 11">
            <a:extLst>
              <a:ext uri="{FF2B5EF4-FFF2-40B4-BE49-F238E27FC236}">
                <a16:creationId xmlns:a16="http://schemas.microsoft.com/office/drawing/2014/main" id="{A8EDAC6F-6E13-4FA6-876A-5648C81B1943}"/>
              </a:ext>
            </a:extLst>
          </p:cNvPr>
          <p:cNvSpPr/>
          <p:nvPr userDrawn="1"/>
        </p:nvSpPr>
        <p:spPr>
          <a:xfrm rot="10800000">
            <a:off x="2289031" y="4124464"/>
            <a:ext cx="6004835" cy="2733536"/>
          </a:xfrm>
          <a:custGeom>
            <a:avLst/>
            <a:gdLst>
              <a:gd name="connsiteX0" fmla="*/ 5889866 w 6004835"/>
              <a:gd name="connsiteY0" fmla="*/ 308613 h 2733536"/>
              <a:gd name="connsiteX1" fmla="*/ 5902881 w 6004835"/>
              <a:gd name="connsiteY1" fmla="*/ 299937 h 2733536"/>
              <a:gd name="connsiteX2" fmla="*/ 5903209 w 6004835"/>
              <a:gd name="connsiteY2" fmla="*/ 298272 h 2733536"/>
              <a:gd name="connsiteX3" fmla="*/ 5894204 w 6004835"/>
              <a:gd name="connsiteY3" fmla="*/ 304275 h 2733536"/>
              <a:gd name="connsiteX4" fmla="*/ 5872512 w 6004835"/>
              <a:gd name="connsiteY4" fmla="*/ 284751 h 2733536"/>
              <a:gd name="connsiteX5" fmla="*/ 5864801 w 6004835"/>
              <a:gd name="connsiteY5" fmla="*/ 275498 h 2733536"/>
              <a:gd name="connsiteX6" fmla="*/ 5864022 w 6004835"/>
              <a:gd name="connsiteY6" fmla="*/ 279335 h 2733536"/>
              <a:gd name="connsiteX7" fmla="*/ 5870342 w 6004835"/>
              <a:gd name="connsiteY7" fmla="*/ 286921 h 2733536"/>
              <a:gd name="connsiteX8" fmla="*/ 5889866 w 6004835"/>
              <a:gd name="connsiteY8" fmla="*/ 308613 h 2733536"/>
              <a:gd name="connsiteX9" fmla="*/ 5848652 w 6004835"/>
              <a:gd name="connsiteY9" fmla="*/ 620980 h 2733536"/>
              <a:gd name="connsiteX10" fmla="*/ 5852991 w 6004835"/>
              <a:gd name="connsiteY10" fmla="*/ 607965 h 2733536"/>
              <a:gd name="connsiteX11" fmla="*/ 5861668 w 6004835"/>
              <a:gd name="connsiteY11" fmla="*/ 516858 h 2733536"/>
              <a:gd name="connsiteX12" fmla="*/ 5894204 w 6004835"/>
              <a:gd name="connsiteY12" fmla="*/ 421412 h 2733536"/>
              <a:gd name="connsiteX13" fmla="*/ 5920235 w 6004835"/>
              <a:gd name="connsiteY13" fmla="*/ 406229 h 2733536"/>
              <a:gd name="connsiteX14" fmla="*/ 5920235 w 6004835"/>
              <a:gd name="connsiteY14" fmla="*/ 406227 h 2733536"/>
              <a:gd name="connsiteX15" fmla="*/ 5948436 w 6004835"/>
              <a:gd name="connsiteY15" fmla="*/ 241367 h 2733536"/>
              <a:gd name="connsiteX16" fmla="*/ 5963619 w 6004835"/>
              <a:gd name="connsiteY16" fmla="*/ 163275 h 2733536"/>
              <a:gd name="connsiteX17" fmla="*/ 5976634 w 6004835"/>
              <a:gd name="connsiteY17" fmla="*/ 83015 h 2733536"/>
              <a:gd name="connsiteX18" fmla="*/ 5987481 w 6004835"/>
              <a:gd name="connsiteY18" fmla="*/ 7092 h 2733536"/>
              <a:gd name="connsiteX19" fmla="*/ 5987911 w 6004835"/>
              <a:gd name="connsiteY19" fmla="*/ 0 h 2733536"/>
              <a:gd name="connsiteX20" fmla="*/ 6004835 w 6004835"/>
              <a:gd name="connsiteY20" fmla="*/ 0 h 2733536"/>
              <a:gd name="connsiteX21" fmla="*/ 6004835 w 6004835"/>
              <a:gd name="connsiteY21" fmla="*/ 18481 h 2733536"/>
              <a:gd name="connsiteX22" fmla="*/ 5998327 w 6004835"/>
              <a:gd name="connsiteY22" fmla="*/ 80845 h 2733536"/>
              <a:gd name="connsiteX23" fmla="*/ 5991820 w 6004835"/>
              <a:gd name="connsiteY23" fmla="*/ 145921 h 2733536"/>
              <a:gd name="connsiteX24" fmla="*/ 5972296 w 6004835"/>
              <a:gd name="connsiteY24" fmla="*/ 241367 h 2733536"/>
              <a:gd name="connsiteX25" fmla="*/ 5965789 w 6004835"/>
              <a:gd name="connsiteY25" fmla="*/ 321629 h 2733536"/>
              <a:gd name="connsiteX26" fmla="*/ 5933250 w 6004835"/>
              <a:gd name="connsiteY26" fmla="*/ 469135 h 2733536"/>
              <a:gd name="connsiteX27" fmla="*/ 5902881 w 6004835"/>
              <a:gd name="connsiteY27" fmla="*/ 597118 h 2733536"/>
              <a:gd name="connsiteX28" fmla="*/ 5848652 w 6004835"/>
              <a:gd name="connsiteY28" fmla="*/ 620980 h 2733536"/>
              <a:gd name="connsiteX29" fmla="*/ 239070 w 6004835"/>
              <a:gd name="connsiteY29" fmla="*/ 761980 h 2733536"/>
              <a:gd name="connsiteX30" fmla="*/ 206531 w 6004835"/>
              <a:gd name="connsiteY30" fmla="*/ 712087 h 2733536"/>
              <a:gd name="connsiteX31" fmla="*/ 171823 w 6004835"/>
              <a:gd name="connsiteY31" fmla="*/ 633995 h 2733536"/>
              <a:gd name="connsiteX32" fmla="*/ 169655 w 6004835"/>
              <a:gd name="connsiteY32" fmla="*/ 655687 h 2733536"/>
              <a:gd name="connsiteX33" fmla="*/ 150782 w 6004835"/>
              <a:gd name="connsiteY33" fmla="*/ 597186 h 2733536"/>
              <a:gd name="connsiteX34" fmla="*/ 137116 w 6004835"/>
              <a:gd name="connsiteY34" fmla="*/ 599288 h 2733536"/>
              <a:gd name="connsiteX35" fmla="*/ 121930 w 6004835"/>
              <a:gd name="connsiteY35" fmla="*/ 549397 h 2733536"/>
              <a:gd name="connsiteX36" fmla="*/ 69869 w 6004835"/>
              <a:gd name="connsiteY36" fmla="*/ 430089 h 2733536"/>
              <a:gd name="connsiteX37" fmla="*/ 37332 w 6004835"/>
              <a:gd name="connsiteY37" fmla="*/ 323799 h 2733536"/>
              <a:gd name="connsiteX38" fmla="*/ 35162 w 6004835"/>
              <a:gd name="connsiteY38" fmla="*/ 234860 h 2733536"/>
              <a:gd name="connsiteX39" fmla="*/ 19978 w 6004835"/>
              <a:gd name="connsiteY39" fmla="*/ 130738 h 2733536"/>
              <a:gd name="connsiteX40" fmla="*/ 9131 w 6004835"/>
              <a:gd name="connsiteY40" fmla="*/ 26616 h 2733536"/>
              <a:gd name="connsiteX41" fmla="*/ 0 w 6004835"/>
              <a:gd name="connsiteY41" fmla="*/ 0 h 2733536"/>
              <a:gd name="connsiteX42" fmla="*/ 34839 w 6004835"/>
              <a:gd name="connsiteY42" fmla="*/ 0 h 2733536"/>
              <a:gd name="connsiteX43" fmla="*/ 61192 w 6004835"/>
              <a:gd name="connsiteY43" fmla="*/ 115555 h 2733536"/>
              <a:gd name="connsiteX44" fmla="*/ 76378 w 6004835"/>
              <a:gd name="connsiteY44" fmla="*/ 217507 h 2733536"/>
              <a:gd name="connsiteX45" fmla="*/ 108915 w 6004835"/>
              <a:gd name="connsiteY45" fmla="*/ 321629 h 2733536"/>
              <a:gd name="connsiteX46" fmla="*/ 160163 w 6004835"/>
              <a:gd name="connsiteY46" fmla="*/ 545532 h 2733536"/>
              <a:gd name="connsiteX47" fmla="*/ 164636 w 6004835"/>
              <a:gd name="connsiteY47" fmla="*/ 588443 h 2733536"/>
              <a:gd name="connsiteX48" fmla="*/ 173993 w 6004835"/>
              <a:gd name="connsiteY48" fmla="*/ 588443 h 2733536"/>
              <a:gd name="connsiteX49" fmla="*/ 221716 w 6004835"/>
              <a:gd name="connsiteY49" fmla="*/ 703410 h 2733536"/>
              <a:gd name="connsiteX50" fmla="*/ 239070 w 6004835"/>
              <a:gd name="connsiteY50" fmla="*/ 761980 h 2733536"/>
              <a:gd name="connsiteX51" fmla="*/ 5524471 w 6004835"/>
              <a:gd name="connsiteY51" fmla="*/ 900866 h 2733536"/>
              <a:gd name="connsiteX52" fmla="*/ 5577500 w 6004835"/>
              <a:gd name="connsiteY52" fmla="*/ 807532 h 2733536"/>
              <a:gd name="connsiteX53" fmla="*/ 5578092 w 6004835"/>
              <a:gd name="connsiteY53" fmla="*/ 805972 h 2733536"/>
              <a:gd name="connsiteX54" fmla="*/ 5525438 w 6004835"/>
              <a:gd name="connsiteY54" fmla="*/ 898639 h 2733536"/>
              <a:gd name="connsiteX55" fmla="*/ 5544962 w 6004835"/>
              <a:gd name="connsiteY55" fmla="*/ 1319466 h 2733536"/>
              <a:gd name="connsiteX56" fmla="*/ 5575331 w 6004835"/>
              <a:gd name="connsiteY56" fmla="*/ 1258728 h 2733536"/>
              <a:gd name="connsiteX57" fmla="*/ 5601362 w 6004835"/>
              <a:gd name="connsiteY57" fmla="*/ 1197991 h 2733536"/>
              <a:gd name="connsiteX58" fmla="*/ 5620883 w 6004835"/>
              <a:gd name="connsiteY58" fmla="*/ 1165453 h 2733536"/>
              <a:gd name="connsiteX59" fmla="*/ 5646914 w 6004835"/>
              <a:gd name="connsiteY59" fmla="*/ 1122069 h 2733536"/>
              <a:gd name="connsiteX60" fmla="*/ 5670776 w 6004835"/>
              <a:gd name="connsiteY60" fmla="*/ 1078685 h 2733536"/>
              <a:gd name="connsiteX61" fmla="*/ 5718499 w 6004835"/>
              <a:gd name="connsiteY61" fmla="*/ 991917 h 2733536"/>
              <a:gd name="connsiteX62" fmla="*/ 5690298 w 6004835"/>
              <a:gd name="connsiteY62" fmla="*/ 1076515 h 2733536"/>
              <a:gd name="connsiteX63" fmla="*/ 5640407 w 6004835"/>
              <a:gd name="connsiteY63" fmla="*/ 1167622 h 2733536"/>
              <a:gd name="connsiteX64" fmla="*/ 5590514 w 6004835"/>
              <a:gd name="connsiteY64" fmla="*/ 1260899 h 2733536"/>
              <a:gd name="connsiteX65" fmla="*/ 5544962 w 6004835"/>
              <a:gd name="connsiteY65" fmla="*/ 1319466 h 2733536"/>
              <a:gd name="connsiteX66" fmla="*/ 5491969 w 6004835"/>
              <a:gd name="connsiteY66" fmla="*/ 1350769 h 2733536"/>
              <a:gd name="connsiteX67" fmla="*/ 5516761 w 6004835"/>
              <a:gd name="connsiteY67" fmla="*/ 1293436 h 2733536"/>
              <a:gd name="connsiteX68" fmla="*/ 5515661 w 6004835"/>
              <a:gd name="connsiteY68" fmla="*/ 1293907 h 2733536"/>
              <a:gd name="connsiteX69" fmla="*/ 5194333 w 6004835"/>
              <a:gd name="connsiteY69" fmla="*/ 1461874 h 2733536"/>
              <a:gd name="connsiteX70" fmla="*/ 5200056 w 6004835"/>
              <a:gd name="connsiteY70" fmla="*/ 1458296 h 2733536"/>
              <a:gd name="connsiteX71" fmla="*/ 5252117 w 6004835"/>
              <a:gd name="connsiteY71" fmla="*/ 1386713 h 2733536"/>
              <a:gd name="connsiteX72" fmla="*/ 5310687 w 6004835"/>
              <a:gd name="connsiteY72" fmla="*/ 1297774 h 2733536"/>
              <a:gd name="connsiteX73" fmla="*/ 5377932 w 6004835"/>
              <a:gd name="connsiteY73" fmla="*/ 1208838 h 2733536"/>
              <a:gd name="connsiteX74" fmla="*/ 5406132 w 6004835"/>
              <a:gd name="connsiteY74" fmla="*/ 1161115 h 2733536"/>
              <a:gd name="connsiteX75" fmla="*/ 5434331 w 6004835"/>
              <a:gd name="connsiteY75" fmla="*/ 1109054 h 2733536"/>
              <a:gd name="connsiteX76" fmla="*/ 5442366 w 6004835"/>
              <a:gd name="connsiteY76" fmla="*/ 1096242 h 2733536"/>
              <a:gd name="connsiteX77" fmla="*/ 5485295 w 6004835"/>
              <a:gd name="connsiteY77" fmla="*/ 1034233 h 2733536"/>
              <a:gd name="connsiteX78" fmla="*/ 5492901 w 6004835"/>
              <a:gd name="connsiteY78" fmla="*/ 1024454 h 2733536"/>
              <a:gd name="connsiteX79" fmla="*/ 5493987 w 6004835"/>
              <a:gd name="connsiteY79" fmla="*/ 1021677 h 2733536"/>
              <a:gd name="connsiteX80" fmla="*/ 5485295 w 6004835"/>
              <a:gd name="connsiteY80" fmla="*/ 1034233 h 2733536"/>
              <a:gd name="connsiteX81" fmla="*/ 5464430 w 6004835"/>
              <a:gd name="connsiteY81" fmla="*/ 1061060 h 2733536"/>
              <a:gd name="connsiteX82" fmla="*/ 5442366 w 6004835"/>
              <a:gd name="connsiteY82" fmla="*/ 1096242 h 2733536"/>
              <a:gd name="connsiteX83" fmla="*/ 5436501 w 6004835"/>
              <a:gd name="connsiteY83" fmla="*/ 1104713 h 2733536"/>
              <a:gd name="connsiteX84" fmla="*/ 5408301 w 6004835"/>
              <a:gd name="connsiteY84" fmla="*/ 1156774 h 2733536"/>
              <a:gd name="connsiteX85" fmla="*/ 5380102 w 6004835"/>
              <a:gd name="connsiteY85" fmla="*/ 1204497 h 2733536"/>
              <a:gd name="connsiteX86" fmla="*/ 5312856 w 6004835"/>
              <a:gd name="connsiteY86" fmla="*/ 1293436 h 2733536"/>
              <a:gd name="connsiteX87" fmla="*/ 5254288 w 6004835"/>
              <a:gd name="connsiteY87" fmla="*/ 1382372 h 2733536"/>
              <a:gd name="connsiteX88" fmla="*/ 5202227 w 6004835"/>
              <a:gd name="connsiteY88" fmla="*/ 1453958 h 2733536"/>
              <a:gd name="connsiteX89" fmla="*/ 5197886 w 6004835"/>
              <a:gd name="connsiteY89" fmla="*/ 1456611 h 2733536"/>
              <a:gd name="connsiteX90" fmla="*/ 1063152 w 6004835"/>
              <a:gd name="connsiteY90" fmla="*/ 1693288 h 2733536"/>
              <a:gd name="connsiteX91" fmla="*/ 1063368 w 6004835"/>
              <a:gd name="connsiteY91" fmla="*/ 1692571 h 2733536"/>
              <a:gd name="connsiteX92" fmla="*/ 1058857 w 6004835"/>
              <a:gd name="connsiteY92" fmla="*/ 1688057 h 2733536"/>
              <a:gd name="connsiteX93" fmla="*/ 4881181 w 6004835"/>
              <a:gd name="connsiteY93" fmla="*/ 1831400 h 2733536"/>
              <a:gd name="connsiteX94" fmla="*/ 4883666 w 6004835"/>
              <a:gd name="connsiteY94" fmla="*/ 1830829 h 2733536"/>
              <a:gd name="connsiteX95" fmla="*/ 4922398 w 6004835"/>
              <a:gd name="connsiteY95" fmla="*/ 1788016 h 2733536"/>
              <a:gd name="connsiteX96" fmla="*/ 4957104 w 6004835"/>
              <a:gd name="connsiteY96" fmla="*/ 1748970 h 2733536"/>
              <a:gd name="connsiteX97" fmla="*/ 4958733 w 6004835"/>
              <a:gd name="connsiteY97" fmla="*/ 1736905 h 2733536"/>
              <a:gd name="connsiteX98" fmla="*/ 4958540 w 6004835"/>
              <a:gd name="connsiteY98" fmla="*/ 1736973 h 2733536"/>
              <a:gd name="connsiteX99" fmla="*/ 4957104 w 6004835"/>
              <a:gd name="connsiteY99" fmla="*/ 1746802 h 2733536"/>
              <a:gd name="connsiteX100" fmla="*/ 4922398 w 6004835"/>
              <a:gd name="connsiteY100" fmla="*/ 1785848 h 2733536"/>
              <a:gd name="connsiteX101" fmla="*/ 4881181 w 6004835"/>
              <a:gd name="connsiteY101" fmla="*/ 1831400 h 2733536"/>
              <a:gd name="connsiteX102" fmla="*/ 928761 w 6004835"/>
              <a:gd name="connsiteY102" fmla="*/ 1833430 h 2733536"/>
              <a:gd name="connsiteX103" fmla="*/ 863801 w 6004835"/>
              <a:gd name="connsiteY103" fmla="*/ 1755477 h 2733536"/>
              <a:gd name="connsiteX104" fmla="*/ 846834 w 6004835"/>
              <a:gd name="connsiteY104" fmla="*/ 1736969 h 2733536"/>
              <a:gd name="connsiteX105" fmla="*/ 4790074 w 6004835"/>
              <a:gd name="connsiteY105" fmla="*/ 1857431 h 2733536"/>
              <a:gd name="connsiteX106" fmla="*/ 4798856 w 6004835"/>
              <a:gd name="connsiteY106" fmla="*/ 1851810 h 2733536"/>
              <a:gd name="connsiteX107" fmla="*/ 4805146 w 6004835"/>
              <a:gd name="connsiteY107" fmla="*/ 1846231 h 2733536"/>
              <a:gd name="connsiteX108" fmla="*/ 4792338 w 6004835"/>
              <a:gd name="connsiteY108" fmla="*/ 1855078 h 2733536"/>
              <a:gd name="connsiteX109" fmla="*/ 4760985 w 6004835"/>
              <a:gd name="connsiteY109" fmla="*/ 1880234 h 2733536"/>
              <a:gd name="connsiteX110" fmla="*/ 4761875 w 6004835"/>
              <a:gd name="connsiteY110" fmla="*/ 1879123 h 2733536"/>
              <a:gd name="connsiteX111" fmla="*/ 4758282 w 6004835"/>
              <a:gd name="connsiteY111" fmla="*/ 1878611 h 2733536"/>
              <a:gd name="connsiteX112" fmla="*/ 4757537 w 6004835"/>
              <a:gd name="connsiteY112" fmla="*/ 1879123 h 2733536"/>
              <a:gd name="connsiteX113" fmla="*/ 4757537 w 6004835"/>
              <a:gd name="connsiteY113" fmla="*/ 1879743 h 2733536"/>
              <a:gd name="connsiteX114" fmla="*/ 1035001 w 6004835"/>
              <a:gd name="connsiteY114" fmla="*/ 1943735 h 2733536"/>
              <a:gd name="connsiteX115" fmla="*/ 1023953 w 6004835"/>
              <a:gd name="connsiteY115" fmla="*/ 1935238 h 2733536"/>
              <a:gd name="connsiteX116" fmla="*/ 1032188 w 6004835"/>
              <a:gd name="connsiteY116" fmla="*/ 1942302 h 2733536"/>
              <a:gd name="connsiteX117" fmla="*/ 4766902 w 6004835"/>
              <a:gd name="connsiteY117" fmla="*/ 1960050 h 2733536"/>
              <a:gd name="connsiteX118" fmla="*/ 4774891 w 6004835"/>
              <a:gd name="connsiteY118" fmla="*/ 1959385 h 2733536"/>
              <a:gd name="connsiteX119" fmla="*/ 4831290 w 6004835"/>
              <a:gd name="connsiteY119" fmla="*/ 1918169 h 2733536"/>
              <a:gd name="connsiteX120" fmla="*/ 4885522 w 6004835"/>
              <a:gd name="connsiteY120" fmla="*/ 1874785 h 2733536"/>
              <a:gd name="connsiteX121" fmla="*/ 4952766 w 6004835"/>
              <a:gd name="connsiteY121" fmla="*/ 1827062 h 2733536"/>
              <a:gd name="connsiteX122" fmla="*/ 5015674 w 6004835"/>
              <a:gd name="connsiteY122" fmla="*/ 1761986 h 2733536"/>
              <a:gd name="connsiteX123" fmla="*/ 5013504 w 6004835"/>
              <a:gd name="connsiteY123" fmla="*/ 1753309 h 2733536"/>
              <a:gd name="connsiteX124" fmla="*/ 5074242 w 6004835"/>
              <a:gd name="connsiteY124" fmla="*/ 1686064 h 2733536"/>
              <a:gd name="connsiteX125" fmla="*/ 5111120 w 6004835"/>
              <a:gd name="connsiteY125" fmla="*/ 1655695 h 2733536"/>
              <a:gd name="connsiteX126" fmla="*/ 5134980 w 6004835"/>
              <a:gd name="connsiteY126" fmla="*/ 1625326 h 2733536"/>
              <a:gd name="connsiteX127" fmla="*/ 5156672 w 6004835"/>
              <a:gd name="connsiteY127" fmla="*/ 1594957 h 2733536"/>
              <a:gd name="connsiteX128" fmla="*/ 5219580 w 6004835"/>
              <a:gd name="connsiteY128" fmla="*/ 1521204 h 2733536"/>
              <a:gd name="connsiteX129" fmla="*/ 5278148 w 6004835"/>
              <a:gd name="connsiteY129" fmla="*/ 1445281 h 2733536"/>
              <a:gd name="connsiteX130" fmla="*/ 5367087 w 6004835"/>
              <a:gd name="connsiteY130" fmla="*/ 1310790 h 2733536"/>
              <a:gd name="connsiteX131" fmla="*/ 5447346 w 6004835"/>
              <a:gd name="connsiteY131" fmla="*/ 1174130 h 2733536"/>
              <a:gd name="connsiteX132" fmla="*/ 5510255 w 6004835"/>
              <a:gd name="connsiteY132" fmla="*/ 1072176 h 2733536"/>
              <a:gd name="connsiteX133" fmla="*/ 5568822 w 6004835"/>
              <a:gd name="connsiteY133" fmla="*/ 968054 h 2733536"/>
              <a:gd name="connsiteX134" fmla="*/ 5590514 w 6004835"/>
              <a:gd name="connsiteY134" fmla="*/ 929008 h 2733536"/>
              <a:gd name="connsiteX135" fmla="*/ 5607868 w 6004835"/>
              <a:gd name="connsiteY135" fmla="*/ 892133 h 2733536"/>
              <a:gd name="connsiteX136" fmla="*/ 5636069 w 6004835"/>
              <a:gd name="connsiteY136" fmla="*/ 822718 h 2733536"/>
              <a:gd name="connsiteX137" fmla="*/ 5696807 w 6004835"/>
              <a:gd name="connsiteY137" fmla="*/ 690395 h 2733536"/>
              <a:gd name="connsiteX138" fmla="*/ 5720667 w 6004835"/>
              <a:gd name="connsiteY138" fmla="*/ 601458 h 2733536"/>
              <a:gd name="connsiteX139" fmla="*/ 5779237 w 6004835"/>
              <a:gd name="connsiteY139" fmla="*/ 423583 h 2733536"/>
              <a:gd name="connsiteX140" fmla="*/ 5805267 w 6004835"/>
              <a:gd name="connsiteY140" fmla="*/ 284753 h 2733536"/>
              <a:gd name="connsiteX141" fmla="*/ 5839975 w 6004835"/>
              <a:gd name="connsiteY141" fmla="*/ 117723 h 2733536"/>
              <a:gd name="connsiteX142" fmla="*/ 5847800 w 6004835"/>
              <a:gd name="connsiteY142" fmla="*/ 88383 h 2733536"/>
              <a:gd name="connsiteX143" fmla="*/ 5842143 w 6004835"/>
              <a:gd name="connsiteY143" fmla="*/ 87354 h 2733536"/>
              <a:gd name="connsiteX144" fmla="*/ 5844311 w 6004835"/>
              <a:gd name="connsiteY144" fmla="*/ 33125 h 2733536"/>
              <a:gd name="connsiteX145" fmla="*/ 5845466 w 6004835"/>
              <a:gd name="connsiteY145" fmla="*/ 29082 h 2733536"/>
              <a:gd name="connsiteX146" fmla="*/ 5843951 w 6004835"/>
              <a:gd name="connsiteY146" fmla="*/ 29167 h 2733536"/>
              <a:gd name="connsiteX147" fmla="*/ 5841207 w 6004835"/>
              <a:gd name="connsiteY147" fmla="*/ 29319 h 2733536"/>
              <a:gd name="connsiteX148" fmla="*/ 5842143 w 6004835"/>
              <a:gd name="connsiteY148" fmla="*/ 39631 h 2733536"/>
              <a:gd name="connsiteX149" fmla="*/ 5839975 w 6004835"/>
              <a:gd name="connsiteY149" fmla="*/ 93863 h 2733536"/>
              <a:gd name="connsiteX150" fmla="*/ 5831299 w 6004835"/>
              <a:gd name="connsiteY150" fmla="*/ 126400 h 2733536"/>
              <a:gd name="connsiteX151" fmla="*/ 5779237 w 6004835"/>
              <a:gd name="connsiteY151" fmla="*/ 208830 h 2733536"/>
              <a:gd name="connsiteX152" fmla="*/ 5766222 w 6004835"/>
              <a:gd name="connsiteY152" fmla="*/ 280415 h 2733536"/>
              <a:gd name="connsiteX153" fmla="*/ 5753207 w 6004835"/>
              <a:gd name="connsiteY153" fmla="*/ 304275 h 2733536"/>
              <a:gd name="connsiteX154" fmla="*/ 5731514 w 6004835"/>
              <a:gd name="connsiteY154" fmla="*/ 408397 h 2733536"/>
              <a:gd name="connsiteX155" fmla="*/ 5707652 w 6004835"/>
              <a:gd name="connsiteY155" fmla="*/ 490827 h 2733536"/>
              <a:gd name="connsiteX156" fmla="*/ 5681621 w 6004835"/>
              <a:gd name="connsiteY156" fmla="*/ 571089 h 2733536"/>
              <a:gd name="connsiteX157" fmla="*/ 5666438 w 6004835"/>
              <a:gd name="connsiteY157" fmla="*/ 633995 h 2733536"/>
              <a:gd name="connsiteX158" fmla="*/ 5649084 w 6004835"/>
              <a:gd name="connsiteY158" fmla="*/ 699072 h 2733536"/>
              <a:gd name="connsiteX159" fmla="*/ 5662924 w 6004835"/>
              <a:gd name="connsiteY159" fmla="*/ 677546 h 2733536"/>
              <a:gd name="connsiteX160" fmla="*/ 5675115 w 6004835"/>
              <a:gd name="connsiteY160" fmla="*/ 631825 h 2733536"/>
              <a:gd name="connsiteX161" fmla="*/ 5685960 w 6004835"/>
              <a:gd name="connsiteY161" fmla="*/ 566749 h 2733536"/>
              <a:gd name="connsiteX162" fmla="*/ 5711990 w 6004835"/>
              <a:gd name="connsiteY162" fmla="*/ 486489 h 2733536"/>
              <a:gd name="connsiteX163" fmla="*/ 5735853 w 6004835"/>
              <a:gd name="connsiteY163" fmla="*/ 404059 h 2733536"/>
              <a:gd name="connsiteX164" fmla="*/ 5757545 w 6004835"/>
              <a:gd name="connsiteY164" fmla="*/ 299937 h 2733536"/>
              <a:gd name="connsiteX165" fmla="*/ 5770560 w 6004835"/>
              <a:gd name="connsiteY165" fmla="*/ 276074 h 2733536"/>
              <a:gd name="connsiteX166" fmla="*/ 5783576 w 6004835"/>
              <a:gd name="connsiteY166" fmla="*/ 204491 h 2733536"/>
              <a:gd name="connsiteX167" fmla="*/ 5835636 w 6004835"/>
              <a:gd name="connsiteY167" fmla="*/ 122061 h 2733536"/>
              <a:gd name="connsiteX168" fmla="*/ 5800929 w 6004835"/>
              <a:gd name="connsiteY168" fmla="*/ 289089 h 2733536"/>
              <a:gd name="connsiteX169" fmla="*/ 5774899 w 6004835"/>
              <a:gd name="connsiteY169" fmla="*/ 427919 h 2733536"/>
              <a:gd name="connsiteX170" fmla="*/ 5716329 w 6004835"/>
              <a:gd name="connsiteY170" fmla="*/ 605794 h 2733536"/>
              <a:gd name="connsiteX171" fmla="*/ 5704744 w 6004835"/>
              <a:gd name="connsiteY171" fmla="*/ 623818 h 2733536"/>
              <a:gd name="connsiteX172" fmla="*/ 5699791 w 6004835"/>
              <a:gd name="connsiteY172" fmla="*/ 650807 h 2733536"/>
              <a:gd name="connsiteX173" fmla="*/ 5683792 w 6004835"/>
              <a:gd name="connsiteY173" fmla="*/ 696904 h 2733536"/>
              <a:gd name="connsiteX174" fmla="*/ 5623054 w 6004835"/>
              <a:gd name="connsiteY174" fmla="*/ 829224 h 2733536"/>
              <a:gd name="connsiteX175" fmla="*/ 5594853 w 6004835"/>
              <a:gd name="connsiteY175" fmla="*/ 898639 h 2733536"/>
              <a:gd name="connsiteX176" fmla="*/ 5577500 w 6004835"/>
              <a:gd name="connsiteY176" fmla="*/ 935517 h 2733536"/>
              <a:gd name="connsiteX177" fmla="*/ 5555807 w 6004835"/>
              <a:gd name="connsiteY177" fmla="*/ 974563 h 2733536"/>
              <a:gd name="connsiteX178" fmla="*/ 5497239 w 6004835"/>
              <a:gd name="connsiteY178" fmla="*/ 1078685 h 2733536"/>
              <a:gd name="connsiteX179" fmla="*/ 5434331 w 6004835"/>
              <a:gd name="connsiteY179" fmla="*/ 1180637 h 2733536"/>
              <a:gd name="connsiteX180" fmla="*/ 5354071 w 6004835"/>
              <a:gd name="connsiteY180" fmla="*/ 1317298 h 2733536"/>
              <a:gd name="connsiteX181" fmla="*/ 5265133 w 6004835"/>
              <a:gd name="connsiteY181" fmla="*/ 1451789 h 2733536"/>
              <a:gd name="connsiteX182" fmla="*/ 5206565 w 6004835"/>
              <a:gd name="connsiteY182" fmla="*/ 1527711 h 2733536"/>
              <a:gd name="connsiteX183" fmla="*/ 5143657 w 6004835"/>
              <a:gd name="connsiteY183" fmla="*/ 1601464 h 2733536"/>
              <a:gd name="connsiteX184" fmla="*/ 5121965 w 6004835"/>
              <a:gd name="connsiteY184" fmla="*/ 1631833 h 2733536"/>
              <a:gd name="connsiteX185" fmla="*/ 5098105 w 6004835"/>
              <a:gd name="connsiteY185" fmla="*/ 1662202 h 2733536"/>
              <a:gd name="connsiteX186" fmla="*/ 5061227 w 6004835"/>
              <a:gd name="connsiteY186" fmla="*/ 1692571 h 2733536"/>
              <a:gd name="connsiteX187" fmla="*/ 5000915 w 6004835"/>
              <a:gd name="connsiteY187" fmla="*/ 1759348 h 2733536"/>
              <a:gd name="connsiteX188" fmla="*/ 5002657 w 6004835"/>
              <a:gd name="connsiteY188" fmla="*/ 1766324 h 2733536"/>
              <a:gd name="connsiteX189" fmla="*/ 4939751 w 6004835"/>
              <a:gd name="connsiteY189" fmla="*/ 1831400 h 2733536"/>
              <a:gd name="connsiteX190" fmla="*/ 4872505 w 6004835"/>
              <a:gd name="connsiteY190" fmla="*/ 1879123 h 2733536"/>
              <a:gd name="connsiteX191" fmla="*/ 4818275 w 6004835"/>
              <a:gd name="connsiteY191" fmla="*/ 1922507 h 2733536"/>
              <a:gd name="connsiteX192" fmla="*/ 1583173 w 6004835"/>
              <a:gd name="connsiteY192" fmla="*/ 2117115 h 2733536"/>
              <a:gd name="connsiteX193" fmla="*/ 1583979 w 6004835"/>
              <a:gd name="connsiteY193" fmla="*/ 2113398 h 2733536"/>
              <a:gd name="connsiteX194" fmla="*/ 1575826 w 6004835"/>
              <a:gd name="connsiteY194" fmla="*/ 2107629 h 2733536"/>
              <a:gd name="connsiteX195" fmla="*/ 1575847 w 6004835"/>
              <a:gd name="connsiteY195" fmla="*/ 2108247 h 2733536"/>
              <a:gd name="connsiteX196" fmla="*/ 1217383 w 6004835"/>
              <a:gd name="connsiteY196" fmla="*/ 2132920 h 2733536"/>
              <a:gd name="connsiteX197" fmla="*/ 1178338 w 6004835"/>
              <a:gd name="connsiteY197" fmla="*/ 2106889 h 2733536"/>
              <a:gd name="connsiteX198" fmla="*/ 1141462 w 6004835"/>
              <a:gd name="connsiteY198" fmla="*/ 2078691 h 2733536"/>
              <a:gd name="connsiteX199" fmla="*/ 1050355 w 6004835"/>
              <a:gd name="connsiteY199" fmla="*/ 2002767 h 2733536"/>
              <a:gd name="connsiteX200" fmla="*/ 965755 w 6004835"/>
              <a:gd name="connsiteY200" fmla="*/ 1926846 h 2733536"/>
              <a:gd name="connsiteX201" fmla="*/ 887663 w 6004835"/>
              <a:gd name="connsiteY201" fmla="*/ 1850922 h 2733536"/>
              <a:gd name="connsiteX202" fmla="*/ 850788 w 6004835"/>
              <a:gd name="connsiteY202" fmla="*/ 1814047 h 2733536"/>
              <a:gd name="connsiteX203" fmla="*/ 816080 w 6004835"/>
              <a:gd name="connsiteY203" fmla="*/ 1775001 h 2733536"/>
              <a:gd name="connsiteX204" fmla="*/ 829096 w 6004835"/>
              <a:gd name="connsiteY204" fmla="*/ 1757647 h 2733536"/>
              <a:gd name="connsiteX205" fmla="*/ 872480 w 6004835"/>
              <a:gd name="connsiteY205" fmla="*/ 1796693 h 2733536"/>
              <a:gd name="connsiteX206" fmla="*/ 920202 w 6004835"/>
              <a:gd name="connsiteY206" fmla="*/ 1833568 h 2733536"/>
              <a:gd name="connsiteX207" fmla="*/ 978770 w 6004835"/>
              <a:gd name="connsiteY207" fmla="*/ 1896477 h 2733536"/>
              <a:gd name="connsiteX208" fmla="*/ 983748 w 6004835"/>
              <a:gd name="connsiteY208" fmla="*/ 1900747 h 2733536"/>
              <a:gd name="connsiteX209" fmla="*/ 920202 w 6004835"/>
              <a:gd name="connsiteY209" fmla="*/ 1833568 h 2733536"/>
              <a:gd name="connsiteX210" fmla="*/ 874648 w 6004835"/>
              <a:gd name="connsiteY210" fmla="*/ 1796693 h 2733536"/>
              <a:gd name="connsiteX211" fmla="*/ 831264 w 6004835"/>
              <a:gd name="connsiteY211" fmla="*/ 1757647 h 2733536"/>
              <a:gd name="connsiteX212" fmla="*/ 783541 w 6004835"/>
              <a:gd name="connsiteY212" fmla="*/ 1699077 h 2733536"/>
              <a:gd name="connsiteX213" fmla="*/ 737989 w 6004835"/>
              <a:gd name="connsiteY213" fmla="*/ 1638339 h 2733536"/>
              <a:gd name="connsiteX214" fmla="*/ 794388 w 6004835"/>
              <a:gd name="connsiteY214" fmla="*/ 1675217 h 2733536"/>
              <a:gd name="connsiteX215" fmla="*/ 797157 w 6004835"/>
              <a:gd name="connsiteY215" fmla="*/ 1678478 h 2733536"/>
              <a:gd name="connsiteX216" fmla="*/ 822858 w 6004835"/>
              <a:gd name="connsiteY216" fmla="*/ 1684165 h 2733536"/>
              <a:gd name="connsiteX217" fmla="*/ 881154 w 6004835"/>
              <a:gd name="connsiteY217" fmla="*/ 1738123 h 2733536"/>
              <a:gd name="connsiteX218" fmla="*/ 961416 w 6004835"/>
              <a:gd name="connsiteY218" fmla="*/ 1803200 h 2733536"/>
              <a:gd name="connsiteX219" fmla="*/ 996124 w 6004835"/>
              <a:gd name="connsiteY219" fmla="*/ 1850922 h 2733536"/>
              <a:gd name="connsiteX220" fmla="*/ 1015645 w 6004835"/>
              <a:gd name="connsiteY220" fmla="*/ 1874785 h 2733536"/>
              <a:gd name="connsiteX221" fmla="*/ 1098076 w 6004835"/>
              <a:gd name="connsiteY221" fmla="*/ 1944199 h 2733536"/>
              <a:gd name="connsiteX222" fmla="*/ 1074215 w 6004835"/>
              <a:gd name="connsiteY222" fmla="*/ 1963721 h 2733536"/>
              <a:gd name="connsiteX223" fmla="*/ 997449 w 6004835"/>
              <a:gd name="connsiteY223" fmla="*/ 1878424 h 2733536"/>
              <a:gd name="connsiteX224" fmla="*/ 993956 w 6004835"/>
              <a:gd name="connsiteY224" fmla="*/ 1879123 h 2733536"/>
              <a:gd name="connsiteX225" fmla="*/ 1066602 w 6004835"/>
              <a:gd name="connsiteY225" fmla="*/ 1959841 h 2733536"/>
              <a:gd name="connsiteX226" fmla="*/ 1074215 w 6004835"/>
              <a:gd name="connsiteY226" fmla="*/ 1963721 h 2733536"/>
              <a:gd name="connsiteX227" fmla="*/ 1098078 w 6004835"/>
              <a:gd name="connsiteY227" fmla="*/ 1944199 h 2733536"/>
              <a:gd name="connsiteX228" fmla="*/ 1304152 w 6004835"/>
              <a:gd name="connsiteY228" fmla="*/ 2106889 h 2733536"/>
              <a:gd name="connsiteX229" fmla="*/ 1262938 w 6004835"/>
              <a:gd name="connsiteY229" fmla="*/ 2119904 h 2733536"/>
              <a:gd name="connsiteX230" fmla="*/ 1278121 w 6004835"/>
              <a:gd name="connsiteY230" fmla="*/ 2130752 h 2733536"/>
              <a:gd name="connsiteX231" fmla="*/ 1217383 w 6004835"/>
              <a:gd name="connsiteY231" fmla="*/ 2132920 h 2733536"/>
              <a:gd name="connsiteX232" fmla="*/ 1495043 w 6004835"/>
              <a:gd name="connsiteY232" fmla="*/ 2280428 h 2733536"/>
              <a:gd name="connsiteX233" fmla="*/ 1425628 w 6004835"/>
              <a:gd name="connsiteY233" fmla="*/ 2243551 h 2733536"/>
              <a:gd name="connsiteX234" fmla="*/ 1373567 w 6004835"/>
              <a:gd name="connsiteY234" fmla="*/ 2211014 h 2733536"/>
              <a:gd name="connsiteX235" fmla="*/ 1317167 w 6004835"/>
              <a:gd name="connsiteY235" fmla="*/ 2163291 h 2733536"/>
              <a:gd name="connsiteX236" fmla="*/ 1464674 w 6004835"/>
              <a:gd name="connsiteY236" fmla="*/ 2245721 h 2733536"/>
              <a:gd name="connsiteX237" fmla="*/ 1495043 w 6004835"/>
              <a:gd name="connsiteY237" fmla="*/ 2280428 h 2733536"/>
              <a:gd name="connsiteX238" fmla="*/ 1861641 w 6004835"/>
              <a:gd name="connsiteY238" fmla="*/ 2380212 h 2733536"/>
              <a:gd name="connsiteX239" fmla="*/ 1722811 w 6004835"/>
              <a:gd name="connsiteY239" fmla="*/ 2312965 h 2733536"/>
              <a:gd name="connsiteX240" fmla="*/ 1757518 w 6004835"/>
              <a:gd name="connsiteY240" fmla="*/ 2310797 h 2733536"/>
              <a:gd name="connsiteX241" fmla="*/ 1876824 w 6004835"/>
              <a:gd name="connsiteY241" fmla="*/ 2371535 h 2733536"/>
              <a:gd name="connsiteX242" fmla="*/ 1861641 w 6004835"/>
              <a:gd name="connsiteY242" fmla="*/ 2380212 h 2733536"/>
              <a:gd name="connsiteX243" fmla="*/ 3611567 w 6004835"/>
              <a:gd name="connsiteY243" fmla="*/ 2391251 h 2733536"/>
              <a:gd name="connsiteX244" fmla="*/ 3772715 w 6004835"/>
              <a:gd name="connsiteY244" fmla="*/ 2360688 h 2733536"/>
              <a:gd name="connsiteX245" fmla="*/ 3803084 w 6004835"/>
              <a:gd name="connsiteY245" fmla="*/ 2354179 h 2733536"/>
              <a:gd name="connsiteX246" fmla="*/ 3900697 w 6004835"/>
              <a:gd name="connsiteY246" fmla="*/ 2319472 h 2733536"/>
              <a:gd name="connsiteX247" fmla="*/ 3961435 w 6004835"/>
              <a:gd name="connsiteY247" fmla="*/ 2299950 h 2733536"/>
              <a:gd name="connsiteX248" fmla="*/ 4059051 w 6004835"/>
              <a:gd name="connsiteY248" fmla="*/ 2250057 h 2733536"/>
              <a:gd name="connsiteX249" fmla="*/ 4169679 w 6004835"/>
              <a:gd name="connsiteY249" fmla="*/ 2211011 h 2733536"/>
              <a:gd name="connsiteX250" fmla="*/ 4240558 w 6004835"/>
              <a:gd name="connsiteY250" fmla="*/ 2183216 h 2733536"/>
              <a:gd name="connsiteX251" fmla="*/ 4271633 w 6004835"/>
              <a:gd name="connsiteY251" fmla="*/ 2165459 h 2733536"/>
              <a:gd name="connsiteX252" fmla="*/ 4299830 w 6004835"/>
              <a:gd name="connsiteY252" fmla="*/ 2156784 h 2733536"/>
              <a:gd name="connsiteX253" fmla="*/ 4338878 w 6004835"/>
              <a:gd name="connsiteY253" fmla="*/ 2135090 h 2733536"/>
              <a:gd name="connsiteX254" fmla="*/ 4349137 w 6004835"/>
              <a:gd name="connsiteY254" fmla="*/ 2127960 h 2733536"/>
              <a:gd name="connsiteX255" fmla="*/ 4375756 w 6004835"/>
              <a:gd name="connsiteY255" fmla="*/ 2102553 h 2733536"/>
              <a:gd name="connsiteX256" fmla="*/ 4434323 w 6004835"/>
              <a:gd name="connsiteY256" fmla="*/ 2067846 h 2733536"/>
              <a:gd name="connsiteX257" fmla="*/ 4500956 w 6004835"/>
              <a:gd name="connsiteY257" fmla="*/ 2035183 h 2733536"/>
              <a:gd name="connsiteX258" fmla="*/ 4525430 w 6004835"/>
              <a:gd name="connsiteY258" fmla="*/ 2020121 h 2733536"/>
              <a:gd name="connsiteX259" fmla="*/ 4610031 w 6004835"/>
              <a:gd name="connsiteY259" fmla="*/ 1963721 h 2733536"/>
              <a:gd name="connsiteX260" fmla="*/ 4646906 w 6004835"/>
              <a:gd name="connsiteY260" fmla="*/ 1929014 h 2733536"/>
              <a:gd name="connsiteX261" fmla="*/ 4688122 w 6004835"/>
              <a:gd name="connsiteY261" fmla="*/ 1902983 h 2733536"/>
              <a:gd name="connsiteX262" fmla="*/ 4794412 w 6004835"/>
              <a:gd name="connsiteY262" fmla="*/ 1822724 h 2733536"/>
              <a:gd name="connsiteX263" fmla="*/ 4870336 w 6004835"/>
              <a:gd name="connsiteY263" fmla="*/ 1751138 h 2733536"/>
              <a:gd name="connsiteX264" fmla="*/ 4954934 w 6004835"/>
              <a:gd name="connsiteY264" fmla="*/ 1679556 h 2733536"/>
              <a:gd name="connsiteX265" fmla="*/ 5210901 w 6004835"/>
              <a:gd name="connsiteY265" fmla="*/ 1391049 h 2733536"/>
              <a:gd name="connsiteX266" fmla="*/ 5246128 w 6004835"/>
              <a:gd name="connsiteY266" fmla="*/ 1331165 h 2733536"/>
              <a:gd name="connsiteX267" fmla="*/ 5247779 w 6004835"/>
              <a:gd name="connsiteY267" fmla="*/ 1325973 h 2733536"/>
              <a:gd name="connsiteX268" fmla="*/ 5304178 w 6004835"/>
              <a:gd name="connsiteY268" fmla="*/ 1239204 h 2733536"/>
              <a:gd name="connsiteX269" fmla="*/ 5321533 w 6004835"/>
              <a:gd name="connsiteY269" fmla="*/ 1213174 h 2733536"/>
              <a:gd name="connsiteX270" fmla="*/ 5344607 w 6004835"/>
              <a:gd name="connsiteY270" fmla="*/ 1181170 h 2733536"/>
              <a:gd name="connsiteX271" fmla="*/ 5351902 w 6004835"/>
              <a:gd name="connsiteY271" fmla="*/ 1167622 h 2733536"/>
              <a:gd name="connsiteX272" fmla="*/ 5397453 w 6004835"/>
              <a:gd name="connsiteY272" fmla="*/ 1089530 h 2733536"/>
              <a:gd name="connsiteX273" fmla="*/ 5486392 w 6004835"/>
              <a:gd name="connsiteY273" fmla="*/ 905146 h 2733536"/>
              <a:gd name="connsiteX274" fmla="*/ 5573161 w 6004835"/>
              <a:gd name="connsiteY274" fmla="*/ 707748 h 2733536"/>
              <a:gd name="connsiteX275" fmla="*/ 5598649 w 6004835"/>
              <a:gd name="connsiteY275" fmla="*/ 627486 h 2733536"/>
              <a:gd name="connsiteX276" fmla="*/ 5606968 w 6004835"/>
              <a:gd name="connsiteY276" fmla="*/ 596090 h 2733536"/>
              <a:gd name="connsiteX277" fmla="*/ 5543685 w 6004835"/>
              <a:gd name="connsiteY277" fmla="*/ 768994 h 2733536"/>
              <a:gd name="connsiteX278" fmla="*/ 5410562 w 6004835"/>
              <a:gd name="connsiteY278" fmla="*/ 1041106 h 2733536"/>
              <a:gd name="connsiteX279" fmla="*/ 5391072 w 6004835"/>
              <a:gd name="connsiteY279" fmla="*/ 1071921 h 2733536"/>
              <a:gd name="connsiteX280" fmla="*/ 5390947 w 6004835"/>
              <a:gd name="connsiteY280" fmla="*/ 1072176 h 2733536"/>
              <a:gd name="connsiteX281" fmla="*/ 5345392 w 6004835"/>
              <a:gd name="connsiteY281" fmla="*/ 1150268 h 2733536"/>
              <a:gd name="connsiteX282" fmla="*/ 5299840 w 6004835"/>
              <a:gd name="connsiteY282" fmla="*/ 1234868 h 2733536"/>
              <a:gd name="connsiteX283" fmla="*/ 5247779 w 6004835"/>
              <a:gd name="connsiteY283" fmla="*/ 1299945 h 2733536"/>
              <a:gd name="connsiteX284" fmla="*/ 5204395 w 6004835"/>
              <a:gd name="connsiteY284" fmla="*/ 1373698 h 2733536"/>
              <a:gd name="connsiteX285" fmla="*/ 4948428 w 6004835"/>
              <a:gd name="connsiteY285" fmla="*/ 1662202 h 2733536"/>
              <a:gd name="connsiteX286" fmla="*/ 4863827 w 6004835"/>
              <a:gd name="connsiteY286" fmla="*/ 1733787 h 2733536"/>
              <a:gd name="connsiteX287" fmla="*/ 4855711 w 6004835"/>
              <a:gd name="connsiteY287" fmla="*/ 1739959 h 2733536"/>
              <a:gd name="connsiteX288" fmla="*/ 4852211 w 6004835"/>
              <a:gd name="connsiteY288" fmla="*/ 1743502 h 2733536"/>
              <a:gd name="connsiteX289" fmla="*/ 4816833 w 6004835"/>
              <a:gd name="connsiteY289" fmla="*/ 1772341 h 2733536"/>
              <a:gd name="connsiteX290" fmla="*/ 4787906 w 6004835"/>
              <a:gd name="connsiteY290" fmla="*/ 1805370 h 2733536"/>
              <a:gd name="connsiteX291" fmla="*/ 4681613 w 6004835"/>
              <a:gd name="connsiteY291" fmla="*/ 1885632 h 2733536"/>
              <a:gd name="connsiteX292" fmla="*/ 4664959 w 6004835"/>
              <a:gd name="connsiteY292" fmla="*/ 1896153 h 2733536"/>
              <a:gd name="connsiteX293" fmla="*/ 4619721 w 6004835"/>
              <a:gd name="connsiteY293" fmla="*/ 1933031 h 2733536"/>
              <a:gd name="connsiteX294" fmla="*/ 4613189 w 6004835"/>
              <a:gd name="connsiteY294" fmla="*/ 1937274 h 2733536"/>
              <a:gd name="connsiteX295" fmla="*/ 4603522 w 6004835"/>
              <a:gd name="connsiteY295" fmla="*/ 1946370 h 2733536"/>
              <a:gd name="connsiteX296" fmla="*/ 4518924 w 6004835"/>
              <a:gd name="connsiteY296" fmla="*/ 2002769 h 2733536"/>
              <a:gd name="connsiteX297" fmla="*/ 4434323 w 6004835"/>
              <a:gd name="connsiteY297" fmla="*/ 2054830 h 2733536"/>
              <a:gd name="connsiteX298" fmla="*/ 4424640 w 6004835"/>
              <a:gd name="connsiteY298" fmla="*/ 2059738 h 2733536"/>
              <a:gd name="connsiteX299" fmla="*/ 4367359 w 6004835"/>
              <a:gd name="connsiteY299" fmla="*/ 2096944 h 2733536"/>
              <a:gd name="connsiteX300" fmla="*/ 4349602 w 6004835"/>
              <a:gd name="connsiteY300" fmla="*/ 2105901 h 2733536"/>
              <a:gd name="connsiteX301" fmla="*/ 4332371 w 6004835"/>
              <a:gd name="connsiteY301" fmla="*/ 2117736 h 2733536"/>
              <a:gd name="connsiteX302" fmla="*/ 4273802 w 6004835"/>
              <a:gd name="connsiteY302" fmla="*/ 2150276 h 2733536"/>
              <a:gd name="connsiteX303" fmla="*/ 4219078 w 6004835"/>
              <a:gd name="connsiteY303" fmla="*/ 2171738 h 2733536"/>
              <a:gd name="connsiteX304" fmla="*/ 4097113 w 6004835"/>
              <a:gd name="connsiteY304" fmla="*/ 2233257 h 2733536"/>
              <a:gd name="connsiteX305" fmla="*/ 3810966 w 6004835"/>
              <a:gd name="connsiteY305" fmla="*/ 2339980 h 2733536"/>
              <a:gd name="connsiteX306" fmla="*/ 3434318 w 6004835"/>
              <a:gd name="connsiteY306" fmla="*/ 2432271 h 2733536"/>
              <a:gd name="connsiteX307" fmla="*/ 3489904 w 6004835"/>
              <a:gd name="connsiteY307" fmla="*/ 2421968 h 2733536"/>
              <a:gd name="connsiteX308" fmla="*/ 3508260 w 6004835"/>
              <a:gd name="connsiteY308" fmla="*/ 2413988 h 2733536"/>
              <a:gd name="connsiteX309" fmla="*/ 3395689 w 6004835"/>
              <a:gd name="connsiteY309" fmla="*/ 2431169 h 2733536"/>
              <a:gd name="connsiteX310" fmla="*/ 3115443 w 6004835"/>
              <a:gd name="connsiteY310" fmla="*/ 2471317 h 2733536"/>
              <a:gd name="connsiteX311" fmla="*/ 3134967 w 6004835"/>
              <a:gd name="connsiteY311" fmla="*/ 2466978 h 2733536"/>
              <a:gd name="connsiteX312" fmla="*/ 3269458 w 6004835"/>
              <a:gd name="connsiteY312" fmla="*/ 2451795 h 2733536"/>
              <a:gd name="connsiteX313" fmla="*/ 3291589 w 6004835"/>
              <a:gd name="connsiteY313" fmla="*/ 2447491 h 2733536"/>
              <a:gd name="connsiteX314" fmla="*/ 3302325 w 6004835"/>
              <a:gd name="connsiteY314" fmla="*/ 2445418 h 2733536"/>
              <a:gd name="connsiteX315" fmla="*/ 3269182 w 6004835"/>
              <a:gd name="connsiteY315" fmla="*/ 2450476 h 2733536"/>
              <a:gd name="connsiteX316" fmla="*/ 3039972 w 6004835"/>
              <a:gd name="connsiteY316" fmla="*/ 2462050 h 2733536"/>
              <a:gd name="connsiteX317" fmla="*/ 3566117 w 6004835"/>
              <a:gd name="connsiteY317" fmla="*/ 2502995 h 2733536"/>
              <a:gd name="connsiteX318" fmla="*/ 3744787 w 6004835"/>
              <a:gd name="connsiteY318" fmla="*/ 2463184 h 2733536"/>
              <a:gd name="connsiteX319" fmla="*/ 3919185 w 6004835"/>
              <a:gd name="connsiteY319" fmla="*/ 2408971 h 2733536"/>
              <a:gd name="connsiteX320" fmla="*/ 3719971 w 6004835"/>
              <a:gd name="connsiteY320" fmla="*/ 2526104 h 2733536"/>
              <a:gd name="connsiteX321" fmla="*/ 3722825 w 6004835"/>
              <a:gd name="connsiteY321" fmla="*/ 2525548 h 2733536"/>
              <a:gd name="connsiteX322" fmla="*/ 3725537 w 6004835"/>
              <a:gd name="connsiteY322" fmla="*/ 2524533 h 2733536"/>
              <a:gd name="connsiteX323" fmla="*/ 3245598 w 6004835"/>
              <a:gd name="connsiteY323" fmla="*/ 2558088 h 2733536"/>
              <a:gd name="connsiteX324" fmla="*/ 3337099 w 6004835"/>
              <a:gd name="connsiteY324" fmla="*/ 2535211 h 2733536"/>
              <a:gd name="connsiteX325" fmla="*/ 3338873 w 6004835"/>
              <a:gd name="connsiteY325" fmla="*/ 2529887 h 2733536"/>
              <a:gd name="connsiteX326" fmla="*/ 3510242 w 6004835"/>
              <a:gd name="connsiteY326" fmla="*/ 2501688 h 2733536"/>
              <a:gd name="connsiteX327" fmla="*/ 3631717 w 6004835"/>
              <a:gd name="connsiteY327" fmla="*/ 2471319 h 2733536"/>
              <a:gd name="connsiteX328" fmla="*/ 3729331 w 6004835"/>
              <a:gd name="connsiteY328" fmla="*/ 2443118 h 2733536"/>
              <a:gd name="connsiteX329" fmla="*/ 3818270 w 6004835"/>
              <a:gd name="connsiteY329" fmla="*/ 2414920 h 2733536"/>
              <a:gd name="connsiteX330" fmla="*/ 3915883 w 6004835"/>
              <a:gd name="connsiteY330" fmla="*/ 2384551 h 2733536"/>
              <a:gd name="connsiteX331" fmla="*/ 3991807 w 6004835"/>
              <a:gd name="connsiteY331" fmla="*/ 2371535 h 2733536"/>
              <a:gd name="connsiteX332" fmla="*/ 3940410 w 6004835"/>
              <a:gd name="connsiteY332" fmla="*/ 2402373 h 2733536"/>
              <a:gd name="connsiteX333" fmla="*/ 3941914 w 6004835"/>
              <a:gd name="connsiteY333" fmla="*/ 2401904 h 2733536"/>
              <a:gd name="connsiteX334" fmla="*/ 3996145 w 6004835"/>
              <a:gd name="connsiteY334" fmla="*/ 2369365 h 2733536"/>
              <a:gd name="connsiteX335" fmla="*/ 4026514 w 6004835"/>
              <a:gd name="connsiteY335" fmla="*/ 2358520 h 2733536"/>
              <a:gd name="connsiteX336" fmla="*/ 4028536 w 6004835"/>
              <a:gd name="connsiteY336" fmla="*/ 2357960 h 2733536"/>
              <a:gd name="connsiteX337" fmla="*/ 4041697 w 6004835"/>
              <a:gd name="connsiteY337" fmla="*/ 2343334 h 2733536"/>
              <a:gd name="connsiteX338" fmla="*/ 4113282 w 6004835"/>
              <a:gd name="connsiteY338" fmla="*/ 2317304 h 2733536"/>
              <a:gd name="connsiteX339" fmla="*/ 4182697 w 6004835"/>
              <a:gd name="connsiteY339" fmla="*/ 2289105 h 2733536"/>
              <a:gd name="connsiteX340" fmla="*/ 4230420 w 6004835"/>
              <a:gd name="connsiteY340" fmla="*/ 2260904 h 2733536"/>
              <a:gd name="connsiteX341" fmla="*/ 4293326 w 6004835"/>
              <a:gd name="connsiteY341" fmla="*/ 2228367 h 2733536"/>
              <a:gd name="connsiteX342" fmla="*/ 4345387 w 6004835"/>
              <a:gd name="connsiteY342" fmla="*/ 2206675 h 2733536"/>
              <a:gd name="connsiteX343" fmla="*/ 4381087 w 6004835"/>
              <a:gd name="connsiteY343" fmla="*/ 2191155 h 2733536"/>
              <a:gd name="connsiteX344" fmla="*/ 4399618 w 6004835"/>
              <a:gd name="connsiteY344" fmla="*/ 2178474 h 2733536"/>
              <a:gd name="connsiteX345" fmla="*/ 4490725 w 6004835"/>
              <a:gd name="connsiteY345" fmla="*/ 2124245 h 2733536"/>
              <a:gd name="connsiteX346" fmla="*/ 4618708 w 6004835"/>
              <a:gd name="connsiteY346" fmla="*/ 2054830 h 2733536"/>
              <a:gd name="connsiteX347" fmla="*/ 4743722 w 6004835"/>
              <a:gd name="connsiteY347" fmla="*/ 1965236 h 2733536"/>
              <a:gd name="connsiteX348" fmla="*/ 4735845 w 6004835"/>
              <a:gd name="connsiteY348" fmla="*/ 1965892 h 2733536"/>
              <a:gd name="connsiteX349" fmla="*/ 4605692 w 6004835"/>
              <a:gd name="connsiteY349" fmla="*/ 2059169 h 2733536"/>
              <a:gd name="connsiteX350" fmla="*/ 4477707 w 6004835"/>
              <a:gd name="connsiteY350" fmla="*/ 2128584 h 2733536"/>
              <a:gd name="connsiteX351" fmla="*/ 4386601 w 6004835"/>
              <a:gd name="connsiteY351" fmla="*/ 2182813 h 2733536"/>
              <a:gd name="connsiteX352" fmla="*/ 4336710 w 6004835"/>
              <a:gd name="connsiteY352" fmla="*/ 2204505 h 2733536"/>
              <a:gd name="connsiteX353" fmla="*/ 4284649 w 6004835"/>
              <a:gd name="connsiteY353" fmla="*/ 2226197 h 2733536"/>
              <a:gd name="connsiteX354" fmla="*/ 4221740 w 6004835"/>
              <a:gd name="connsiteY354" fmla="*/ 2258736 h 2733536"/>
              <a:gd name="connsiteX355" fmla="*/ 4174018 w 6004835"/>
              <a:gd name="connsiteY355" fmla="*/ 2286935 h 2733536"/>
              <a:gd name="connsiteX356" fmla="*/ 4104603 w 6004835"/>
              <a:gd name="connsiteY356" fmla="*/ 2315136 h 2733536"/>
              <a:gd name="connsiteX357" fmla="*/ 4033020 w 6004835"/>
              <a:gd name="connsiteY357" fmla="*/ 2341166 h 2733536"/>
              <a:gd name="connsiteX358" fmla="*/ 4013496 w 6004835"/>
              <a:gd name="connsiteY358" fmla="*/ 2360688 h 2733536"/>
              <a:gd name="connsiteX359" fmla="*/ 3983127 w 6004835"/>
              <a:gd name="connsiteY359" fmla="*/ 2371535 h 2733536"/>
              <a:gd name="connsiteX360" fmla="*/ 3907206 w 6004835"/>
              <a:gd name="connsiteY360" fmla="*/ 2384551 h 2733536"/>
              <a:gd name="connsiteX361" fmla="*/ 3809590 w 6004835"/>
              <a:gd name="connsiteY361" fmla="*/ 2414920 h 2733536"/>
              <a:gd name="connsiteX362" fmla="*/ 3720654 w 6004835"/>
              <a:gd name="connsiteY362" fmla="*/ 2443118 h 2733536"/>
              <a:gd name="connsiteX363" fmla="*/ 3623038 w 6004835"/>
              <a:gd name="connsiteY363" fmla="*/ 2471319 h 2733536"/>
              <a:gd name="connsiteX364" fmla="*/ 3501563 w 6004835"/>
              <a:gd name="connsiteY364" fmla="*/ 2501688 h 2733536"/>
              <a:gd name="connsiteX365" fmla="*/ 3330196 w 6004835"/>
              <a:gd name="connsiteY365" fmla="*/ 2529887 h 2733536"/>
              <a:gd name="connsiteX366" fmla="*/ 3325858 w 6004835"/>
              <a:gd name="connsiteY366" fmla="*/ 2536395 h 2733536"/>
              <a:gd name="connsiteX367" fmla="*/ 3243464 w 6004835"/>
              <a:gd name="connsiteY367" fmla="*/ 2556994 h 2733536"/>
              <a:gd name="connsiteX368" fmla="*/ 2174005 w 6004835"/>
              <a:gd name="connsiteY368" fmla="*/ 2581948 h 2733536"/>
              <a:gd name="connsiteX369" fmla="*/ 2139297 w 6004835"/>
              <a:gd name="connsiteY369" fmla="*/ 2575439 h 2733536"/>
              <a:gd name="connsiteX370" fmla="*/ 2015653 w 6004835"/>
              <a:gd name="connsiteY370" fmla="*/ 2529887 h 2733536"/>
              <a:gd name="connsiteX371" fmla="*/ 1954915 w 6004835"/>
              <a:gd name="connsiteY371" fmla="*/ 2506024 h 2733536"/>
              <a:gd name="connsiteX372" fmla="*/ 1894178 w 6004835"/>
              <a:gd name="connsiteY372" fmla="*/ 2479994 h 2733536"/>
              <a:gd name="connsiteX373" fmla="*/ 1813916 w 6004835"/>
              <a:gd name="connsiteY373" fmla="*/ 2451795 h 2733536"/>
              <a:gd name="connsiteX374" fmla="*/ 1744501 w 6004835"/>
              <a:gd name="connsiteY374" fmla="*/ 2421426 h 2733536"/>
              <a:gd name="connsiteX375" fmla="*/ 1690272 w 6004835"/>
              <a:gd name="connsiteY375" fmla="*/ 2393225 h 2733536"/>
              <a:gd name="connsiteX376" fmla="*/ 1655564 w 6004835"/>
              <a:gd name="connsiteY376" fmla="*/ 2365027 h 2733536"/>
              <a:gd name="connsiteX377" fmla="*/ 1905022 w 6004835"/>
              <a:gd name="connsiteY377" fmla="*/ 2471317 h 2733536"/>
              <a:gd name="connsiteX378" fmla="*/ 1993961 w 6004835"/>
              <a:gd name="connsiteY378" fmla="*/ 2499518 h 2733536"/>
              <a:gd name="connsiteX379" fmla="*/ 2061206 w 6004835"/>
              <a:gd name="connsiteY379" fmla="*/ 2523378 h 2733536"/>
              <a:gd name="connsiteX380" fmla="*/ 2128453 w 6004835"/>
              <a:gd name="connsiteY380" fmla="*/ 2545070 h 2733536"/>
              <a:gd name="connsiteX381" fmla="*/ 2187020 w 6004835"/>
              <a:gd name="connsiteY381" fmla="*/ 2571101 h 2733536"/>
              <a:gd name="connsiteX382" fmla="*/ 2174005 w 6004835"/>
              <a:gd name="connsiteY382" fmla="*/ 2581948 h 2733536"/>
              <a:gd name="connsiteX383" fmla="*/ 3260781 w 6004835"/>
              <a:gd name="connsiteY383" fmla="*/ 2586286 h 2733536"/>
              <a:gd name="connsiteX384" fmla="*/ 3254275 w 6004835"/>
              <a:gd name="connsiteY384" fmla="*/ 2568932 h 2733536"/>
              <a:gd name="connsiteX385" fmla="*/ 3349720 w 6004835"/>
              <a:gd name="connsiteY385" fmla="*/ 2560256 h 2733536"/>
              <a:gd name="connsiteX386" fmla="*/ 3488550 w 6004835"/>
              <a:gd name="connsiteY386" fmla="*/ 2547240 h 2733536"/>
              <a:gd name="connsiteX387" fmla="*/ 3397443 w 6004835"/>
              <a:gd name="connsiteY387" fmla="*/ 2568932 h 2733536"/>
              <a:gd name="connsiteX388" fmla="*/ 3260781 w 6004835"/>
              <a:gd name="connsiteY388" fmla="*/ 2586286 h 2733536"/>
              <a:gd name="connsiteX389" fmla="*/ 3076397 w 6004835"/>
              <a:gd name="connsiteY389" fmla="*/ 2696917 h 2733536"/>
              <a:gd name="connsiteX390" fmla="*/ 3024336 w 6004835"/>
              <a:gd name="connsiteY390" fmla="*/ 2696917 h 2733536"/>
              <a:gd name="connsiteX391" fmla="*/ 2957092 w 6004835"/>
              <a:gd name="connsiteY391" fmla="*/ 2692578 h 2733536"/>
              <a:gd name="connsiteX392" fmla="*/ 2811753 w 6004835"/>
              <a:gd name="connsiteY392" fmla="*/ 2688240 h 2733536"/>
              <a:gd name="connsiteX393" fmla="*/ 2703293 w 6004835"/>
              <a:gd name="connsiteY393" fmla="*/ 2679563 h 2733536"/>
              <a:gd name="connsiteX394" fmla="*/ 2607847 w 6004835"/>
              <a:gd name="connsiteY394" fmla="*/ 2666548 h 2733536"/>
              <a:gd name="connsiteX395" fmla="*/ 2512402 w 6004835"/>
              <a:gd name="connsiteY395" fmla="*/ 2651363 h 2733536"/>
              <a:gd name="connsiteX396" fmla="*/ 2367066 w 6004835"/>
              <a:gd name="connsiteY396" fmla="*/ 2629670 h 2733536"/>
              <a:gd name="connsiteX397" fmla="*/ 2254267 w 6004835"/>
              <a:gd name="connsiteY397" fmla="*/ 2592795 h 2733536"/>
              <a:gd name="connsiteX398" fmla="*/ 2255572 w 6004835"/>
              <a:gd name="connsiteY398" fmla="*/ 2591848 h 2733536"/>
              <a:gd name="connsiteX399" fmla="*/ 2189190 w 6004835"/>
              <a:gd name="connsiteY399" fmla="*/ 2571103 h 2733536"/>
              <a:gd name="connsiteX400" fmla="*/ 2130621 w 6004835"/>
              <a:gd name="connsiteY400" fmla="*/ 2545072 h 2733536"/>
              <a:gd name="connsiteX401" fmla="*/ 2063376 w 6004835"/>
              <a:gd name="connsiteY401" fmla="*/ 2523380 h 2733536"/>
              <a:gd name="connsiteX402" fmla="*/ 1993961 w 6004835"/>
              <a:gd name="connsiteY402" fmla="*/ 2499518 h 2733536"/>
              <a:gd name="connsiteX403" fmla="*/ 2025414 w 6004835"/>
              <a:gd name="connsiteY403" fmla="*/ 2491925 h 2733536"/>
              <a:gd name="connsiteX404" fmla="*/ 2121944 w 6004835"/>
              <a:gd name="connsiteY404" fmla="*/ 2516871 h 2733536"/>
              <a:gd name="connsiteX405" fmla="*/ 2163160 w 6004835"/>
              <a:gd name="connsiteY405" fmla="*/ 2519039 h 2733536"/>
              <a:gd name="connsiteX406" fmla="*/ 2278127 w 6004835"/>
              <a:gd name="connsiteY406" fmla="*/ 2575441 h 2733536"/>
              <a:gd name="connsiteX407" fmla="*/ 2330188 w 6004835"/>
              <a:gd name="connsiteY407" fmla="*/ 2586286 h 2733536"/>
              <a:gd name="connsiteX408" fmla="*/ 2333445 w 6004835"/>
              <a:gd name="connsiteY408" fmla="*/ 2587372 h 2733536"/>
              <a:gd name="connsiteX409" fmla="*/ 2345374 w 6004835"/>
              <a:gd name="connsiteY409" fmla="*/ 2575441 h 2733536"/>
              <a:gd name="connsiteX410" fmla="*/ 2390926 w 6004835"/>
              <a:gd name="connsiteY410" fmla="*/ 2588457 h 2733536"/>
              <a:gd name="connsiteX411" fmla="*/ 2436481 w 6004835"/>
              <a:gd name="connsiteY411" fmla="*/ 2599301 h 2733536"/>
              <a:gd name="connsiteX412" fmla="*/ 2526239 w 6004835"/>
              <a:gd name="connsiteY412" fmla="*/ 2620176 h 2733536"/>
              <a:gd name="connsiteX413" fmla="*/ 2527588 w 6004835"/>
              <a:gd name="connsiteY413" fmla="*/ 2618825 h 2733536"/>
              <a:gd name="connsiteX414" fmla="*/ 2631710 w 6004835"/>
              <a:gd name="connsiteY414" fmla="*/ 2636179 h 2733536"/>
              <a:gd name="connsiteX415" fmla="*/ 2681600 w 6004835"/>
              <a:gd name="connsiteY415" fmla="*/ 2644856 h 2733536"/>
              <a:gd name="connsiteX416" fmla="*/ 2731493 w 6004835"/>
              <a:gd name="connsiteY416" fmla="*/ 2649194 h 2733536"/>
              <a:gd name="connsiteX417" fmla="*/ 2833445 w 6004835"/>
              <a:gd name="connsiteY417" fmla="*/ 2653533 h 2733536"/>
              <a:gd name="connsiteX418" fmla="*/ 2972275 w 6004835"/>
              <a:gd name="connsiteY418" fmla="*/ 2651363 h 2733536"/>
              <a:gd name="connsiteX419" fmla="*/ 2978301 w 6004835"/>
              <a:gd name="connsiteY419" fmla="*/ 2651363 h 2733536"/>
              <a:gd name="connsiteX420" fmla="*/ 2991799 w 6004835"/>
              <a:gd name="connsiteY420" fmla="*/ 2643770 h 2733536"/>
              <a:gd name="connsiteX421" fmla="*/ 3022168 w 6004835"/>
              <a:gd name="connsiteY421" fmla="*/ 2634009 h 2733536"/>
              <a:gd name="connsiteX422" fmla="*/ 3053079 w 6004835"/>
              <a:gd name="connsiteY422" fmla="*/ 2633467 h 2733536"/>
              <a:gd name="connsiteX423" fmla="*/ 3074229 w 6004835"/>
              <a:gd name="connsiteY423" fmla="*/ 2636177 h 2733536"/>
              <a:gd name="connsiteX424" fmla="*/ 3079922 w 6004835"/>
              <a:gd name="connsiteY424" fmla="*/ 2651363 h 2733536"/>
              <a:gd name="connsiteX425" fmla="*/ 3128458 w 6004835"/>
              <a:gd name="connsiteY425" fmla="*/ 2651363 h 2733536"/>
              <a:gd name="connsiteX426" fmla="*/ 3113275 w 6004835"/>
              <a:gd name="connsiteY426" fmla="*/ 2673055 h 2733536"/>
              <a:gd name="connsiteX427" fmla="*/ 3104598 w 6004835"/>
              <a:gd name="connsiteY427" fmla="*/ 2683901 h 2733536"/>
              <a:gd name="connsiteX428" fmla="*/ 3076397 w 6004835"/>
              <a:gd name="connsiteY428" fmla="*/ 2696917 h 2733536"/>
              <a:gd name="connsiteX429" fmla="*/ 3227761 w 6004835"/>
              <a:gd name="connsiteY429" fmla="*/ 2717163 h 2733536"/>
              <a:gd name="connsiteX430" fmla="*/ 3254252 w 6004835"/>
              <a:gd name="connsiteY430" fmla="*/ 2701267 h 2733536"/>
              <a:gd name="connsiteX431" fmla="*/ 3226074 w 6004835"/>
              <a:gd name="connsiteY431" fmla="*/ 2716438 h 2733536"/>
              <a:gd name="connsiteX432" fmla="*/ 3181606 w 6004835"/>
              <a:gd name="connsiteY432" fmla="*/ 2733521 h 2733536"/>
              <a:gd name="connsiteX433" fmla="*/ 3121952 w 6004835"/>
              <a:gd name="connsiteY433" fmla="*/ 2722945 h 2733536"/>
              <a:gd name="connsiteX434" fmla="*/ 3124122 w 6004835"/>
              <a:gd name="connsiteY434" fmla="*/ 2720777 h 2733536"/>
              <a:gd name="connsiteX435" fmla="*/ 3134967 w 6004835"/>
              <a:gd name="connsiteY435" fmla="*/ 2705591 h 2733536"/>
              <a:gd name="connsiteX436" fmla="*/ 3085076 w 6004835"/>
              <a:gd name="connsiteY436" fmla="*/ 2699085 h 2733536"/>
              <a:gd name="connsiteX437" fmla="*/ 3108936 w 6004835"/>
              <a:gd name="connsiteY437" fmla="*/ 2686069 h 2733536"/>
              <a:gd name="connsiteX438" fmla="*/ 3180522 w 6004835"/>
              <a:gd name="connsiteY438" fmla="*/ 2683899 h 2733536"/>
              <a:gd name="connsiteX439" fmla="*/ 3249936 w 6004835"/>
              <a:gd name="connsiteY439" fmla="*/ 2681731 h 2733536"/>
              <a:gd name="connsiteX440" fmla="*/ 3349718 w 6004835"/>
              <a:gd name="connsiteY440" fmla="*/ 2683899 h 2733536"/>
              <a:gd name="connsiteX441" fmla="*/ 3419133 w 6004835"/>
              <a:gd name="connsiteY441" fmla="*/ 2677393 h 2733536"/>
              <a:gd name="connsiteX442" fmla="*/ 3549285 w 6004835"/>
              <a:gd name="connsiteY442" fmla="*/ 2649192 h 2733536"/>
              <a:gd name="connsiteX443" fmla="*/ 3636054 w 6004835"/>
              <a:gd name="connsiteY443" fmla="*/ 2629670 h 2733536"/>
              <a:gd name="connsiteX444" fmla="*/ 3701130 w 6004835"/>
              <a:gd name="connsiteY444" fmla="*/ 2627500 h 2733536"/>
              <a:gd name="connsiteX445" fmla="*/ 3705658 w 6004835"/>
              <a:gd name="connsiteY445" fmla="*/ 2625398 h 2733536"/>
              <a:gd name="connsiteX446" fmla="*/ 3642563 w 6004835"/>
              <a:gd name="connsiteY446" fmla="*/ 2627502 h 2733536"/>
              <a:gd name="connsiteX447" fmla="*/ 3555794 w 6004835"/>
              <a:gd name="connsiteY447" fmla="*/ 2647024 h 2733536"/>
              <a:gd name="connsiteX448" fmla="*/ 3425641 w 6004835"/>
              <a:gd name="connsiteY448" fmla="*/ 2675225 h 2733536"/>
              <a:gd name="connsiteX449" fmla="*/ 3356227 w 6004835"/>
              <a:gd name="connsiteY449" fmla="*/ 2681731 h 2733536"/>
              <a:gd name="connsiteX450" fmla="*/ 3256443 w 6004835"/>
              <a:gd name="connsiteY450" fmla="*/ 2679563 h 2733536"/>
              <a:gd name="connsiteX451" fmla="*/ 3187028 w 6004835"/>
              <a:gd name="connsiteY451" fmla="*/ 2681731 h 2733536"/>
              <a:gd name="connsiteX452" fmla="*/ 3115443 w 6004835"/>
              <a:gd name="connsiteY452" fmla="*/ 2683901 h 2733536"/>
              <a:gd name="connsiteX453" fmla="*/ 3117613 w 6004835"/>
              <a:gd name="connsiteY453" fmla="*/ 2675225 h 2733536"/>
              <a:gd name="connsiteX454" fmla="*/ 3132797 w 6004835"/>
              <a:gd name="connsiteY454" fmla="*/ 2653533 h 2733536"/>
              <a:gd name="connsiteX455" fmla="*/ 3800914 w 6004835"/>
              <a:gd name="connsiteY455" fmla="*/ 2542902 h 2733536"/>
              <a:gd name="connsiteX456" fmla="*/ 4254280 w 6004835"/>
              <a:gd name="connsiteY456" fmla="*/ 2371535 h 2733536"/>
              <a:gd name="connsiteX457" fmla="*/ 4373586 w 6004835"/>
              <a:gd name="connsiteY457" fmla="*/ 2308627 h 2733536"/>
              <a:gd name="connsiteX458" fmla="*/ 4440832 w 6004835"/>
              <a:gd name="connsiteY458" fmla="*/ 2273920 h 2733536"/>
              <a:gd name="connsiteX459" fmla="*/ 4510247 w 6004835"/>
              <a:gd name="connsiteY459" fmla="*/ 2237044 h 2733536"/>
              <a:gd name="connsiteX460" fmla="*/ 4640399 w 6004835"/>
              <a:gd name="connsiteY460" fmla="*/ 2158953 h 2733536"/>
              <a:gd name="connsiteX461" fmla="*/ 4744522 w 6004835"/>
              <a:gd name="connsiteY461" fmla="*/ 2078691 h 2733536"/>
              <a:gd name="connsiteX462" fmla="*/ 4939751 w 6004835"/>
              <a:gd name="connsiteY462" fmla="*/ 1926846 h 2733536"/>
              <a:gd name="connsiteX463" fmla="*/ 4993980 w 6004835"/>
              <a:gd name="connsiteY463" fmla="*/ 1883461 h 2733536"/>
              <a:gd name="connsiteX464" fmla="*/ 5046041 w 6004835"/>
              <a:gd name="connsiteY464" fmla="*/ 1837909 h 2733536"/>
              <a:gd name="connsiteX465" fmla="*/ 5124133 w 6004835"/>
              <a:gd name="connsiteY465" fmla="*/ 1766324 h 2733536"/>
              <a:gd name="connsiteX466" fmla="*/ 5156672 w 6004835"/>
              <a:gd name="connsiteY466" fmla="*/ 1712095 h 2733536"/>
              <a:gd name="connsiteX467" fmla="*/ 5203411 w 6004835"/>
              <a:gd name="connsiteY467" fmla="*/ 1669250 h 2733536"/>
              <a:gd name="connsiteX468" fmla="*/ 5203787 w 6004835"/>
              <a:gd name="connsiteY468" fmla="*/ 1666559 h 2733536"/>
              <a:gd name="connsiteX469" fmla="*/ 5158842 w 6004835"/>
              <a:gd name="connsiteY469" fmla="*/ 1707756 h 2733536"/>
              <a:gd name="connsiteX470" fmla="*/ 5126303 w 6004835"/>
              <a:gd name="connsiteY470" fmla="*/ 1761986 h 2733536"/>
              <a:gd name="connsiteX471" fmla="*/ 5048212 w 6004835"/>
              <a:gd name="connsiteY471" fmla="*/ 1833571 h 2733536"/>
              <a:gd name="connsiteX472" fmla="*/ 4996150 w 6004835"/>
              <a:gd name="connsiteY472" fmla="*/ 1879123 h 2733536"/>
              <a:gd name="connsiteX473" fmla="*/ 4941922 w 6004835"/>
              <a:gd name="connsiteY473" fmla="*/ 1922507 h 2733536"/>
              <a:gd name="connsiteX474" fmla="*/ 4746692 w 6004835"/>
              <a:gd name="connsiteY474" fmla="*/ 2074352 h 2733536"/>
              <a:gd name="connsiteX475" fmla="*/ 4642570 w 6004835"/>
              <a:gd name="connsiteY475" fmla="*/ 2154614 h 2733536"/>
              <a:gd name="connsiteX476" fmla="*/ 4512418 w 6004835"/>
              <a:gd name="connsiteY476" fmla="*/ 2232706 h 2733536"/>
              <a:gd name="connsiteX477" fmla="*/ 4443003 w 6004835"/>
              <a:gd name="connsiteY477" fmla="*/ 2269581 h 2733536"/>
              <a:gd name="connsiteX478" fmla="*/ 4375756 w 6004835"/>
              <a:gd name="connsiteY478" fmla="*/ 2304289 h 2733536"/>
              <a:gd name="connsiteX479" fmla="*/ 4256451 w 6004835"/>
              <a:gd name="connsiteY479" fmla="*/ 2367197 h 2733536"/>
              <a:gd name="connsiteX480" fmla="*/ 3803084 w 6004835"/>
              <a:gd name="connsiteY480" fmla="*/ 2538564 h 2733536"/>
              <a:gd name="connsiteX481" fmla="*/ 3134967 w 6004835"/>
              <a:gd name="connsiteY481" fmla="*/ 2649194 h 2733536"/>
              <a:gd name="connsiteX482" fmla="*/ 3085076 w 6004835"/>
              <a:gd name="connsiteY482" fmla="*/ 2649194 h 2733536"/>
              <a:gd name="connsiteX483" fmla="*/ 3078567 w 6004835"/>
              <a:gd name="connsiteY483" fmla="*/ 2631841 h 2733536"/>
              <a:gd name="connsiteX484" fmla="*/ 3026506 w 6004835"/>
              <a:gd name="connsiteY484" fmla="*/ 2629670 h 2733536"/>
              <a:gd name="connsiteX485" fmla="*/ 2978784 w 6004835"/>
              <a:gd name="connsiteY485" fmla="*/ 2649194 h 2733536"/>
              <a:gd name="connsiteX486" fmla="*/ 2839954 w 6004835"/>
              <a:gd name="connsiteY486" fmla="*/ 2651363 h 2733536"/>
              <a:gd name="connsiteX487" fmla="*/ 2738002 w 6004835"/>
              <a:gd name="connsiteY487" fmla="*/ 2647024 h 2733536"/>
              <a:gd name="connsiteX488" fmla="*/ 2688109 w 6004835"/>
              <a:gd name="connsiteY488" fmla="*/ 2642686 h 2733536"/>
              <a:gd name="connsiteX489" fmla="*/ 2638218 w 6004835"/>
              <a:gd name="connsiteY489" fmla="*/ 2634009 h 2733536"/>
              <a:gd name="connsiteX490" fmla="*/ 2668273 w 6004835"/>
              <a:gd name="connsiteY490" fmla="*/ 2601952 h 2733536"/>
              <a:gd name="connsiteX491" fmla="*/ 2662079 w 6004835"/>
              <a:gd name="connsiteY491" fmla="*/ 2603640 h 2733536"/>
              <a:gd name="connsiteX492" fmla="*/ 2550104 w 6004835"/>
              <a:gd name="connsiteY492" fmla="*/ 2582904 h 2733536"/>
              <a:gd name="connsiteX493" fmla="*/ 2544941 w 6004835"/>
              <a:gd name="connsiteY493" fmla="*/ 2584118 h 2733536"/>
              <a:gd name="connsiteX494" fmla="*/ 2330190 w 6004835"/>
              <a:gd name="connsiteY494" fmla="*/ 2545072 h 2733536"/>
              <a:gd name="connsiteX495" fmla="*/ 2245590 w 6004835"/>
              <a:gd name="connsiteY495" fmla="*/ 2527719 h 2733536"/>
              <a:gd name="connsiteX496" fmla="*/ 2171837 w 6004835"/>
              <a:gd name="connsiteY496" fmla="*/ 2514703 h 2733536"/>
              <a:gd name="connsiteX497" fmla="*/ 2082900 w 6004835"/>
              <a:gd name="connsiteY497" fmla="*/ 2473487 h 2733536"/>
              <a:gd name="connsiteX498" fmla="*/ 1972269 w 6004835"/>
              <a:gd name="connsiteY498" fmla="*/ 2432273 h 2733536"/>
              <a:gd name="connsiteX499" fmla="*/ 1857302 w 6004835"/>
              <a:gd name="connsiteY499" fmla="*/ 2386719 h 2733536"/>
              <a:gd name="connsiteX500" fmla="*/ 1876824 w 6004835"/>
              <a:gd name="connsiteY500" fmla="*/ 2371535 h 2733536"/>
              <a:gd name="connsiteX501" fmla="*/ 1957086 w 6004835"/>
              <a:gd name="connsiteY501" fmla="*/ 2386719 h 2733536"/>
              <a:gd name="connsiteX502" fmla="*/ 1991793 w 6004835"/>
              <a:gd name="connsiteY502" fmla="*/ 2417088 h 2733536"/>
              <a:gd name="connsiteX503" fmla="*/ 2111099 w 6004835"/>
              <a:gd name="connsiteY503" fmla="*/ 2451795 h 2733536"/>
              <a:gd name="connsiteX504" fmla="*/ 2347544 w 6004835"/>
              <a:gd name="connsiteY504" fmla="*/ 2512533 h 2733536"/>
              <a:gd name="connsiteX505" fmla="*/ 2406112 w 6004835"/>
              <a:gd name="connsiteY505" fmla="*/ 2523380 h 2733536"/>
              <a:gd name="connsiteX506" fmla="*/ 2469020 w 6004835"/>
              <a:gd name="connsiteY506" fmla="*/ 2534225 h 2733536"/>
              <a:gd name="connsiteX507" fmla="*/ 2538435 w 6004835"/>
              <a:gd name="connsiteY507" fmla="*/ 2549411 h 2733536"/>
              <a:gd name="connsiteX508" fmla="*/ 2614930 w 6004835"/>
              <a:gd name="connsiteY508" fmla="*/ 2565951 h 2733536"/>
              <a:gd name="connsiteX509" fmla="*/ 2620863 w 6004835"/>
              <a:gd name="connsiteY509" fmla="*/ 2564594 h 2733536"/>
              <a:gd name="connsiteX510" fmla="*/ 2692448 w 6004835"/>
              <a:gd name="connsiteY510" fmla="*/ 2575441 h 2733536"/>
              <a:gd name="connsiteX511" fmla="*/ 2694616 w 6004835"/>
              <a:gd name="connsiteY511" fmla="*/ 2571103 h 2733536"/>
              <a:gd name="connsiteX512" fmla="*/ 2798738 w 6004835"/>
              <a:gd name="connsiteY512" fmla="*/ 2575441 h 2733536"/>
              <a:gd name="connsiteX513" fmla="*/ 2816092 w 6004835"/>
              <a:gd name="connsiteY513" fmla="*/ 2577609 h 2733536"/>
              <a:gd name="connsiteX514" fmla="*/ 2976613 w 6004835"/>
              <a:gd name="connsiteY514" fmla="*/ 2577609 h 2733536"/>
              <a:gd name="connsiteX515" fmla="*/ 3093751 w 6004835"/>
              <a:gd name="connsiteY515" fmla="*/ 2581948 h 2733536"/>
              <a:gd name="connsiteX516" fmla="*/ 3232580 w 6004835"/>
              <a:gd name="connsiteY516" fmla="*/ 2571103 h 2733536"/>
              <a:gd name="connsiteX517" fmla="*/ 3249934 w 6004835"/>
              <a:gd name="connsiteY517" fmla="*/ 2571103 h 2733536"/>
              <a:gd name="connsiteX518" fmla="*/ 3256443 w 6004835"/>
              <a:gd name="connsiteY518" fmla="*/ 2588457 h 2733536"/>
              <a:gd name="connsiteX519" fmla="*/ 3393102 w 6004835"/>
              <a:gd name="connsiteY519" fmla="*/ 2571103 h 2733536"/>
              <a:gd name="connsiteX520" fmla="*/ 3484209 w 6004835"/>
              <a:gd name="connsiteY520" fmla="*/ 2549411 h 2733536"/>
              <a:gd name="connsiteX521" fmla="*/ 3536270 w 6004835"/>
              <a:gd name="connsiteY521" fmla="*/ 2540734 h 2733536"/>
              <a:gd name="connsiteX522" fmla="*/ 3568809 w 6004835"/>
              <a:gd name="connsiteY522" fmla="*/ 2536395 h 2733536"/>
              <a:gd name="connsiteX523" fmla="*/ 3640392 w 6004835"/>
              <a:gd name="connsiteY523" fmla="*/ 2519042 h 2733536"/>
              <a:gd name="connsiteX524" fmla="*/ 3698962 w 6004835"/>
              <a:gd name="connsiteY524" fmla="*/ 2506026 h 2733536"/>
              <a:gd name="connsiteX525" fmla="*/ 3757530 w 6004835"/>
              <a:gd name="connsiteY525" fmla="*/ 2490841 h 2733536"/>
              <a:gd name="connsiteX526" fmla="*/ 3864961 w 6004835"/>
              <a:gd name="connsiteY526" fmla="*/ 2472248 h 2733536"/>
              <a:gd name="connsiteX527" fmla="*/ 3879008 w 6004835"/>
              <a:gd name="connsiteY527" fmla="*/ 2466981 h 2733536"/>
              <a:gd name="connsiteX528" fmla="*/ 3766209 w 6004835"/>
              <a:gd name="connsiteY528" fmla="*/ 2486502 h 2733536"/>
              <a:gd name="connsiteX529" fmla="*/ 3707639 w 6004835"/>
              <a:gd name="connsiteY529" fmla="*/ 2501688 h 2733536"/>
              <a:gd name="connsiteX530" fmla="*/ 3649071 w 6004835"/>
              <a:gd name="connsiteY530" fmla="*/ 2514703 h 2733536"/>
              <a:gd name="connsiteX531" fmla="*/ 3577486 w 6004835"/>
              <a:gd name="connsiteY531" fmla="*/ 2532057 h 2733536"/>
              <a:gd name="connsiteX532" fmla="*/ 3544949 w 6004835"/>
              <a:gd name="connsiteY532" fmla="*/ 2536395 h 2733536"/>
              <a:gd name="connsiteX533" fmla="*/ 3492888 w 6004835"/>
              <a:gd name="connsiteY533" fmla="*/ 2545072 h 2733536"/>
              <a:gd name="connsiteX534" fmla="*/ 3351888 w 6004835"/>
              <a:gd name="connsiteY534" fmla="*/ 2558088 h 2733536"/>
              <a:gd name="connsiteX535" fmla="*/ 3256443 w 6004835"/>
              <a:gd name="connsiteY535" fmla="*/ 2566764 h 2733536"/>
              <a:gd name="connsiteX536" fmla="*/ 3239089 w 6004835"/>
              <a:gd name="connsiteY536" fmla="*/ 2566764 h 2733536"/>
              <a:gd name="connsiteX537" fmla="*/ 3100260 w 6004835"/>
              <a:gd name="connsiteY537" fmla="*/ 2577609 h 2733536"/>
              <a:gd name="connsiteX538" fmla="*/ 2983122 w 6004835"/>
              <a:gd name="connsiteY538" fmla="*/ 2573271 h 2733536"/>
              <a:gd name="connsiteX539" fmla="*/ 2822600 w 6004835"/>
              <a:gd name="connsiteY539" fmla="*/ 2573271 h 2733536"/>
              <a:gd name="connsiteX540" fmla="*/ 2805247 w 6004835"/>
              <a:gd name="connsiteY540" fmla="*/ 2571103 h 2733536"/>
              <a:gd name="connsiteX541" fmla="*/ 2738002 w 6004835"/>
              <a:gd name="connsiteY541" fmla="*/ 2542902 h 2733536"/>
              <a:gd name="connsiteX542" fmla="*/ 2701125 w 6004835"/>
              <a:gd name="connsiteY542" fmla="*/ 2566764 h 2733536"/>
              <a:gd name="connsiteX543" fmla="*/ 2701031 w 6004835"/>
              <a:gd name="connsiteY543" fmla="*/ 2566951 h 2733536"/>
              <a:gd name="connsiteX544" fmla="*/ 2731493 w 6004835"/>
              <a:gd name="connsiteY544" fmla="*/ 2547240 h 2733536"/>
              <a:gd name="connsiteX545" fmla="*/ 2798740 w 6004835"/>
              <a:gd name="connsiteY545" fmla="*/ 2575439 h 2733536"/>
              <a:gd name="connsiteX546" fmla="*/ 2694618 w 6004835"/>
              <a:gd name="connsiteY546" fmla="*/ 2571101 h 2733536"/>
              <a:gd name="connsiteX547" fmla="*/ 2695438 w 6004835"/>
              <a:gd name="connsiteY547" fmla="*/ 2570570 h 2733536"/>
              <a:gd name="connsiteX548" fmla="*/ 2627371 w 6004835"/>
              <a:gd name="connsiteY548" fmla="*/ 2560256 h 2733536"/>
              <a:gd name="connsiteX549" fmla="*/ 2547112 w 6004835"/>
              <a:gd name="connsiteY549" fmla="*/ 2542902 h 2733536"/>
              <a:gd name="connsiteX550" fmla="*/ 2477697 w 6004835"/>
              <a:gd name="connsiteY550" fmla="*/ 2527719 h 2733536"/>
              <a:gd name="connsiteX551" fmla="*/ 2414789 w 6004835"/>
              <a:gd name="connsiteY551" fmla="*/ 2516871 h 2733536"/>
              <a:gd name="connsiteX552" fmla="*/ 2356221 w 6004835"/>
              <a:gd name="connsiteY552" fmla="*/ 2506026 h 2733536"/>
              <a:gd name="connsiteX553" fmla="*/ 2119775 w 6004835"/>
              <a:gd name="connsiteY553" fmla="*/ 2445289 h 2733536"/>
              <a:gd name="connsiteX554" fmla="*/ 2000470 w 6004835"/>
              <a:gd name="connsiteY554" fmla="*/ 2410581 h 2733536"/>
              <a:gd name="connsiteX555" fmla="*/ 1965763 w 6004835"/>
              <a:gd name="connsiteY555" fmla="*/ 2380212 h 2733536"/>
              <a:gd name="connsiteX556" fmla="*/ 1885501 w 6004835"/>
              <a:gd name="connsiteY556" fmla="*/ 2365027 h 2733536"/>
              <a:gd name="connsiteX557" fmla="*/ 1766195 w 6004835"/>
              <a:gd name="connsiteY557" fmla="*/ 2304289 h 2733536"/>
              <a:gd name="connsiteX558" fmla="*/ 1731488 w 6004835"/>
              <a:gd name="connsiteY558" fmla="*/ 2306459 h 2733536"/>
              <a:gd name="connsiteX559" fmla="*/ 1607842 w 6004835"/>
              <a:gd name="connsiteY559" fmla="*/ 2243551 h 2733536"/>
              <a:gd name="connsiteX560" fmla="*/ 1586149 w 6004835"/>
              <a:gd name="connsiteY560" fmla="*/ 2204505 h 2733536"/>
              <a:gd name="connsiteX561" fmla="*/ 1590488 w 6004835"/>
              <a:gd name="connsiteY561" fmla="*/ 2202337 h 2733536"/>
              <a:gd name="connsiteX562" fmla="*/ 1666411 w 6004835"/>
              <a:gd name="connsiteY562" fmla="*/ 2243551 h 2733536"/>
              <a:gd name="connsiteX563" fmla="*/ 1742333 w 6004835"/>
              <a:gd name="connsiteY563" fmla="*/ 2284767 h 2733536"/>
              <a:gd name="connsiteX564" fmla="*/ 1764025 w 6004835"/>
              <a:gd name="connsiteY564" fmla="*/ 2271752 h 2733536"/>
              <a:gd name="connsiteX565" fmla="*/ 1675088 w 6004835"/>
              <a:gd name="connsiteY565" fmla="*/ 2213182 h 2733536"/>
              <a:gd name="connsiteX566" fmla="*/ 1601335 w 6004835"/>
              <a:gd name="connsiteY566" fmla="*/ 2180645 h 2733536"/>
              <a:gd name="connsiteX567" fmla="*/ 1499381 w 6004835"/>
              <a:gd name="connsiteY567" fmla="*/ 2122075 h 2733536"/>
              <a:gd name="connsiteX568" fmla="*/ 1412612 w 6004835"/>
              <a:gd name="connsiteY568" fmla="*/ 2065675 h 2733536"/>
              <a:gd name="connsiteX569" fmla="*/ 1275953 w 6004835"/>
              <a:gd name="connsiteY569" fmla="*/ 2007108 h 2733536"/>
              <a:gd name="connsiteX570" fmla="*/ 1223892 w 6004835"/>
              <a:gd name="connsiteY570" fmla="*/ 1963723 h 2733536"/>
              <a:gd name="connsiteX571" fmla="*/ 1234737 w 6004835"/>
              <a:gd name="connsiteY571" fmla="*/ 1959385 h 2733536"/>
              <a:gd name="connsiteX572" fmla="*/ 1286798 w 6004835"/>
              <a:gd name="connsiteY572" fmla="*/ 1974568 h 2733536"/>
              <a:gd name="connsiteX573" fmla="*/ 1178338 w 6004835"/>
              <a:gd name="connsiteY573" fmla="*/ 1861769 h 2733536"/>
              <a:gd name="connsiteX574" fmla="*/ 1117600 w 6004835"/>
              <a:gd name="connsiteY574" fmla="*/ 1811879 h 2733536"/>
              <a:gd name="connsiteX575" fmla="*/ 1061200 w 6004835"/>
              <a:gd name="connsiteY575" fmla="*/ 1761986 h 2733536"/>
              <a:gd name="connsiteX576" fmla="*/ 989617 w 6004835"/>
              <a:gd name="connsiteY576" fmla="*/ 1703418 h 2733536"/>
              <a:gd name="connsiteX577" fmla="*/ 885495 w 6004835"/>
              <a:gd name="connsiteY577" fmla="*/ 1588449 h 2733536"/>
              <a:gd name="connsiteX578" fmla="*/ 878351 w 6004835"/>
              <a:gd name="connsiteY578" fmla="*/ 1566121 h 2733536"/>
              <a:gd name="connsiteX579" fmla="*/ 857294 w 6004835"/>
              <a:gd name="connsiteY579" fmla="*/ 1545064 h 2733536"/>
              <a:gd name="connsiteX580" fmla="*/ 785711 w 6004835"/>
              <a:gd name="connsiteY580" fmla="*/ 1466973 h 2733536"/>
              <a:gd name="connsiteX581" fmla="*/ 777034 w 6004835"/>
              <a:gd name="connsiteY581" fmla="*/ 1427927 h 2733536"/>
              <a:gd name="connsiteX582" fmla="*/ 748834 w 6004835"/>
              <a:gd name="connsiteY582" fmla="*/ 1388881 h 2733536"/>
              <a:gd name="connsiteX583" fmla="*/ 745474 w 6004835"/>
              <a:gd name="connsiteY583" fmla="*/ 1383614 h 2733536"/>
              <a:gd name="connsiteX584" fmla="*/ 711956 w 6004835"/>
              <a:gd name="connsiteY584" fmla="*/ 1360680 h 2733536"/>
              <a:gd name="connsiteX585" fmla="*/ 646879 w 6004835"/>
              <a:gd name="connsiteY585" fmla="*/ 1267405 h 2733536"/>
              <a:gd name="connsiteX586" fmla="*/ 610004 w 6004835"/>
              <a:gd name="connsiteY586" fmla="*/ 1180637 h 2733536"/>
              <a:gd name="connsiteX587" fmla="*/ 605666 w 6004835"/>
              <a:gd name="connsiteY587" fmla="*/ 1180637 h 2733536"/>
              <a:gd name="connsiteX588" fmla="*/ 555775 w 6004835"/>
              <a:gd name="connsiteY588" fmla="*/ 1085191 h 2733536"/>
              <a:gd name="connsiteX589" fmla="*/ 508052 w 6004835"/>
              <a:gd name="connsiteY589" fmla="*/ 989746 h 2733536"/>
              <a:gd name="connsiteX590" fmla="*/ 458159 w 6004835"/>
              <a:gd name="connsiteY590" fmla="*/ 879117 h 2733536"/>
              <a:gd name="connsiteX591" fmla="*/ 412607 w 6004835"/>
              <a:gd name="connsiteY591" fmla="*/ 766318 h 2733536"/>
              <a:gd name="connsiteX592" fmla="*/ 458159 w 6004835"/>
              <a:gd name="connsiteY592" fmla="*/ 842240 h 2733536"/>
              <a:gd name="connsiteX593" fmla="*/ 503714 w 6004835"/>
              <a:gd name="connsiteY593" fmla="*/ 937685 h 2733536"/>
              <a:gd name="connsiteX594" fmla="*/ 518897 w 6004835"/>
              <a:gd name="connsiteY594" fmla="*/ 989746 h 2733536"/>
              <a:gd name="connsiteX595" fmla="*/ 525173 w 6004835"/>
              <a:gd name="connsiteY595" fmla="*/ 998949 h 2733536"/>
              <a:gd name="connsiteX596" fmla="*/ 517449 w 6004835"/>
              <a:gd name="connsiteY596" fmla="*/ 958787 h 2733536"/>
              <a:gd name="connsiteX597" fmla="*/ 497305 w 6004835"/>
              <a:gd name="connsiteY597" fmla="*/ 922228 h 2733536"/>
              <a:gd name="connsiteX598" fmla="*/ 464515 w 6004835"/>
              <a:gd name="connsiteY598" fmla="*/ 848496 h 2733536"/>
              <a:gd name="connsiteX599" fmla="*/ 425620 w 6004835"/>
              <a:gd name="connsiteY599" fmla="*/ 783670 h 2733536"/>
              <a:gd name="connsiteX600" fmla="*/ 377897 w 6004835"/>
              <a:gd name="connsiteY600" fmla="*/ 653517 h 2733536"/>
              <a:gd name="connsiteX601" fmla="*/ 337011 w 6004835"/>
              <a:gd name="connsiteY601" fmla="*/ 520096 h 2733536"/>
              <a:gd name="connsiteX602" fmla="*/ 323586 w 6004835"/>
              <a:gd name="connsiteY602" fmla="*/ 481203 h 2733536"/>
              <a:gd name="connsiteX603" fmla="*/ 265112 w 6004835"/>
              <a:gd name="connsiteY603" fmla="*/ 247798 h 2733536"/>
              <a:gd name="connsiteX604" fmla="*/ 239252 w 6004835"/>
              <a:gd name="connsiteY604" fmla="*/ 78358 h 2733536"/>
              <a:gd name="connsiteX605" fmla="*/ 239068 w 6004835"/>
              <a:gd name="connsiteY605" fmla="*/ 83015 h 2733536"/>
              <a:gd name="connsiteX606" fmla="*/ 241238 w 6004835"/>
              <a:gd name="connsiteY606" fmla="*/ 117723 h 2733536"/>
              <a:gd name="connsiteX607" fmla="*/ 252083 w 6004835"/>
              <a:gd name="connsiteY607" fmla="*/ 197985 h 2733536"/>
              <a:gd name="connsiteX608" fmla="*/ 265098 w 6004835"/>
              <a:gd name="connsiteY608" fmla="*/ 280415 h 2733536"/>
              <a:gd name="connsiteX609" fmla="*/ 243406 w 6004835"/>
              <a:gd name="connsiteY609" fmla="*/ 208830 h 2733536"/>
              <a:gd name="connsiteX610" fmla="*/ 228223 w 6004835"/>
              <a:gd name="connsiteY610" fmla="*/ 117723 h 2733536"/>
              <a:gd name="connsiteX611" fmla="*/ 210869 w 6004835"/>
              <a:gd name="connsiteY611" fmla="*/ 117723 h 2733536"/>
              <a:gd name="connsiteX612" fmla="*/ 200022 w 6004835"/>
              <a:gd name="connsiteY612" fmla="*/ 35293 h 2733536"/>
              <a:gd name="connsiteX613" fmla="*/ 189729 w 6004835"/>
              <a:gd name="connsiteY613" fmla="*/ 0 h 2733536"/>
              <a:gd name="connsiteX614" fmla="*/ 5795410 w 6004835"/>
              <a:gd name="connsiteY614" fmla="*/ 0 h 2733536"/>
              <a:gd name="connsiteX615" fmla="*/ 5800929 w 6004835"/>
              <a:gd name="connsiteY615" fmla="*/ 17939 h 2733536"/>
              <a:gd name="connsiteX616" fmla="*/ 5807654 w 6004835"/>
              <a:gd name="connsiteY616" fmla="*/ 17566 h 2733536"/>
              <a:gd name="connsiteX617" fmla="*/ 5803098 w 6004835"/>
              <a:gd name="connsiteY617" fmla="*/ 2753 h 2733536"/>
              <a:gd name="connsiteX618" fmla="*/ 5803442 w 6004835"/>
              <a:gd name="connsiteY618" fmla="*/ 0 h 2733536"/>
              <a:gd name="connsiteX619" fmla="*/ 5888010 w 6004835"/>
              <a:gd name="connsiteY619" fmla="*/ 0 h 2733536"/>
              <a:gd name="connsiteX620" fmla="*/ 5866775 w 6004835"/>
              <a:gd name="connsiteY620" fmla="*/ 88481 h 2733536"/>
              <a:gd name="connsiteX621" fmla="*/ 5866777 w 6004835"/>
              <a:gd name="connsiteY621" fmla="*/ 88481 h 2733536"/>
              <a:gd name="connsiteX622" fmla="*/ 5888012 w 6004835"/>
              <a:gd name="connsiteY622" fmla="*/ 0 h 2733536"/>
              <a:gd name="connsiteX623" fmla="*/ 5898025 w 6004835"/>
              <a:gd name="connsiteY623" fmla="*/ 0 h 2733536"/>
              <a:gd name="connsiteX624" fmla="*/ 5895561 w 6004835"/>
              <a:gd name="connsiteY624" fmla="*/ 48850 h 2733536"/>
              <a:gd name="connsiteX625" fmla="*/ 5894204 w 6004835"/>
              <a:gd name="connsiteY625" fmla="*/ 104708 h 2733536"/>
              <a:gd name="connsiteX626" fmla="*/ 5872512 w 6004835"/>
              <a:gd name="connsiteY626" fmla="*/ 171456 h 2733536"/>
              <a:gd name="connsiteX627" fmla="*/ 5872512 w 6004835"/>
              <a:gd name="connsiteY627" fmla="*/ 179080 h 2733536"/>
              <a:gd name="connsiteX628" fmla="*/ 5898543 w 6004835"/>
              <a:gd name="connsiteY628" fmla="*/ 104708 h 2733536"/>
              <a:gd name="connsiteX629" fmla="*/ 5900678 w 6004835"/>
              <a:gd name="connsiteY629" fmla="*/ 22345 h 2733536"/>
              <a:gd name="connsiteX630" fmla="*/ 5902188 w 6004835"/>
              <a:gd name="connsiteY630" fmla="*/ 0 h 2733536"/>
              <a:gd name="connsiteX631" fmla="*/ 5945314 w 6004835"/>
              <a:gd name="connsiteY631" fmla="*/ 0 h 2733536"/>
              <a:gd name="connsiteX632" fmla="*/ 5941927 w 6004835"/>
              <a:gd name="connsiteY632" fmla="*/ 28786 h 2733536"/>
              <a:gd name="connsiteX633" fmla="*/ 5932679 w 6004835"/>
              <a:gd name="connsiteY633" fmla="*/ 34953 h 2733536"/>
              <a:gd name="connsiteX634" fmla="*/ 5933250 w 6004835"/>
              <a:gd name="connsiteY634" fmla="*/ 37461 h 2733536"/>
              <a:gd name="connsiteX635" fmla="*/ 5942112 w 6004835"/>
              <a:gd name="connsiteY635" fmla="*/ 31553 h 2733536"/>
              <a:gd name="connsiteX636" fmla="*/ 5945824 w 6004835"/>
              <a:gd name="connsiteY636" fmla="*/ 0 h 2733536"/>
              <a:gd name="connsiteX637" fmla="*/ 5983702 w 6004835"/>
              <a:gd name="connsiteY637" fmla="*/ 0 h 2733536"/>
              <a:gd name="connsiteX638" fmla="*/ 5983141 w 6004835"/>
              <a:gd name="connsiteY638" fmla="*/ 9262 h 2733536"/>
              <a:gd name="connsiteX639" fmla="*/ 5972296 w 6004835"/>
              <a:gd name="connsiteY639" fmla="*/ 85186 h 2733536"/>
              <a:gd name="connsiteX640" fmla="*/ 5959281 w 6004835"/>
              <a:gd name="connsiteY640" fmla="*/ 165445 h 2733536"/>
              <a:gd name="connsiteX641" fmla="*/ 5944095 w 6004835"/>
              <a:gd name="connsiteY641" fmla="*/ 243537 h 2733536"/>
              <a:gd name="connsiteX642" fmla="*/ 5915896 w 6004835"/>
              <a:gd name="connsiteY642" fmla="*/ 408397 h 2733536"/>
              <a:gd name="connsiteX643" fmla="*/ 5889866 w 6004835"/>
              <a:gd name="connsiteY643" fmla="*/ 423583 h 2733536"/>
              <a:gd name="connsiteX644" fmla="*/ 5857326 w 6004835"/>
              <a:gd name="connsiteY644" fmla="*/ 519028 h 2733536"/>
              <a:gd name="connsiteX645" fmla="*/ 5848649 w 6004835"/>
              <a:gd name="connsiteY645" fmla="*/ 610135 h 2733536"/>
              <a:gd name="connsiteX646" fmla="*/ 5844311 w 6004835"/>
              <a:gd name="connsiteY646" fmla="*/ 623150 h 2733536"/>
              <a:gd name="connsiteX647" fmla="*/ 5807436 w 6004835"/>
              <a:gd name="connsiteY647" fmla="*/ 722934 h 2733536"/>
              <a:gd name="connsiteX648" fmla="*/ 5796588 w 6004835"/>
              <a:gd name="connsiteY648" fmla="*/ 731611 h 2733536"/>
              <a:gd name="connsiteX649" fmla="*/ 5751036 w 6004835"/>
              <a:gd name="connsiteY649" fmla="*/ 837901 h 2733536"/>
              <a:gd name="connsiteX650" fmla="*/ 5798759 w 6004835"/>
              <a:gd name="connsiteY650" fmla="*/ 731611 h 2733536"/>
              <a:gd name="connsiteX651" fmla="*/ 5809604 w 6004835"/>
              <a:gd name="connsiteY651" fmla="*/ 722934 h 2733536"/>
              <a:gd name="connsiteX652" fmla="*/ 5740189 w 6004835"/>
              <a:gd name="connsiteY652" fmla="*/ 920331 h 2733536"/>
              <a:gd name="connsiteX653" fmla="*/ 5703314 w 6004835"/>
              <a:gd name="connsiteY653" fmla="*/ 939855 h 2733536"/>
              <a:gd name="connsiteX654" fmla="*/ 5695666 w 6004835"/>
              <a:gd name="connsiteY654" fmla="*/ 955153 h 2733536"/>
              <a:gd name="connsiteX655" fmla="*/ 5696807 w 6004835"/>
              <a:gd name="connsiteY655" fmla="*/ 957207 h 2733536"/>
              <a:gd name="connsiteX656" fmla="*/ 5705484 w 6004835"/>
              <a:gd name="connsiteY656" fmla="*/ 939853 h 2733536"/>
              <a:gd name="connsiteX657" fmla="*/ 5742360 w 6004835"/>
              <a:gd name="connsiteY657" fmla="*/ 920331 h 2733536"/>
              <a:gd name="connsiteX658" fmla="*/ 5716329 w 6004835"/>
              <a:gd name="connsiteY658" fmla="*/ 994085 h 2733536"/>
              <a:gd name="connsiteX659" fmla="*/ 5668606 w 6004835"/>
              <a:gd name="connsiteY659" fmla="*/ 1080853 h 2733536"/>
              <a:gd name="connsiteX660" fmla="*/ 5644746 w 6004835"/>
              <a:gd name="connsiteY660" fmla="*/ 1124237 h 2733536"/>
              <a:gd name="connsiteX661" fmla="*/ 5618715 w 6004835"/>
              <a:gd name="connsiteY661" fmla="*/ 1167622 h 2733536"/>
              <a:gd name="connsiteX662" fmla="*/ 5599191 w 6004835"/>
              <a:gd name="connsiteY662" fmla="*/ 1200159 h 2733536"/>
              <a:gd name="connsiteX663" fmla="*/ 5570993 w 6004835"/>
              <a:gd name="connsiteY663" fmla="*/ 1263067 h 2733536"/>
              <a:gd name="connsiteX664" fmla="*/ 5540624 w 6004835"/>
              <a:gd name="connsiteY664" fmla="*/ 1323805 h 2733536"/>
              <a:gd name="connsiteX665" fmla="*/ 5492901 w 6004835"/>
              <a:gd name="connsiteY665" fmla="*/ 1388881 h 2733536"/>
              <a:gd name="connsiteX666" fmla="*/ 5445178 w 6004835"/>
              <a:gd name="connsiteY666" fmla="*/ 1449619 h 2733536"/>
              <a:gd name="connsiteX667" fmla="*/ 5447166 w 6004835"/>
              <a:gd name="connsiteY667" fmla="*/ 1445524 h 2733536"/>
              <a:gd name="connsiteX668" fmla="*/ 5393115 w 6004835"/>
              <a:gd name="connsiteY668" fmla="*/ 1519034 h 2733536"/>
              <a:gd name="connsiteX669" fmla="*/ 5275977 w 6004835"/>
              <a:gd name="connsiteY669" fmla="*/ 1647019 h 2733536"/>
              <a:gd name="connsiteX670" fmla="*/ 5252917 w 6004835"/>
              <a:gd name="connsiteY670" fmla="*/ 1682500 h 2733536"/>
              <a:gd name="connsiteX671" fmla="*/ 5275977 w 6004835"/>
              <a:gd name="connsiteY671" fmla="*/ 1649187 h 2733536"/>
              <a:gd name="connsiteX672" fmla="*/ 5393115 w 6004835"/>
              <a:gd name="connsiteY672" fmla="*/ 1521202 h 2733536"/>
              <a:gd name="connsiteX673" fmla="*/ 5304178 w 6004835"/>
              <a:gd name="connsiteY673" fmla="*/ 1655693 h 2733536"/>
              <a:gd name="connsiteX674" fmla="*/ 5258353 w 6004835"/>
              <a:gd name="connsiteY674" fmla="*/ 1703689 h 2733536"/>
              <a:gd name="connsiteX675" fmla="*/ 5221566 w 6004835"/>
              <a:gd name="connsiteY675" fmla="*/ 1730731 h 2733536"/>
              <a:gd name="connsiteX676" fmla="*/ 5219578 w 6004835"/>
              <a:gd name="connsiteY676" fmla="*/ 1733787 h 2733536"/>
              <a:gd name="connsiteX677" fmla="*/ 5196579 w 6004835"/>
              <a:gd name="connsiteY677" fmla="*/ 1751480 h 2733536"/>
              <a:gd name="connsiteX678" fmla="*/ 5195718 w 6004835"/>
              <a:gd name="connsiteY678" fmla="*/ 1757647 h 2733536"/>
              <a:gd name="connsiteX679" fmla="*/ 5093764 w 6004835"/>
              <a:gd name="connsiteY679" fmla="*/ 1861769 h 2733536"/>
              <a:gd name="connsiteX680" fmla="*/ 4985303 w 6004835"/>
              <a:gd name="connsiteY680" fmla="*/ 1961553 h 2733536"/>
              <a:gd name="connsiteX681" fmla="*/ 4980288 w 6004835"/>
              <a:gd name="connsiteY681" fmla="*/ 1965192 h 2733536"/>
              <a:gd name="connsiteX682" fmla="*/ 4944089 w 6004835"/>
              <a:gd name="connsiteY682" fmla="*/ 2011444 h 2733536"/>
              <a:gd name="connsiteX683" fmla="*/ 4857321 w 6004835"/>
              <a:gd name="connsiteY683" fmla="*/ 2076520 h 2733536"/>
              <a:gd name="connsiteX684" fmla="*/ 4776225 w 6004835"/>
              <a:gd name="connsiteY684" fmla="*/ 2137342 h 2733536"/>
              <a:gd name="connsiteX685" fmla="*/ 4775934 w 6004835"/>
              <a:gd name="connsiteY685" fmla="*/ 2137695 h 2733536"/>
              <a:gd name="connsiteX686" fmla="*/ 4857321 w 6004835"/>
              <a:gd name="connsiteY686" fmla="*/ 2078691 h 2733536"/>
              <a:gd name="connsiteX687" fmla="*/ 4944089 w 6004835"/>
              <a:gd name="connsiteY687" fmla="*/ 2013614 h 2733536"/>
              <a:gd name="connsiteX688" fmla="*/ 4872505 w 6004835"/>
              <a:gd name="connsiteY688" fmla="*/ 2085197 h 2733536"/>
              <a:gd name="connsiteX689" fmla="*/ 4814208 w 6004835"/>
              <a:gd name="connsiteY689" fmla="*/ 2123159 h 2733536"/>
              <a:gd name="connsiteX690" fmla="*/ 4773879 w 6004835"/>
              <a:gd name="connsiteY690" fmla="*/ 2140191 h 2733536"/>
              <a:gd name="connsiteX691" fmla="*/ 4772721 w 6004835"/>
              <a:gd name="connsiteY691" fmla="*/ 2141599 h 2733536"/>
              <a:gd name="connsiteX692" fmla="*/ 4729336 w 6004835"/>
              <a:gd name="connsiteY692" fmla="*/ 2169797 h 2733536"/>
              <a:gd name="connsiteX693" fmla="*/ 4712989 w 6004835"/>
              <a:gd name="connsiteY693" fmla="*/ 2177374 h 2733536"/>
              <a:gd name="connsiteX694" fmla="*/ 4671855 w 6004835"/>
              <a:gd name="connsiteY694" fmla="*/ 2210743 h 2733536"/>
              <a:gd name="connsiteX695" fmla="*/ 4631723 w 6004835"/>
              <a:gd name="connsiteY695" fmla="*/ 2239212 h 2733536"/>
              <a:gd name="connsiteX696" fmla="*/ 4570985 w 6004835"/>
              <a:gd name="connsiteY696" fmla="*/ 2278258 h 2733536"/>
              <a:gd name="connsiteX697" fmla="*/ 4551463 w 6004835"/>
              <a:gd name="connsiteY697" fmla="*/ 2280428 h 2733536"/>
              <a:gd name="connsiteX698" fmla="*/ 4529764 w 6004835"/>
              <a:gd name="connsiteY698" fmla="*/ 2290073 h 2733536"/>
              <a:gd name="connsiteX699" fmla="*/ 4526391 w 6004835"/>
              <a:gd name="connsiteY699" fmla="*/ 2292635 h 2733536"/>
              <a:gd name="connsiteX700" fmla="*/ 4553631 w 6004835"/>
              <a:gd name="connsiteY700" fmla="*/ 2282597 h 2733536"/>
              <a:gd name="connsiteX701" fmla="*/ 4573155 w 6004835"/>
              <a:gd name="connsiteY701" fmla="*/ 2280428 h 2733536"/>
              <a:gd name="connsiteX702" fmla="*/ 4495063 w 6004835"/>
              <a:gd name="connsiteY702" fmla="*/ 2338996 h 2733536"/>
              <a:gd name="connsiteX703" fmla="*/ 4445170 w 6004835"/>
              <a:gd name="connsiteY703" fmla="*/ 2365029 h 2733536"/>
              <a:gd name="connsiteX704" fmla="*/ 4395280 w 6004835"/>
              <a:gd name="connsiteY704" fmla="*/ 2388889 h 2733536"/>
              <a:gd name="connsiteX705" fmla="*/ 4360040 w 6004835"/>
              <a:gd name="connsiteY705" fmla="*/ 2394175 h 2733536"/>
              <a:gd name="connsiteX706" fmla="*/ 4354064 w 6004835"/>
              <a:gd name="connsiteY706" fmla="*/ 2397566 h 2733536"/>
              <a:gd name="connsiteX707" fmla="*/ 4189203 w 6004835"/>
              <a:gd name="connsiteY707" fmla="*/ 2469149 h 2733536"/>
              <a:gd name="connsiteX708" fmla="*/ 4180798 w 6004835"/>
              <a:gd name="connsiteY708" fmla="*/ 2471059 h 2733536"/>
              <a:gd name="connsiteX709" fmla="*/ 4130636 w 6004835"/>
              <a:gd name="connsiteY709" fmla="*/ 2503856 h 2733536"/>
              <a:gd name="connsiteX710" fmla="*/ 4158834 w 6004835"/>
              <a:gd name="connsiteY710" fmla="*/ 2512533 h 2733536"/>
              <a:gd name="connsiteX711" fmla="*/ 4054713 w 6004835"/>
              <a:gd name="connsiteY711" fmla="*/ 2558088 h 2733536"/>
              <a:gd name="connsiteX712" fmla="*/ 4063390 w 6004835"/>
              <a:gd name="connsiteY712" fmla="*/ 2527719 h 2733536"/>
              <a:gd name="connsiteX713" fmla="*/ 4028682 w 6004835"/>
              <a:gd name="connsiteY713" fmla="*/ 2540734 h 2733536"/>
              <a:gd name="connsiteX714" fmla="*/ 3996145 w 6004835"/>
              <a:gd name="connsiteY714" fmla="*/ 2551579 h 2733536"/>
              <a:gd name="connsiteX715" fmla="*/ 3928899 w 6004835"/>
              <a:gd name="connsiteY715" fmla="*/ 2573271 h 2733536"/>
              <a:gd name="connsiteX716" fmla="*/ 3919914 w 6004835"/>
              <a:gd name="connsiteY716" fmla="*/ 2562487 h 2733536"/>
              <a:gd name="connsiteX717" fmla="*/ 3887682 w 6004835"/>
              <a:gd name="connsiteY717" fmla="*/ 2568932 h 2733536"/>
              <a:gd name="connsiteX718" fmla="*/ 3848637 w 6004835"/>
              <a:gd name="connsiteY718" fmla="*/ 2577609 h 2733536"/>
              <a:gd name="connsiteX719" fmla="*/ 3768377 w 6004835"/>
              <a:gd name="connsiteY719" fmla="*/ 2597133 h 2733536"/>
              <a:gd name="connsiteX720" fmla="*/ 3765731 w 6004835"/>
              <a:gd name="connsiteY720" fmla="*/ 2598363 h 2733536"/>
              <a:gd name="connsiteX721" fmla="*/ 3842130 w 6004835"/>
              <a:gd name="connsiteY721" fmla="*/ 2579777 h 2733536"/>
              <a:gd name="connsiteX722" fmla="*/ 3881176 w 6004835"/>
              <a:gd name="connsiteY722" fmla="*/ 2571101 h 2733536"/>
              <a:gd name="connsiteX723" fmla="*/ 3913713 w 6004835"/>
              <a:gd name="connsiteY723" fmla="*/ 2564594 h 2733536"/>
              <a:gd name="connsiteX724" fmla="*/ 3926728 w 6004835"/>
              <a:gd name="connsiteY724" fmla="*/ 2575439 h 2733536"/>
              <a:gd name="connsiteX725" fmla="*/ 3993975 w 6004835"/>
              <a:gd name="connsiteY725" fmla="*/ 2553747 h 2733536"/>
              <a:gd name="connsiteX726" fmla="*/ 4026512 w 6004835"/>
              <a:gd name="connsiteY726" fmla="*/ 2542902 h 2733536"/>
              <a:gd name="connsiteX727" fmla="*/ 4061219 w 6004835"/>
              <a:gd name="connsiteY727" fmla="*/ 2529887 h 2733536"/>
              <a:gd name="connsiteX728" fmla="*/ 4052542 w 6004835"/>
              <a:gd name="connsiteY728" fmla="*/ 2560256 h 2733536"/>
              <a:gd name="connsiteX729" fmla="*/ 3961436 w 6004835"/>
              <a:gd name="connsiteY729" fmla="*/ 2603640 h 2733536"/>
              <a:gd name="connsiteX730" fmla="*/ 3956970 w 6004835"/>
              <a:gd name="connsiteY730" fmla="*/ 2602390 h 2733536"/>
              <a:gd name="connsiteX731" fmla="*/ 3894191 w 6004835"/>
              <a:gd name="connsiteY731" fmla="*/ 2627500 h 2733536"/>
              <a:gd name="connsiteX732" fmla="*/ 3842130 w 6004835"/>
              <a:gd name="connsiteY732" fmla="*/ 2642686 h 2733536"/>
              <a:gd name="connsiteX733" fmla="*/ 3764038 w 6004835"/>
              <a:gd name="connsiteY733" fmla="*/ 2662207 h 2733536"/>
              <a:gd name="connsiteX734" fmla="*/ 3731772 w 6004835"/>
              <a:gd name="connsiteY734" fmla="*/ 2659497 h 2733536"/>
              <a:gd name="connsiteX735" fmla="*/ 3664284 w 6004835"/>
              <a:gd name="connsiteY735" fmla="*/ 2672628 h 2733536"/>
              <a:gd name="connsiteX736" fmla="*/ 3662084 w 6004835"/>
              <a:gd name="connsiteY736" fmla="*/ 2677393 h 2733536"/>
              <a:gd name="connsiteX737" fmla="*/ 3482041 w 6004835"/>
              <a:gd name="connsiteY737" fmla="*/ 2712100 h 2733536"/>
              <a:gd name="connsiteX738" fmla="*/ 3440825 w 6004835"/>
              <a:gd name="connsiteY738" fmla="*/ 2701253 h 2733536"/>
              <a:gd name="connsiteX739" fmla="*/ 3406117 w 6004835"/>
              <a:gd name="connsiteY739" fmla="*/ 2701253 h 2733536"/>
              <a:gd name="connsiteX740" fmla="*/ 3345379 w 6004835"/>
              <a:gd name="connsiteY740" fmla="*/ 2720777 h 2733536"/>
              <a:gd name="connsiteX741" fmla="*/ 3291150 w 6004835"/>
              <a:gd name="connsiteY741" fmla="*/ 2725116 h 2733536"/>
              <a:gd name="connsiteX742" fmla="*/ 3236919 w 6004835"/>
              <a:gd name="connsiteY742" fmla="*/ 2727283 h 2733536"/>
              <a:gd name="connsiteX743" fmla="*/ 3231027 w 6004835"/>
              <a:gd name="connsiteY743" fmla="*/ 2724760 h 2733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</a:cxnLst>
            <a:rect l="l" t="t" r="r" b="b"/>
            <a:pathLst>
              <a:path w="6004835" h="2733536">
                <a:moveTo>
                  <a:pt x="5889866" y="308613"/>
                </a:moveTo>
                <a:cubicBezTo>
                  <a:pt x="5894204" y="304275"/>
                  <a:pt x="5898543" y="299937"/>
                  <a:pt x="5902881" y="299937"/>
                </a:cubicBezTo>
                <a:lnTo>
                  <a:pt x="5903209" y="298272"/>
                </a:lnTo>
                <a:lnTo>
                  <a:pt x="5894204" y="304275"/>
                </a:lnTo>
                <a:cubicBezTo>
                  <a:pt x="5885527" y="299937"/>
                  <a:pt x="5879021" y="291260"/>
                  <a:pt x="5872512" y="284751"/>
                </a:cubicBezTo>
                <a:lnTo>
                  <a:pt x="5864801" y="275498"/>
                </a:lnTo>
                <a:lnTo>
                  <a:pt x="5864022" y="279335"/>
                </a:lnTo>
                <a:lnTo>
                  <a:pt x="5870342" y="286921"/>
                </a:lnTo>
                <a:cubicBezTo>
                  <a:pt x="5876850" y="293430"/>
                  <a:pt x="5883357" y="302107"/>
                  <a:pt x="5889866" y="308613"/>
                </a:cubicBezTo>
                <a:close/>
                <a:moveTo>
                  <a:pt x="5848652" y="620980"/>
                </a:moveTo>
                <a:cubicBezTo>
                  <a:pt x="5848652" y="618810"/>
                  <a:pt x="5850820" y="610133"/>
                  <a:pt x="5852991" y="607965"/>
                </a:cubicBezTo>
                <a:cubicBezTo>
                  <a:pt x="5855158" y="573257"/>
                  <a:pt x="5846481" y="566751"/>
                  <a:pt x="5861668" y="516858"/>
                </a:cubicBezTo>
                <a:cubicBezTo>
                  <a:pt x="5872512" y="486489"/>
                  <a:pt x="5885527" y="453952"/>
                  <a:pt x="5894204" y="421412"/>
                </a:cubicBezTo>
                <a:lnTo>
                  <a:pt x="5920235" y="406229"/>
                </a:lnTo>
                <a:lnTo>
                  <a:pt x="5920235" y="406227"/>
                </a:lnTo>
                <a:cubicBezTo>
                  <a:pt x="5939759" y="319458"/>
                  <a:pt x="5933250" y="299937"/>
                  <a:pt x="5948436" y="241367"/>
                </a:cubicBezTo>
                <a:cubicBezTo>
                  <a:pt x="5952774" y="215336"/>
                  <a:pt x="5959281" y="189306"/>
                  <a:pt x="5963619" y="163275"/>
                </a:cubicBezTo>
                <a:cubicBezTo>
                  <a:pt x="5967958" y="137245"/>
                  <a:pt x="5972296" y="109046"/>
                  <a:pt x="5976634" y="83015"/>
                </a:cubicBezTo>
                <a:cubicBezTo>
                  <a:pt x="5980973" y="56985"/>
                  <a:pt x="5983143" y="30954"/>
                  <a:pt x="5987481" y="7092"/>
                </a:cubicBezTo>
                <a:lnTo>
                  <a:pt x="5987911" y="0"/>
                </a:lnTo>
                <a:lnTo>
                  <a:pt x="6004835" y="0"/>
                </a:lnTo>
                <a:lnTo>
                  <a:pt x="6004835" y="18481"/>
                </a:lnTo>
                <a:cubicBezTo>
                  <a:pt x="6003750" y="36377"/>
                  <a:pt x="6001581" y="55900"/>
                  <a:pt x="5998327" y="80845"/>
                </a:cubicBezTo>
                <a:cubicBezTo>
                  <a:pt x="6000497" y="93860"/>
                  <a:pt x="5996158" y="115552"/>
                  <a:pt x="5991820" y="145921"/>
                </a:cubicBezTo>
                <a:cubicBezTo>
                  <a:pt x="5985311" y="174122"/>
                  <a:pt x="5978805" y="208830"/>
                  <a:pt x="5972296" y="241367"/>
                </a:cubicBezTo>
                <a:cubicBezTo>
                  <a:pt x="5970128" y="267397"/>
                  <a:pt x="5970128" y="295598"/>
                  <a:pt x="5965789" y="321629"/>
                </a:cubicBezTo>
                <a:cubicBezTo>
                  <a:pt x="5950604" y="369351"/>
                  <a:pt x="5948436" y="408397"/>
                  <a:pt x="5933250" y="469135"/>
                </a:cubicBezTo>
                <a:cubicBezTo>
                  <a:pt x="5922405" y="512519"/>
                  <a:pt x="5913728" y="555904"/>
                  <a:pt x="5902881" y="597118"/>
                </a:cubicBezTo>
                <a:cubicBezTo>
                  <a:pt x="5876850" y="623148"/>
                  <a:pt x="5879021" y="584102"/>
                  <a:pt x="5848652" y="620980"/>
                </a:cubicBezTo>
                <a:close/>
                <a:moveTo>
                  <a:pt x="239070" y="761980"/>
                </a:moveTo>
                <a:cubicBezTo>
                  <a:pt x="230393" y="759810"/>
                  <a:pt x="219546" y="738117"/>
                  <a:pt x="206531" y="712087"/>
                </a:cubicBezTo>
                <a:cubicBezTo>
                  <a:pt x="193515" y="686056"/>
                  <a:pt x="182670" y="655687"/>
                  <a:pt x="171823" y="633995"/>
                </a:cubicBezTo>
                <a:cubicBezTo>
                  <a:pt x="160978" y="605797"/>
                  <a:pt x="180500" y="683888"/>
                  <a:pt x="169655" y="655687"/>
                </a:cubicBezTo>
                <a:lnTo>
                  <a:pt x="150782" y="597186"/>
                </a:lnTo>
                <a:lnTo>
                  <a:pt x="137116" y="599288"/>
                </a:lnTo>
                <a:cubicBezTo>
                  <a:pt x="130607" y="581934"/>
                  <a:pt x="126269" y="564580"/>
                  <a:pt x="121930" y="549397"/>
                </a:cubicBezTo>
                <a:cubicBezTo>
                  <a:pt x="98070" y="525535"/>
                  <a:pt x="80716" y="475644"/>
                  <a:pt x="69869" y="430089"/>
                </a:cubicBezTo>
                <a:cubicBezTo>
                  <a:pt x="59024" y="384537"/>
                  <a:pt x="50347" y="341153"/>
                  <a:pt x="37332" y="323799"/>
                </a:cubicBezTo>
                <a:cubicBezTo>
                  <a:pt x="26485" y="284753"/>
                  <a:pt x="26485" y="243537"/>
                  <a:pt x="35162" y="234860"/>
                </a:cubicBezTo>
                <a:cubicBezTo>
                  <a:pt x="30823" y="200153"/>
                  <a:pt x="24317" y="165445"/>
                  <a:pt x="19978" y="130738"/>
                </a:cubicBezTo>
                <a:cubicBezTo>
                  <a:pt x="15640" y="96031"/>
                  <a:pt x="13469" y="61323"/>
                  <a:pt x="9131" y="26616"/>
                </a:cubicBezTo>
                <a:lnTo>
                  <a:pt x="0" y="0"/>
                </a:lnTo>
                <a:lnTo>
                  <a:pt x="34839" y="0"/>
                </a:lnTo>
                <a:lnTo>
                  <a:pt x="61192" y="115555"/>
                </a:lnTo>
                <a:cubicBezTo>
                  <a:pt x="63362" y="143753"/>
                  <a:pt x="69869" y="169784"/>
                  <a:pt x="76378" y="217507"/>
                </a:cubicBezTo>
                <a:cubicBezTo>
                  <a:pt x="87223" y="254384"/>
                  <a:pt x="98070" y="289092"/>
                  <a:pt x="108915" y="321629"/>
                </a:cubicBezTo>
                <a:cubicBezTo>
                  <a:pt x="113795" y="383451"/>
                  <a:pt x="146740" y="481879"/>
                  <a:pt x="160163" y="545532"/>
                </a:cubicBezTo>
                <a:lnTo>
                  <a:pt x="164636" y="588443"/>
                </a:lnTo>
                <a:lnTo>
                  <a:pt x="173993" y="588443"/>
                </a:lnTo>
                <a:cubicBezTo>
                  <a:pt x="197854" y="649181"/>
                  <a:pt x="213039" y="681718"/>
                  <a:pt x="221716" y="703410"/>
                </a:cubicBezTo>
                <a:cubicBezTo>
                  <a:pt x="232561" y="725102"/>
                  <a:pt x="236899" y="740288"/>
                  <a:pt x="239070" y="761980"/>
                </a:cubicBezTo>
                <a:close/>
                <a:moveTo>
                  <a:pt x="5524471" y="900866"/>
                </a:moveTo>
                <a:lnTo>
                  <a:pt x="5577500" y="807532"/>
                </a:lnTo>
                <a:lnTo>
                  <a:pt x="5578092" y="805972"/>
                </a:lnTo>
                <a:lnTo>
                  <a:pt x="5525438" y="898639"/>
                </a:lnTo>
                <a:close/>
                <a:moveTo>
                  <a:pt x="5544962" y="1319466"/>
                </a:moveTo>
                <a:lnTo>
                  <a:pt x="5575331" y="1258728"/>
                </a:lnTo>
                <a:cubicBezTo>
                  <a:pt x="5581838" y="1239207"/>
                  <a:pt x="5592685" y="1219683"/>
                  <a:pt x="5601362" y="1197991"/>
                </a:cubicBezTo>
                <a:cubicBezTo>
                  <a:pt x="5610038" y="1184975"/>
                  <a:pt x="5614377" y="1176298"/>
                  <a:pt x="5620883" y="1165453"/>
                </a:cubicBezTo>
                <a:cubicBezTo>
                  <a:pt x="5629560" y="1150268"/>
                  <a:pt x="5638237" y="1137253"/>
                  <a:pt x="5646914" y="1122069"/>
                </a:cubicBezTo>
                <a:cubicBezTo>
                  <a:pt x="5655591" y="1106884"/>
                  <a:pt x="5662099" y="1093868"/>
                  <a:pt x="5670776" y="1078685"/>
                </a:cubicBezTo>
                <a:cubicBezTo>
                  <a:pt x="5685960" y="1050484"/>
                  <a:pt x="5703314" y="1022285"/>
                  <a:pt x="5718499" y="991917"/>
                </a:cubicBezTo>
                <a:cubicBezTo>
                  <a:pt x="5711990" y="1020115"/>
                  <a:pt x="5703314" y="1046146"/>
                  <a:pt x="5690298" y="1076515"/>
                </a:cubicBezTo>
                <a:cubicBezTo>
                  <a:pt x="5677283" y="1104716"/>
                  <a:pt x="5662099" y="1135084"/>
                  <a:pt x="5640407" y="1167622"/>
                </a:cubicBezTo>
                <a:cubicBezTo>
                  <a:pt x="5623054" y="1202329"/>
                  <a:pt x="5605700" y="1234868"/>
                  <a:pt x="5590514" y="1260899"/>
                </a:cubicBezTo>
                <a:cubicBezTo>
                  <a:pt x="5573161" y="1286929"/>
                  <a:pt x="5557978" y="1306451"/>
                  <a:pt x="5544962" y="1319466"/>
                </a:cubicBezTo>
                <a:close/>
                <a:moveTo>
                  <a:pt x="5491969" y="1350769"/>
                </a:moveTo>
                <a:lnTo>
                  <a:pt x="5516761" y="1293436"/>
                </a:lnTo>
                <a:lnTo>
                  <a:pt x="5515661" y="1293907"/>
                </a:lnTo>
                <a:close/>
                <a:moveTo>
                  <a:pt x="5194333" y="1461874"/>
                </a:moveTo>
                <a:lnTo>
                  <a:pt x="5200056" y="1458296"/>
                </a:lnTo>
                <a:cubicBezTo>
                  <a:pt x="5217410" y="1434436"/>
                  <a:pt x="5234764" y="1410573"/>
                  <a:pt x="5252117" y="1386713"/>
                </a:cubicBezTo>
                <a:cubicBezTo>
                  <a:pt x="5271641" y="1356344"/>
                  <a:pt x="5291163" y="1328143"/>
                  <a:pt x="5310687" y="1297774"/>
                </a:cubicBezTo>
                <a:cubicBezTo>
                  <a:pt x="5334547" y="1269576"/>
                  <a:pt x="5356239" y="1239207"/>
                  <a:pt x="5377932" y="1208838"/>
                </a:cubicBezTo>
                <a:cubicBezTo>
                  <a:pt x="5386608" y="1193652"/>
                  <a:pt x="5397456" y="1178469"/>
                  <a:pt x="5406132" y="1161115"/>
                </a:cubicBezTo>
                <a:cubicBezTo>
                  <a:pt x="5414809" y="1143761"/>
                  <a:pt x="5425654" y="1126408"/>
                  <a:pt x="5434331" y="1109054"/>
                </a:cubicBezTo>
                <a:lnTo>
                  <a:pt x="5442366" y="1096242"/>
                </a:lnTo>
                <a:lnTo>
                  <a:pt x="5485295" y="1034233"/>
                </a:lnTo>
                <a:lnTo>
                  <a:pt x="5492901" y="1024454"/>
                </a:lnTo>
                <a:lnTo>
                  <a:pt x="5493987" y="1021677"/>
                </a:lnTo>
                <a:lnTo>
                  <a:pt x="5485295" y="1034233"/>
                </a:lnTo>
                <a:lnTo>
                  <a:pt x="5464430" y="1061060"/>
                </a:lnTo>
                <a:lnTo>
                  <a:pt x="5442366" y="1096242"/>
                </a:lnTo>
                <a:lnTo>
                  <a:pt x="5436501" y="1104713"/>
                </a:lnTo>
                <a:cubicBezTo>
                  <a:pt x="5425654" y="1122067"/>
                  <a:pt x="5416977" y="1139421"/>
                  <a:pt x="5408301" y="1156774"/>
                </a:cubicBezTo>
                <a:cubicBezTo>
                  <a:pt x="5397456" y="1174128"/>
                  <a:pt x="5388779" y="1189314"/>
                  <a:pt x="5380102" y="1204497"/>
                </a:cubicBezTo>
                <a:cubicBezTo>
                  <a:pt x="5358410" y="1234866"/>
                  <a:pt x="5336718" y="1265235"/>
                  <a:pt x="5312856" y="1293436"/>
                </a:cubicBezTo>
                <a:cubicBezTo>
                  <a:pt x="5293334" y="1323805"/>
                  <a:pt x="5275980" y="1352003"/>
                  <a:pt x="5254288" y="1382372"/>
                </a:cubicBezTo>
                <a:cubicBezTo>
                  <a:pt x="5236934" y="1406235"/>
                  <a:pt x="5219580" y="1430095"/>
                  <a:pt x="5202227" y="1453958"/>
                </a:cubicBezTo>
                <a:lnTo>
                  <a:pt x="5197886" y="1456611"/>
                </a:lnTo>
                <a:close/>
                <a:moveTo>
                  <a:pt x="1063152" y="1693288"/>
                </a:moveTo>
                <a:lnTo>
                  <a:pt x="1063368" y="1692571"/>
                </a:lnTo>
                <a:lnTo>
                  <a:pt x="1058857" y="1688057"/>
                </a:lnTo>
                <a:close/>
                <a:moveTo>
                  <a:pt x="4881181" y="1831400"/>
                </a:moveTo>
                <a:lnTo>
                  <a:pt x="4883666" y="1830829"/>
                </a:lnTo>
                <a:lnTo>
                  <a:pt x="4922398" y="1788016"/>
                </a:lnTo>
                <a:cubicBezTo>
                  <a:pt x="4931074" y="1777171"/>
                  <a:pt x="4939751" y="1766324"/>
                  <a:pt x="4957104" y="1748970"/>
                </a:cubicBezTo>
                <a:cubicBezTo>
                  <a:pt x="4959817" y="1741922"/>
                  <a:pt x="4960225" y="1738125"/>
                  <a:pt x="4958733" y="1736905"/>
                </a:cubicBezTo>
                <a:lnTo>
                  <a:pt x="4958540" y="1736973"/>
                </a:lnTo>
                <a:lnTo>
                  <a:pt x="4957104" y="1746802"/>
                </a:lnTo>
                <a:cubicBezTo>
                  <a:pt x="4939751" y="1764156"/>
                  <a:pt x="4933242" y="1775001"/>
                  <a:pt x="4922398" y="1785848"/>
                </a:cubicBezTo>
                <a:cubicBezTo>
                  <a:pt x="4913720" y="1796693"/>
                  <a:pt x="4902873" y="1809708"/>
                  <a:pt x="4881181" y="1831400"/>
                </a:cubicBezTo>
                <a:close/>
                <a:moveTo>
                  <a:pt x="928761" y="1833430"/>
                </a:moveTo>
                <a:lnTo>
                  <a:pt x="863801" y="1755477"/>
                </a:lnTo>
                <a:lnTo>
                  <a:pt x="846834" y="1736969"/>
                </a:lnTo>
                <a:close/>
                <a:moveTo>
                  <a:pt x="4790074" y="1857431"/>
                </a:moveTo>
                <a:lnTo>
                  <a:pt x="4798856" y="1851810"/>
                </a:lnTo>
                <a:lnTo>
                  <a:pt x="4805146" y="1846231"/>
                </a:lnTo>
                <a:lnTo>
                  <a:pt x="4792338" y="1855078"/>
                </a:lnTo>
                <a:close/>
                <a:moveTo>
                  <a:pt x="4760985" y="1880234"/>
                </a:moveTo>
                <a:lnTo>
                  <a:pt x="4761875" y="1879123"/>
                </a:lnTo>
                <a:lnTo>
                  <a:pt x="4758282" y="1878611"/>
                </a:lnTo>
                <a:lnTo>
                  <a:pt x="4757537" y="1879123"/>
                </a:lnTo>
                <a:lnTo>
                  <a:pt x="4757537" y="1879743"/>
                </a:lnTo>
                <a:close/>
                <a:moveTo>
                  <a:pt x="1035001" y="1943735"/>
                </a:moveTo>
                <a:lnTo>
                  <a:pt x="1023953" y="1935238"/>
                </a:lnTo>
                <a:lnTo>
                  <a:pt x="1032188" y="1942302"/>
                </a:lnTo>
                <a:close/>
                <a:moveTo>
                  <a:pt x="4766902" y="1960050"/>
                </a:moveTo>
                <a:lnTo>
                  <a:pt x="4774891" y="1959385"/>
                </a:lnTo>
                <a:lnTo>
                  <a:pt x="4831290" y="1918169"/>
                </a:lnTo>
                <a:lnTo>
                  <a:pt x="4885522" y="1874785"/>
                </a:lnTo>
                <a:cubicBezTo>
                  <a:pt x="4907214" y="1859601"/>
                  <a:pt x="4931074" y="1844416"/>
                  <a:pt x="4952766" y="1827062"/>
                </a:cubicBezTo>
                <a:cubicBezTo>
                  <a:pt x="4970120" y="1809708"/>
                  <a:pt x="4989644" y="1790187"/>
                  <a:pt x="5015674" y="1761986"/>
                </a:cubicBezTo>
                <a:cubicBezTo>
                  <a:pt x="5015674" y="1759818"/>
                  <a:pt x="5015674" y="1757647"/>
                  <a:pt x="5013504" y="1753309"/>
                </a:cubicBezTo>
                <a:cubicBezTo>
                  <a:pt x="5035196" y="1731617"/>
                  <a:pt x="5054720" y="1709925"/>
                  <a:pt x="5074242" y="1686064"/>
                </a:cubicBezTo>
                <a:cubicBezTo>
                  <a:pt x="5085089" y="1677387"/>
                  <a:pt x="5098105" y="1666540"/>
                  <a:pt x="5111120" y="1655695"/>
                </a:cubicBezTo>
                <a:cubicBezTo>
                  <a:pt x="5117627" y="1647019"/>
                  <a:pt x="5126303" y="1636171"/>
                  <a:pt x="5134980" y="1625326"/>
                </a:cubicBezTo>
                <a:cubicBezTo>
                  <a:pt x="5141489" y="1614479"/>
                  <a:pt x="5150165" y="1603634"/>
                  <a:pt x="5156672" y="1594957"/>
                </a:cubicBezTo>
                <a:cubicBezTo>
                  <a:pt x="5178364" y="1571095"/>
                  <a:pt x="5197888" y="1545064"/>
                  <a:pt x="5219580" y="1521204"/>
                </a:cubicBezTo>
                <a:cubicBezTo>
                  <a:pt x="5239102" y="1497342"/>
                  <a:pt x="5258626" y="1471311"/>
                  <a:pt x="5278148" y="1445281"/>
                </a:cubicBezTo>
                <a:cubicBezTo>
                  <a:pt x="5302010" y="1404067"/>
                  <a:pt x="5334547" y="1356344"/>
                  <a:pt x="5367087" y="1310790"/>
                </a:cubicBezTo>
                <a:cubicBezTo>
                  <a:pt x="5399624" y="1263067"/>
                  <a:pt x="5429993" y="1215344"/>
                  <a:pt x="5447346" y="1174130"/>
                </a:cubicBezTo>
                <a:cubicBezTo>
                  <a:pt x="5469039" y="1137253"/>
                  <a:pt x="5495069" y="1111222"/>
                  <a:pt x="5510255" y="1072176"/>
                </a:cubicBezTo>
                <a:cubicBezTo>
                  <a:pt x="5529776" y="1039639"/>
                  <a:pt x="5549301" y="1000593"/>
                  <a:pt x="5568822" y="968054"/>
                </a:cubicBezTo>
                <a:cubicBezTo>
                  <a:pt x="5577500" y="955039"/>
                  <a:pt x="5584008" y="942023"/>
                  <a:pt x="5590514" y="929008"/>
                </a:cubicBezTo>
                <a:cubicBezTo>
                  <a:pt x="5597024" y="915993"/>
                  <a:pt x="5601362" y="902978"/>
                  <a:pt x="5607868" y="892133"/>
                </a:cubicBezTo>
                <a:cubicBezTo>
                  <a:pt x="5618715" y="868270"/>
                  <a:pt x="5627393" y="844410"/>
                  <a:pt x="5636069" y="822718"/>
                </a:cubicBezTo>
                <a:cubicBezTo>
                  <a:pt x="5653423" y="777163"/>
                  <a:pt x="5668606" y="733779"/>
                  <a:pt x="5696807" y="690395"/>
                </a:cubicBezTo>
                <a:cubicBezTo>
                  <a:pt x="5716329" y="655687"/>
                  <a:pt x="5711990" y="629657"/>
                  <a:pt x="5720667" y="601458"/>
                </a:cubicBezTo>
                <a:cubicBezTo>
                  <a:pt x="5744530" y="542888"/>
                  <a:pt x="5759713" y="484321"/>
                  <a:pt x="5779237" y="423583"/>
                </a:cubicBezTo>
                <a:cubicBezTo>
                  <a:pt x="5770560" y="406229"/>
                  <a:pt x="5800929" y="336814"/>
                  <a:pt x="5805267" y="284753"/>
                </a:cubicBezTo>
                <a:cubicBezTo>
                  <a:pt x="5818283" y="230522"/>
                  <a:pt x="5829128" y="174122"/>
                  <a:pt x="5839975" y="117723"/>
                </a:cubicBezTo>
                <a:lnTo>
                  <a:pt x="5847800" y="88383"/>
                </a:lnTo>
                <a:lnTo>
                  <a:pt x="5842143" y="87354"/>
                </a:lnTo>
                <a:cubicBezTo>
                  <a:pt x="5844311" y="70000"/>
                  <a:pt x="5844311" y="54817"/>
                  <a:pt x="5844311" y="33125"/>
                </a:cubicBezTo>
                <a:lnTo>
                  <a:pt x="5845466" y="29082"/>
                </a:lnTo>
                <a:lnTo>
                  <a:pt x="5843951" y="29167"/>
                </a:lnTo>
                <a:lnTo>
                  <a:pt x="5841207" y="29319"/>
                </a:lnTo>
                <a:lnTo>
                  <a:pt x="5842143" y="39631"/>
                </a:lnTo>
                <a:cubicBezTo>
                  <a:pt x="5842143" y="59155"/>
                  <a:pt x="5842143" y="74339"/>
                  <a:pt x="5839975" y="93863"/>
                </a:cubicBezTo>
                <a:cubicBezTo>
                  <a:pt x="5837805" y="104708"/>
                  <a:pt x="5835636" y="113384"/>
                  <a:pt x="5831299" y="126400"/>
                </a:cubicBezTo>
                <a:cubicBezTo>
                  <a:pt x="5813944" y="154601"/>
                  <a:pt x="5796591" y="182799"/>
                  <a:pt x="5779237" y="208830"/>
                </a:cubicBezTo>
                <a:cubicBezTo>
                  <a:pt x="5774899" y="234860"/>
                  <a:pt x="5772729" y="256552"/>
                  <a:pt x="5766222" y="280415"/>
                </a:cubicBezTo>
                <a:lnTo>
                  <a:pt x="5753207" y="304275"/>
                </a:lnTo>
                <a:cubicBezTo>
                  <a:pt x="5746698" y="338982"/>
                  <a:pt x="5740191" y="371522"/>
                  <a:pt x="5731514" y="408397"/>
                </a:cubicBezTo>
                <a:cubicBezTo>
                  <a:pt x="5722837" y="436598"/>
                  <a:pt x="5716329" y="462629"/>
                  <a:pt x="5707652" y="490827"/>
                </a:cubicBezTo>
                <a:cubicBezTo>
                  <a:pt x="5698975" y="519028"/>
                  <a:pt x="5692468" y="545059"/>
                  <a:pt x="5681621" y="571089"/>
                </a:cubicBezTo>
                <a:cubicBezTo>
                  <a:pt x="5677283" y="592781"/>
                  <a:pt x="5672944" y="612303"/>
                  <a:pt x="5666438" y="633995"/>
                </a:cubicBezTo>
                <a:cubicBezTo>
                  <a:pt x="5662099" y="655687"/>
                  <a:pt x="5657761" y="677380"/>
                  <a:pt x="5649084" y="699072"/>
                </a:cubicBezTo>
                <a:lnTo>
                  <a:pt x="5662924" y="677546"/>
                </a:lnTo>
                <a:lnTo>
                  <a:pt x="5675115" y="631825"/>
                </a:lnTo>
                <a:cubicBezTo>
                  <a:pt x="5677283" y="607965"/>
                  <a:pt x="5681621" y="588441"/>
                  <a:pt x="5685960" y="566749"/>
                </a:cubicBezTo>
                <a:cubicBezTo>
                  <a:pt x="5694637" y="540718"/>
                  <a:pt x="5703314" y="512519"/>
                  <a:pt x="5711990" y="486489"/>
                </a:cubicBezTo>
                <a:cubicBezTo>
                  <a:pt x="5720667" y="458288"/>
                  <a:pt x="5727176" y="432257"/>
                  <a:pt x="5735853" y="404059"/>
                </a:cubicBezTo>
                <a:cubicBezTo>
                  <a:pt x="5744530" y="369351"/>
                  <a:pt x="5748868" y="336812"/>
                  <a:pt x="5757545" y="299937"/>
                </a:cubicBezTo>
                <a:lnTo>
                  <a:pt x="5770560" y="276074"/>
                </a:lnTo>
                <a:cubicBezTo>
                  <a:pt x="5777067" y="252214"/>
                  <a:pt x="5779237" y="230522"/>
                  <a:pt x="5783576" y="204491"/>
                </a:cubicBezTo>
                <a:cubicBezTo>
                  <a:pt x="5800929" y="176290"/>
                  <a:pt x="5818283" y="150260"/>
                  <a:pt x="5835636" y="122061"/>
                </a:cubicBezTo>
                <a:cubicBezTo>
                  <a:pt x="5824789" y="178461"/>
                  <a:pt x="5813944" y="232690"/>
                  <a:pt x="5800929" y="289089"/>
                </a:cubicBezTo>
                <a:cubicBezTo>
                  <a:pt x="5796591" y="341151"/>
                  <a:pt x="5766222" y="412736"/>
                  <a:pt x="5774899" y="427919"/>
                </a:cubicBezTo>
                <a:cubicBezTo>
                  <a:pt x="5755374" y="488657"/>
                  <a:pt x="5738021" y="547227"/>
                  <a:pt x="5716329" y="605794"/>
                </a:cubicBezTo>
                <a:lnTo>
                  <a:pt x="5704744" y="623818"/>
                </a:lnTo>
                <a:lnTo>
                  <a:pt x="5699791" y="650807"/>
                </a:lnTo>
                <a:cubicBezTo>
                  <a:pt x="5697349" y="664909"/>
                  <a:pt x="5693552" y="679550"/>
                  <a:pt x="5683792" y="696904"/>
                </a:cubicBezTo>
                <a:cubicBezTo>
                  <a:pt x="5653423" y="740288"/>
                  <a:pt x="5638237" y="783672"/>
                  <a:pt x="5623054" y="829224"/>
                </a:cubicBezTo>
                <a:cubicBezTo>
                  <a:pt x="5614377" y="850916"/>
                  <a:pt x="5605700" y="874779"/>
                  <a:pt x="5594853" y="898639"/>
                </a:cubicBezTo>
                <a:cubicBezTo>
                  <a:pt x="5590514" y="911654"/>
                  <a:pt x="5584008" y="922502"/>
                  <a:pt x="5577500" y="935517"/>
                </a:cubicBezTo>
                <a:cubicBezTo>
                  <a:pt x="5570993" y="948532"/>
                  <a:pt x="5564484" y="961547"/>
                  <a:pt x="5555807" y="974563"/>
                </a:cubicBezTo>
                <a:cubicBezTo>
                  <a:pt x="5536285" y="1009270"/>
                  <a:pt x="5516761" y="1046146"/>
                  <a:pt x="5497239" y="1078685"/>
                </a:cubicBezTo>
                <a:cubicBezTo>
                  <a:pt x="5482054" y="1117731"/>
                  <a:pt x="5456023" y="1143761"/>
                  <a:pt x="5434331" y="1180637"/>
                </a:cubicBezTo>
                <a:cubicBezTo>
                  <a:pt x="5416977" y="1221853"/>
                  <a:pt x="5386608" y="1271744"/>
                  <a:pt x="5354071" y="1317298"/>
                </a:cubicBezTo>
                <a:cubicBezTo>
                  <a:pt x="5321533" y="1362851"/>
                  <a:pt x="5288995" y="1410573"/>
                  <a:pt x="5265133" y="1451789"/>
                </a:cubicBezTo>
                <a:cubicBezTo>
                  <a:pt x="5245611" y="1477820"/>
                  <a:pt x="5226087" y="1503851"/>
                  <a:pt x="5206565" y="1527711"/>
                </a:cubicBezTo>
                <a:cubicBezTo>
                  <a:pt x="5184873" y="1551573"/>
                  <a:pt x="5165349" y="1575433"/>
                  <a:pt x="5143657" y="1601464"/>
                </a:cubicBezTo>
                <a:cubicBezTo>
                  <a:pt x="5137151" y="1612311"/>
                  <a:pt x="5128474" y="1620988"/>
                  <a:pt x="5121965" y="1631833"/>
                </a:cubicBezTo>
                <a:cubicBezTo>
                  <a:pt x="5113288" y="1642680"/>
                  <a:pt x="5106781" y="1651357"/>
                  <a:pt x="5098105" y="1662202"/>
                </a:cubicBezTo>
                <a:cubicBezTo>
                  <a:pt x="5085089" y="1673049"/>
                  <a:pt x="5072074" y="1683894"/>
                  <a:pt x="5061227" y="1692571"/>
                </a:cubicBezTo>
                <a:lnTo>
                  <a:pt x="5000915" y="1759348"/>
                </a:lnTo>
                <a:lnTo>
                  <a:pt x="5002657" y="1766324"/>
                </a:lnTo>
                <a:cubicBezTo>
                  <a:pt x="4976626" y="1794525"/>
                  <a:pt x="4959273" y="1814047"/>
                  <a:pt x="4939751" y="1831400"/>
                </a:cubicBezTo>
                <a:cubicBezTo>
                  <a:pt x="4918059" y="1846586"/>
                  <a:pt x="4894196" y="1861769"/>
                  <a:pt x="4872505" y="1879123"/>
                </a:cubicBezTo>
                <a:lnTo>
                  <a:pt x="4818275" y="1922507"/>
                </a:lnTo>
                <a:close/>
                <a:moveTo>
                  <a:pt x="1583173" y="2117115"/>
                </a:moveTo>
                <a:lnTo>
                  <a:pt x="1583979" y="2113398"/>
                </a:lnTo>
                <a:lnTo>
                  <a:pt x="1575826" y="2107629"/>
                </a:lnTo>
                <a:lnTo>
                  <a:pt x="1575847" y="2108247"/>
                </a:lnTo>
                <a:close/>
                <a:moveTo>
                  <a:pt x="1217383" y="2132920"/>
                </a:moveTo>
                <a:cubicBezTo>
                  <a:pt x="1204368" y="2124243"/>
                  <a:pt x="1191353" y="2115566"/>
                  <a:pt x="1178338" y="2106889"/>
                </a:cubicBezTo>
                <a:cubicBezTo>
                  <a:pt x="1165322" y="2098212"/>
                  <a:pt x="1154477" y="2087367"/>
                  <a:pt x="1141462" y="2078691"/>
                </a:cubicBezTo>
                <a:cubicBezTo>
                  <a:pt x="1111093" y="2052660"/>
                  <a:pt x="1078554" y="2028798"/>
                  <a:pt x="1050355" y="2002767"/>
                </a:cubicBezTo>
                <a:cubicBezTo>
                  <a:pt x="1022154" y="1976736"/>
                  <a:pt x="993956" y="1950706"/>
                  <a:pt x="965755" y="1926846"/>
                </a:cubicBezTo>
                <a:cubicBezTo>
                  <a:pt x="937556" y="1900815"/>
                  <a:pt x="913694" y="1874785"/>
                  <a:pt x="887663" y="1850922"/>
                </a:cubicBezTo>
                <a:cubicBezTo>
                  <a:pt x="874648" y="1837907"/>
                  <a:pt x="861633" y="1824892"/>
                  <a:pt x="850788" y="1814047"/>
                </a:cubicBezTo>
                <a:cubicBezTo>
                  <a:pt x="839940" y="1801031"/>
                  <a:pt x="826925" y="1788016"/>
                  <a:pt x="816080" y="1775001"/>
                </a:cubicBezTo>
                <a:cubicBezTo>
                  <a:pt x="818248" y="1770662"/>
                  <a:pt x="839940" y="1783678"/>
                  <a:pt x="829096" y="1757647"/>
                </a:cubicBezTo>
                <a:cubicBezTo>
                  <a:pt x="844279" y="1770662"/>
                  <a:pt x="859465" y="1783678"/>
                  <a:pt x="872480" y="1796693"/>
                </a:cubicBezTo>
                <a:cubicBezTo>
                  <a:pt x="889833" y="1809708"/>
                  <a:pt x="905017" y="1822724"/>
                  <a:pt x="920202" y="1833568"/>
                </a:cubicBezTo>
                <a:cubicBezTo>
                  <a:pt x="939724" y="1855261"/>
                  <a:pt x="959248" y="1874785"/>
                  <a:pt x="978770" y="1896477"/>
                </a:cubicBezTo>
                <a:lnTo>
                  <a:pt x="983748" y="1900747"/>
                </a:lnTo>
                <a:lnTo>
                  <a:pt x="920202" y="1833568"/>
                </a:lnTo>
                <a:cubicBezTo>
                  <a:pt x="905017" y="1820553"/>
                  <a:pt x="889833" y="1809708"/>
                  <a:pt x="874648" y="1796693"/>
                </a:cubicBezTo>
                <a:cubicBezTo>
                  <a:pt x="859465" y="1783678"/>
                  <a:pt x="846449" y="1770662"/>
                  <a:pt x="831264" y="1757647"/>
                </a:cubicBezTo>
                <a:cubicBezTo>
                  <a:pt x="816080" y="1738123"/>
                  <a:pt x="798727" y="1718601"/>
                  <a:pt x="783541" y="1699077"/>
                </a:cubicBezTo>
                <a:cubicBezTo>
                  <a:pt x="768358" y="1679556"/>
                  <a:pt x="753172" y="1657863"/>
                  <a:pt x="737989" y="1638339"/>
                </a:cubicBezTo>
                <a:cubicBezTo>
                  <a:pt x="744495" y="1631833"/>
                  <a:pt x="766187" y="1642678"/>
                  <a:pt x="794388" y="1675217"/>
                </a:cubicBezTo>
                <a:lnTo>
                  <a:pt x="797157" y="1678478"/>
                </a:lnTo>
                <a:lnTo>
                  <a:pt x="822858" y="1684165"/>
                </a:lnTo>
                <a:cubicBezTo>
                  <a:pt x="836144" y="1693113"/>
                  <a:pt x="854040" y="1709925"/>
                  <a:pt x="881154" y="1738123"/>
                </a:cubicBezTo>
                <a:cubicBezTo>
                  <a:pt x="909355" y="1761986"/>
                  <a:pt x="939724" y="1783678"/>
                  <a:pt x="961416" y="1803200"/>
                </a:cubicBezTo>
                <a:cubicBezTo>
                  <a:pt x="983108" y="1822724"/>
                  <a:pt x="996124" y="1840077"/>
                  <a:pt x="996124" y="1850922"/>
                </a:cubicBezTo>
                <a:cubicBezTo>
                  <a:pt x="1002630" y="1859599"/>
                  <a:pt x="1006969" y="1866108"/>
                  <a:pt x="1015645" y="1874785"/>
                </a:cubicBezTo>
                <a:cubicBezTo>
                  <a:pt x="1043846" y="1898645"/>
                  <a:pt x="1067707" y="1920337"/>
                  <a:pt x="1098076" y="1944199"/>
                </a:cubicBezTo>
                <a:cubicBezTo>
                  <a:pt x="1091569" y="1952876"/>
                  <a:pt x="1080722" y="1957215"/>
                  <a:pt x="1074215" y="1963721"/>
                </a:cubicBezTo>
                <a:lnTo>
                  <a:pt x="997449" y="1878424"/>
                </a:lnTo>
                <a:lnTo>
                  <a:pt x="993956" y="1879123"/>
                </a:lnTo>
                <a:lnTo>
                  <a:pt x="1066602" y="1959841"/>
                </a:lnTo>
                <a:lnTo>
                  <a:pt x="1074215" y="1963721"/>
                </a:lnTo>
                <a:cubicBezTo>
                  <a:pt x="1080724" y="1957215"/>
                  <a:pt x="1089401" y="1950706"/>
                  <a:pt x="1098078" y="1944199"/>
                </a:cubicBezTo>
                <a:cubicBezTo>
                  <a:pt x="1163154" y="2000599"/>
                  <a:pt x="1232569" y="2056998"/>
                  <a:pt x="1304152" y="2106889"/>
                </a:cubicBezTo>
                <a:cubicBezTo>
                  <a:pt x="1291137" y="2111228"/>
                  <a:pt x="1280292" y="2115566"/>
                  <a:pt x="1262938" y="2119904"/>
                </a:cubicBezTo>
                <a:cubicBezTo>
                  <a:pt x="1269444" y="2124243"/>
                  <a:pt x="1271615" y="2126413"/>
                  <a:pt x="1278121" y="2130752"/>
                </a:cubicBezTo>
                <a:cubicBezTo>
                  <a:pt x="1256429" y="2130752"/>
                  <a:pt x="1239076" y="2132920"/>
                  <a:pt x="1217383" y="2132920"/>
                </a:cubicBezTo>
                <a:close/>
                <a:moveTo>
                  <a:pt x="1495043" y="2280428"/>
                </a:moveTo>
                <a:cubicBezTo>
                  <a:pt x="1469012" y="2267413"/>
                  <a:pt x="1445150" y="2256566"/>
                  <a:pt x="1425628" y="2243551"/>
                </a:cubicBezTo>
                <a:cubicBezTo>
                  <a:pt x="1406104" y="2232706"/>
                  <a:pt x="1388750" y="2221859"/>
                  <a:pt x="1373567" y="2211014"/>
                </a:cubicBezTo>
                <a:cubicBezTo>
                  <a:pt x="1345366" y="2191490"/>
                  <a:pt x="1328012" y="2176306"/>
                  <a:pt x="1317167" y="2163291"/>
                </a:cubicBezTo>
                <a:cubicBezTo>
                  <a:pt x="1388750" y="2193660"/>
                  <a:pt x="1425628" y="2221859"/>
                  <a:pt x="1464674" y="2245721"/>
                </a:cubicBezTo>
                <a:cubicBezTo>
                  <a:pt x="1473350" y="2256566"/>
                  <a:pt x="1501549" y="2278258"/>
                  <a:pt x="1495043" y="2280428"/>
                </a:cubicBezTo>
                <a:close/>
                <a:moveTo>
                  <a:pt x="1861641" y="2380212"/>
                </a:moveTo>
                <a:cubicBezTo>
                  <a:pt x="1816086" y="2358520"/>
                  <a:pt x="1768363" y="2334658"/>
                  <a:pt x="1722811" y="2312965"/>
                </a:cubicBezTo>
                <a:cubicBezTo>
                  <a:pt x="1735826" y="2312965"/>
                  <a:pt x="1744503" y="2312965"/>
                  <a:pt x="1757518" y="2310797"/>
                </a:cubicBezTo>
                <a:cubicBezTo>
                  <a:pt x="1798732" y="2332490"/>
                  <a:pt x="1833440" y="2352011"/>
                  <a:pt x="1876824" y="2371535"/>
                </a:cubicBezTo>
                <a:cubicBezTo>
                  <a:pt x="1872485" y="2373703"/>
                  <a:pt x="1868147" y="2375874"/>
                  <a:pt x="1861641" y="2380212"/>
                </a:cubicBezTo>
                <a:close/>
                <a:moveTo>
                  <a:pt x="3611567" y="2391251"/>
                </a:moveTo>
                <a:lnTo>
                  <a:pt x="3772715" y="2360688"/>
                </a:lnTo>
                <a:cubicBezTo>
                  <a:pt x="3783560" y="2358518"/>
                  <a:pt x="3792237" y="2356350"/>
                  <a:pt x="3803084" y="2354179"/>
                </a:cubicBezTo>
                <a:cubicBezTo>
                  <a:pt x="3826944" y="2334658"/>
                  <a:pt x="3874667" y="2323810"/>
                  <a:pt x="3900697" y="2319472"/>
                </a:cubicBezTo>
                <a:cubicBezTo>
                  <a:pt x="3922390" y="2312965"/>
                  <a:pt x="3944082" y="2306457"/>
                  <a:pt x="3961435" y="2299950"/>
                </a:cubicBezTo>
                <a:cubicBezTo>
                  <a:pt x="3987466" y="2276088"/>
                  <a:pt x="4037359" y="2263072"/>
                  <a:pt x="4059051" y="2250057"/>
                </a:cubicBezTo>
                <a:cubicBezTo>
                  <a:pt x="4095926" y="2237042"/>
                  <a:pt x="4132804" y="2224027"/>
                  <a:pt x="4169679" y="2211011"/>
                </a:cubicBezTo>
                <a:lnTo>
                  <a:pt x="4240558" y="2183216"/>
                </a:lnTo>
                <a:lnTo>
                  <a:pt x="4271633" y="2165459"/>
                </a:lnTo>
                <a:lnTo>
                  <a:pt x="4299830" y="2156784"/>
                </a:lnTo>
                <a:lnTo>
                  <a:pt x="4338878" y="2135090"/>
                </a:lnTo>
                <a:lnTo>
                  <a:pt x="4349137" y="2127960"/>
                </a:lnTo>
                <a:lnTo>
                  <a:pt x="4375756" y="2102553"/>
                </a:lnTo>
                <a:cubicBezTo>
                  <a:pt x="4393110" y="2091706"/>
                  <a:pt x="4414801" y="2078691"/>
                  <a:pt x="4434323" y="2067846"/>
                </a:cubicBezTo>
                <a:lnTo>
                  <a:pt x="4500956" y="2035183"/>
                </a:lnTo>
                <a:lnTo>
                  <a:pt x="4525430" y="2020121"/>
                </a:lnTo>
                <a:cubicBezTo>
                  <a:pt x="4553631" y="2002767"/>
                  <a:pt x="4581830" y="1983245"/>
                  <a:pt x="4610031" y="1963721"/>
                </a:cubicBezTo>
                <a:cubicBezTo>
                  <a:pt x="4616537" y="1950706"/>
                  <a:pt x="4631723" y="1939861"/>
                  <a:pt x="4646906" y="1929014"/>
                </a:cubicBezTo>
                <a:cubicBezTo>
                  <a:pt x="4662092" y="1918169"/>
                  <a:pt x="4677275" y="1907322"/>
                  <a:pt x="4688122" y="1902983"/>
                </a:cubicBezTo>
                <a:cubicBezTo>
                  <a:pt x="4722830" y="1876953"/>
                  <a:pt x="4759705" y="1850922"/>
                  <a:pt x="4794412" y="1822724"/>
                </a:cubicBezTo>
                <a:cubicBezTo>
                  <a:pt x="4807428" y="1792355"/>
                  <a:pt x="4848644" y="1766324"/>
                  <a:pt x="4870336" y="1751138"/>
                </a:cubicBezTo>
                <a:cubicBezTo>
                  <a:pt x="4898535" y="1727278"/>
                  <a:pt x="4926735" y="1703416"/>
                  <a:pt x="4954934" y="1679556"/>
                </a:cubicBezTo>
                <a:cubicBezTo>
                  <a:pt x="5046041" y="1588449"/>
                  <a:pt x="5147995" y="1477818"/>
                  <a:pt x="5210901" y="1391049"/>
                </a:cubicBezTo>
                <a:lnTo>
                  <a:pt x="5246128" y="1331165"/>
                </a:lnTo>
                <a:lnTo>
                  <a:pt x="5247779" y="1325973"/>
                </a:lnTo>
                <a:cubicBezTo>
                  <a:pt x="5265133" y="1299942"/>
                  <a:pt x="5286825" y="1269573"/>
                  <a:pt x="5304178" y="1239204"/>
                </a:cubicBezTo>
                <a:cubicBezTo>
                  <a:pt x="5310687" y="1230528"/>
                  <a:pt x="5315026" y="1221851"/>
                  <a:pt x="5321533" y="1213174"/>
                </a:cubicBezTo>
                <a:lnTo>
                  <a:pt x="5344607" y="1181170"/>
                </a:lnTo>
                <a:lnTo>
                  <a:pt x="5351902" y="1167622"/>
                </a:lnTo>
                <a:cubicBezTo>
                  <a:pt x="5371423" y="1139421"/>
                  <a:pt x="5386608" y="1111222"/>
                  <a:pt x="5397453" y="1089530"/>
                </a:cubicBezTo>
                <a:cubicBezTo>
                  <a:pt x="5432161" y="1028792"/>
                  <a:pt x="5458192" y="968054"/>
                  <a:pt x="5486392" y="905146"/>
                </a:cubicBezTo>
                <a:cubicBezTo>
                  <a:pt x="5512423" y="842240"/>
                  <a:pt x="5540621" y="779331"/>
                  <a:pt x="5573161" y="707748"/>
                </a:cubicBezTo>
                <a:cubicBezTo>
                  <a:pt x="5576415" y="688227"/>
                  <a:pt x="5589430" y="655145"/>
                  <a:pt x="5598649" y="627486"/>
                </a:cubicBezTo>
                <a:lnTo>
                  <a:pt x="5606968" y="596090"/>
                </a:lnTo>
                <a:lnTo>
                  <a:pt x="5543685" y="768994"/>
                </a:lnTo>
                <a:cubicBezTo>
                  <a:pt x="5504169" y="862422"/>
                  <a:pt x="5459683" y="953235"/>
                  <a:pt x="5410562" y="1041106"/>
                </a:cubicBezTo>
                <a:lnTo>
                  <a:pt x="5391072" y="1071921"/>
                </a:lnTo>
                <a:lnTo>
                  <a:pt x="5390947" y="1072176"/>
                </a:lnTo>
                <a:cubicBezTo>
                  <a:pt x="5382270" y="1093868"/>
                  <a:pt x="5364916" y="1122069"/>
                  <a:pt x="5345392" y="1150268"/>
                </a:cubicBezTo>
                <a:cubicBezTo>
                  <a:pt x="5325870" y="1178469"/>
                  <a:pt x="5308517" y="1208838"/>
                  <a:pt x="5299840" y="1234868"/>
                </a:cubicBezTo>
                <a:cubicBezTo>
                  <a:pt x="5284654" y="1254390"/>
                  <a:pt x="5265133" y="1276082"/>
                  <a:pt x="5247779" y="1299945"/>
                </a:cubicBezTo>
                <a:cubicBezTo>
                  <a:pt x="5230425" y="1323805"/>
                  <a:pt x="5215240" y="1349835"/>
                  <a:pt x="5204395" y="1373698"/>
                </a:cubicBezTo>
                <a:cubicBezTo>
                  <a:pt x="5141486" y="1460466"/>
                  <a:pt x="5039535" y="1571095"/>
                  <a:pt x="4948428" y="1662202"/>
                </a:cubicBezTo>
                <a:cubicBezTo>
                  <a:pt x="4920227" y="1686064"/>
                  <a:pt x="4892029" y="1709925"/>
                  <a:pt x="4863827" y="1733787"/>
                </a:cubicBezTo>
                <a:lnTo>
                  <a:pt x="4855711" y="1739959"/>
                </a:lnTo>
                <a:lnTo>
                  <a:pt x="4852211" y="1743502"/>
                </a:lnTo>
                <a:lnTo>
                  <a:pt x="4816833" y="1772341"/>
                </a:lnTo>
                <a:lnTo>
                  <a:pt x="4787906" y="1805370"/>
                </a:lnTo>
                <a:cubicBezTo>
                  <a:pt x="4753198" y="1833571"/>
                  <a:pt x="4718491" y="1859601"/>
                  <a:pt x="4681613" y="1885632"/>
                </a:cubicBezTo>
                <a:lnTo>
                  <a:pt x="4664959" y="1896153"/>
                </a:lnTo>
                <a:lnTo>
                  <a:pt x="4619721" y="1933031"/>
                </a:lnTo>
                <a:lnTo>
                  <a:pt x="4613189" y="1937274"/>
                </a:lnTo>
                <a:lnTo>
                  <a:pt x="4603522" y="1946370"/>
                </a:lnTo>
                <a:cubicBezTo>
                  <a:pt x="4575323" y="1965892"/>
                  <a:pt x="4547122" y="1985416"/>
                  <a:pt x="4518924" y="2002769"/>
                </a:cubicBezTo>
                <a:cubicBezTo>
                  <a:pt x="4490723" y="2020123"/>
                  <a:pt x="4462525" y="2037477"/>
                  <a:pt x="4434323" y="2054830"/>
                </a:cubicBezTo>
                <a:lnTo>
                  <a:pt x="4424640" y="2059738"/>
                </a:lnTo>
                <a:lnTo>
                  <a:pt x="4367359" y="2096944"/>
                </a:lnTo>
                <a:lnTo>
                  <a:pt x="4349602" y="2105901"/>
                </a:lnTo>
                <a:lnTo>
                  <a:pt x="4332371" y="2117736"/>
                </a:lnTo>
                <a:cubicBezTo>
                  <a:pt x="4315018" y="2128584"/>
                  <a:pt x="4295494" y="2139429"/>
                  <a:pt x="4273802" y="2150276"/>
                </a:cubicBezTo>
                <a:lnTo>
                  <a:pt x="4219078" y="2171738"/>
                </a:lnTo>
                <a:lnTo>
                  <a:pt x="4097113" y="2233257"/>
                </a:lnTo>
                <a:cubicBezTo>
                  <a:pt x="4004268" y="2273872"/>
                  <a:pt x="3908778" y="2309558"/>
                  <a:pt x="3810966" y="2339980"/>
                </a:cubicBezTo>
                <a:close/>
                <a:moveTo>
                  <a:pt x="3434318" y="2432271"/>
                </a:moveTo>
                <a:cubicBezTo>
                  <a:pt x="3458180" y="2431187"/>
                  <a:pt x="3476076" y="2426849"/>
                  <a:pt x="3489904" y="2421968"/>
                </a:cubicBezTo>
                <a:lnTo>
                  <a:pt x="3508260" y="2413988"/>
                </a:lnTo>
                <a:lnTo>
                  <a:pt x="3395689" y="2431169"/>
                </a:lnTo>
                <a:close/>
                <a:moveTo>
                  <a:pt x="3115443" y="2471317"/>
                </a:moveTo>
                <a:cubicBezTo>
                  <a:pt x="3119781" y="2469149"/>
                  <a:pt x="3126290" y="2469149"/>
                  <a:pt x="3134967" y="2466978"/>
                </a:cubicBezTo>
                <a:cubicBezTo>
                  <a:pt x="3180519" y="2460472"/>
                  <a:pt x="3223903" y="2456133"/>
                  <a:pt x="3269458" y="2451795"/>
                </a:cubicBezTo>
                <a:cubicBezTo>
                  <a:pt x="3274338" y="2450711"/>
                  <a:pt x="3282339" y="2449219"/>
                  <a:pt x="3291589" y="2447491"/>
                </a:cubicBezTo>
                <a:lnTo>
                  <a:pt x="3302325" y="2445418"/>
                </a:lnTo>
                <a:lnTo>
                  <a:pt x="3269182" y="2450476"/>
                </a:lnTo>
                <a:lnTo>
                  <a:pt x="3039972" y="2462050"/>
                </a:lnTo>
                <a:close/>
                <a:moveTo>
                  <a:pt x="3566117" y="2502995"/>
                </a:moveTo>
                <a:lnTo>
                  <a:pt x="3744787" y="2463184"/>
                </a:lnTo>
                <a:lnTo>
                  <a:pt x="3919185" y="2408971"/>
                </a:lnTo>
                <a:close/>
                <a:moveTo>
                  <a:pt x="3719971" y="2526104"/>
                </a:moveTo>
                <a:lnTo>
                  <a:pt x="3722825" y="2525548"/>
                </a:lnTo>
                <a:lnTo>
                  <a:pt x="3725537" y="2524533"/>
                </a:lnTo>
                <a:close/>
                <a:moveTo>
                  <a:pt x="3245598" y="2558088"/>
                </a:moveTo>
                <a:lnTo>
                  <a:pt x="3337099" y="2535211"/>
                </a:lnTo>
                <a:lnTo>
                  <a:pt x="3338873" y="2529887"/>
                </a:lnTo>
                <a:cubicBezTo>
                  <a:pt x="3356227" y="2519042"/>
                  <a:pt x="3399611" y="2508195"/>
                  <a:pt x="3510242" y="2501688"/>
                </a:cubicBezTo>
                <a:cubicBezTo>
                  <a:pt x="3555794" y="2493011"/>
                  <a:pt x="3594840" y="2482164"/>
                  <a:pt x="3631717" y="2471319"/>
                </a:cubicBezTo>
                <a:cubicBezTo>
                  <a:pt x="3666425" y="2460472"/>
                  <a:pt x="3698962" y="2453965"/>
                  <a:pt x="3729331" y="2443118"/>
                </a:cubicBezTo>
                <a:cubicBezTo>
                  <a:pt x="3759700" y="2434441"/>
                  <a:pt x="3787901" y="2425764"/>
                  <a:pt x="3818270" y="2414920"/>
                </a:cubicBezTo>
                <a:cubicBezTo>
                  <a:pt x="3848639" y="2406243"/>
                  <a:pt x="3879008" y="2395396"/>
                  <a:pt x="3915883" y="2384551"/>
                </a:cubicBezTo>
                <a:cubicBezTo>
                  <a:pt x="3941914" y="2380212"/>
                  <a:pt x="3967944" y="2378042"/>
                  <a:pt x="3991807" y="2371535"/>
                </a:cubicBezTo>
                <a:lnTo>
                  <a:pt x="3940410" y="2402373"/>
                </a:lnTo>
                <a:lnTo>
                  <a:pt x="3941914" y="2401904"/>
                </a:lnTo>
                <a:cubicBezTo>
                  <a:pt x="3959267" y="2391057"/>
                  <a:pt x="3980959" y="2378042"/>
                  <a:pt x="3996145" y="2369365"/>
                </a:cubicBezTo>
                <a:cubicBezTo>
                  <a:pt x="4006990" y="2365027"/>
                  <a:pt x="4015667" y="2362858"/>
                  <a:pt x="4026514" y="2358520"/>
                </a:cubicBezTo>
                <a:lnTo>
                  <a:pt x="4028536" y="2357960"/>
                </a:lnTo>
                <a:lnTo>
                  <a:pt x="4041697" y="2343334"/>
                </a:lnTo>
                <a:cubicBezTo>
                  <a:pt x="4065560" y="2334658"/>
                  <a:pt x="4089420" y="2325981"/>
                  <a:pt x="4113282" y="2317304"/>
                </a:cubicBezTo>
                <a:cubicBezTo>
                  <a:pt x="4137142" y="2306459"/>
                  <a:pt x="4161005" y="2297782"/>
                  <a:pt x="4182697" y="2289105"/>
                </a:cubicBezTo>
                <a:cubicBezTo>
                  <a:pt x="4184865" y="2280428"/>
                  <a:pt x="4206558" y="2271752"/>
                  <a:pt x="4230420" y="2260904"/>
                </a:cubicBezTo>
                <a:cubicBezTo>
                  <a:pt x="4254280" y="2250059"/>
                  <a:pt x="4280310" y="2239212"/>
                  <a:pt x="4293326" y="2228367"/>
                </a:cubicBezTo>
                <a:cubicBezTo>
                  <a:pt x="4310679" y="2221859"/>
                  <a:pt x="4328033" y="2215352"/>
                  <a:pt x="4345387" y="2206675"/>
                </a:cubicBezTo>
                <a:lnTo>
                  <a:pt x="4381087" y="2191155"/>
                </a:lnTo>
                <a:lnTo>
                  <a:pt x="4399618" y="2178474"/>
                </a:lnTo>
                <a:cubicBezTo>
                  <a:pt x="4429987" y="2158953"/>
                  <a:pt x="4462525" y="2141599"/>
                  <a:pt x="4490725" y="2124245"/>
                </a:cubicBezTo>
                <a:cubicBezTo>
                  <a:pt x="4525432" y="2111230"/>
                  <a:pt x="4570985" y="2085199"/>
                  <a:pt x="4618708" y="2054830"/>
                </a:cubicBezTo>
                <a:lnTo>
                  <a:pt x="4743722" y="1965236"/>
                </a:lnTo>
                <a:lnTo>
                  <a:pt x="4735845" y="1965892"/>
                </a:lnTo>
                <a:cubicBezTo>
                  <a:pt x="4698967" y="1996261"/>
                  <a:pt x="4651244" y="2028800"/>
                  <a:pt x="4605692" y="2059169"/>
                </a:cubicBezTo>
                <a:cubicBezTo>
                  <a:pt x="4560137" y="2089538"/>
                  <a:pt x="4512415" y="2113398"/>
                  <a:pt x="4477707" y="2128584"/>
                </a:cubicBezTo>
                <a:cubicBezTo>
                  <a:pt x="4449509" y="2145937"/>
                  <a:pt x="4419140" y="2163291"/>
                  <a:pt x="4386601" y="2182813"/>
                </a:cubicBezTo>
                <a:cubicBezTo>
                  <a:pt x="4369247" y="2189322"/>
                  <a:pt x="4354064" y="2197998"/>
                  <a:pt x="4336710" y="2204505"/>
                </a:cubicBezTo>
                <a:cubicBezTo>
                  <a:pt x="4319356" y="2211014"/>
                  <a:pt x="4302002" y="2217520"/>
                  <a:pt x="4284649" y="2226197"/>
                </a:cubicBezTo>
                <a:cubicBezTo>
                  <a:pt x="4271633" y="2237044"/>
                  <a:pt x="4245603" y="2247889"/>
                  <a:pt x="4221740" y="2258736"/>
                </a:cubicBezTo>
                <a:cubicBezTo>
                  <a:pt x="4197881" y="2269581"/>
                  <a:pt x="4176188" y="2278258"/>
                  <a:pt x="4174018" y="2286935"/>
                </a:cubicBezTo>
                <a:cubicBezTo>
                  <a:pt x="4152326" y="2295612"/>
                  <a:pt x="4128465" y="2306459"/>
                  <a:pt x="4104603" y="2315136"/>
                </a:cubicBezTo>
                <a:cubicBezTo>
                  <a:pt x="4080743" y="2325981"/>
                  <a:pt x="4056881" y="2332490"/>
                  <a:pt x="4033020" y="2341166"/>
                </a:cubicBezTo>
                <a:cubicBezTo>
                  <a:pt x="4028682" y="2345505"/>
                  <a:pt x="4020005" y="2354182"/>
                  <a:pt x="4013496" y="2360688"/>
                </a:cubicBezTo>
                <a:cubicBezTo>
                  <a:pt x="4002651" y="2365027"/>
                  <a:pt x="3993975" y="2367197"/>
                  <a:pt x="3983127" y="2371535"/>
                </a:cubicBezTo>
                <a:cubicBezTo>
                  <a:pt x="3957097" y="2378042"/>
                  <a:pt x="3931066" y="2380212"/>
                  <a:pt x="3907206" y="2384551"/>
                </a:cubicBezTo>
                <a:cubicBezTo>
                  <a:pt x="3872499" y="2395396"/>
                  <a:pt x="3839959" y="2406243"/>
                  <a:pt x="3809590" y="2414920"/>
                </a:cubicBezTo>
                <a:cubicBezTo>
                  <a:pt x="3779222" y="2423596"/>
                  <a:pt x="3748853" y="2432273"/>
                  <a:pt x="3720654" y="2443118"/>
                </a:cubicBezTo>
                <a:cubicBezTo>
                  <a:pt x="3690285" y="2453965"/>
                  <a:pt x="3657746" y="2460472"/>
                  <a:pt x="3623038" y="2471319"/>
                </a:cubicBezTo>
                <a:cubicBezTo>
                  <a:pt x="3588331" y="2482164"/>
                  <a:pt x="3549285" y="2493011"/>
                  <a:pt x="3501563" y="2501688"/>
                </a:cubicBezTo>
                <a:cubicBezTo>
                  <a:pt x="3388764" y="2508195"/>
                  <a:pt x="3347550" y="2521210"/>
                  <a:pt x="3330196" y="2529887"/>
                </a:cubicBezTo>
                <a:cubicBezTo>
                  <a:pt x="3328026" y="2532057"/>
                  <a:pt x="3328026" y="2534225"/>
                  <a:pt x="3325858" y="2536395"/>
                </a:cubicBezTo>
                <a:lnTo>
                  <a:pt x="3243464" y="2556994"/>
                </a:lnTo>
                <a:close/>
                <a:moveTo>
                  <a:pt x="2174005" y="2581948"/>
                </a:moveTo>
                <a:cubicBezTo>
                  <a:pt x="2163160" y="2579777"/>
                  <a:pt x="2150145" y="2577609"/>
                  <a:pt x="2139297" y="2575439"/>
                </a:cubicBezTo>
                <a:cubicBezTo>
                  <a:pt x="2098084" y="2562424"/>
                  <a:pt x="2056867" y="2545070"/>
                  <a:pt x="2015653" y="2529887"/>
                </a:cubicBezTo>
                <a:lnTo>
                  <a:pt x="1954915" y="2506024"/>
                </a:lnTo>
                <a:cubicBezTo>
                  <a:pt x="1935391" y="2497347"/>
                  <a:pt x="1913699" y="2488671"/>
                  <a:pt x="1894178" y="2479994"/>
                </a:cubicBezTo>
                <a:cubicBezTo>
                  <a:pt x="1865977" y="2471317"/>
                  <a:pt x="1839946" y="2460472"/>
                  <a:pt x="1813916" y="2451795"/>
                </a:cubicBezTo>
                <a:cubicBezTo>
                  <a:pt x="1790055" y="2440948"/>
                  <a:pt x="1766193" y="2432271"/>
                  <a:pt x="1744501" y="2421426"/>
                </a:cubicBezTo>
                <a:cubicBezTo>
                  <a:pt x="1722809" y="2412749"/>
                  <a:pt x="1705455" y="2401902"/>
                  <a:pt x="1690272" y="2393225"/>
                </a:cubicBezTo>
                <a:cubicBezTo>
                  <a:pt x="1675086" y="2382380"/>
                  <a:pt x="1664241" y="2373703"/>
                  <a:pt x="1655564" y="2365027"/>
                </a:cubicBezTo>
                <a:cubicBezTo>
                  <a:pt x="1770531" y="2406240"/>
                  <a:pt x="1844285" y="2443118"/>
                  <a:pt x="1905022" y="2471317"/>
                </a:cubicBezTo>
                <a:cubicBezTo>
                  <a:pt x="1933223" y="2482164"/>
                  <a:pt x="1963592" y="2490841"/>
                  <a:pt x="1993961" y="2499518"/>
                </a:cubicBezTo>
                <a:cubicBezTo>
                  <a:pt x="2017822" y="2508195"/>
                  <a:pt x="2039514" y="2514701"/>
                  <a:pt x="2061206" y="2523378"/>
                </a:cubicBezTo>
                <a:cubicBezTo>
                  <a:pt x="2082898" y="2532055"/>
                  <a:pt x="2104590" y="2538564"/>
                  <a:pt x="2128453" y="2545070"/>
                </a:cubicBezTo>
                <a:cubicBezTo>
                  <a:pt x="2150145" y="2553747"/>
                  <a:pt x="2169666" y="2562424"/>
                  <a:pt x="2187020" y="2571101"/>
                </a:cubicBezTo>
                <a:cubicBezTo>
                  <a:pt x="2182682" y="2573271"/>
                  <a:pt x="2178343" y="2577609"/>
                  <a:pt x="2174005" y="2581948"/>
                </a:cubicBezTo>
                <a:close/>
                <a:moveTo>
                  <a:pt x="3260781" y="2586286"/>
                </a:moveTo>
                <a:cubicBezTo>
                  <a:pt x="3260781" y="2579777"/>
                  <a:pt x="3256443" y="2575439"/>
                  <a:pt x="3254275" y="2568932"/>
                </a:cubicBezTo>
                <a:cubicBezTo>
                  <a:pt x="3284644" y="2568932"/>
                  <a:pt x="3312842" y="2564594"/>
                  <a:pt x="3349720" y="2560256"/>
                </a:cubicBezTo>
                <a:cubicBezTo>
                  <a:pt x="3384427" y="2555917"/>
                  <a:pt x="3427812" y="2553747"/>
                  <a:pt x="3488550" y="2547240"/>
                </a:cubicBezTo>
                <a:cubicBezTo>
                  <a:pt x="3453842" y="2555917"/>
                  <a:pt x="3429980" y="2564594"/>
                  <a:pt x="3397443" y="2568932"/>
                </a:cubicBezTo>
                <a:cubicBezTo>
                  <a:pt x="3364903" y="2573271"/>
                  <a:pt x="3325858" y="2579777"/>
                  <a:pt x="3260781" y="2586286"/>
                </a:cubicBezTo>
                <a:close/>
                <a:moveTo>
                  <a:pt x="3076397" y="2696917"/>
                </a:moveTo>
                <a:cubicBezTo>
                  <a:pt x="3056875" y="2696917"/>
                  <a:pt x="3043860" y="2696917"/>
                  <a:pt x="3024336" y="2696917"/>
                </a:cubicBezTo>
                <a:cubicBezTo>
                  <a:pt x="3002644" y="2694747"/>
                  <a:pt x="2978784" y="2694747"/>
                  <a:pt x="2957092" y="2692578"/>
                </a:cubicBezTo>
                <a:cubicBezTo>
                  <a:pt x="2907199" y="2690408"/>
                  <a:pt x="2859476" y="2690408"/>
                  <a:pt x="2811753" y="2688240"/>
                </a:cubicBezTo>
                <a:cubicBezTo>
                  <a:pt x="2777046" y="2686069"/>
                  <a:pt x="2740170" y="2683901"/>
                  <a:pt x="2703293" y="2679563"/>
                </a:cubicBezTo>
                <a:cubicBezTo>
                  <a:pt x="2672924" y="2677393"/>
                  <a:pt x="2640387" y="2670887"/>
                  <a:pt x="2607847" y="2666548"/>
                </a:cubicBezTo>
                <a:cubicBezTo>
                  <a:pt x="2575310" y="2662210"/>
                  <a:pt x="2544941" y="2657871"/>
                  <a:pt x="2512402" y="2651363"/>
                </a:cubicBezTo>
                <a:cubicBezTo>
                  <a:pt x="2464679" y="2642686"/>
                  <a:pt x="2412618" y="2638347"/>
                  <a:pt x="2367066" y="2629670"/>
                </a:cubicBezTo>
                <a:cubicBezTo>
                  <a:pt x="2321511" y="2618825"/>
                  <a:pt x="2280297" y="2607978"/>
                  <a:pt x="2254267" y="2592795"/>
                </a:cubicBezTo>
                <a:lnTo>
                  <a:pt x="2255572" y="2591848"/>
                </a:lnTo>
                <a:lnTo>
                  <a:pt x="2189190" y="2571103"/>
                </a:lnTo>
                <a:cubicBezTo>
                  <a:pt x="2171837" y="2562424"/>
                  <a:pt x="2152313" y="2553749"/>
                  <a:pt x="2130621" y="2545072"/>
                </a:cubicBezTo>
                <a:cubicBezTo>
                  <a:pt x="2106760" y="2538564"/>
                  <a:pt x="2085068" y="2532057"/>
                  <a:pt x="2063376" y="2523380"/>
                </a:cubicBezTo>
                <a:cubicBezTo>
                  <a:pt x="2039514" y="2514703"/>
                  <a:pt x="2017822" y="2508195"/>
                  <a:pt x="1993961" y="2499518"/>
                </a:cubicBezTo>
                <a:cubicBezTo>
                  <a:pt x="1996132" y="2490841"/>
                  <a:pt x="2005351" y="2488673"/>
                  <a:pt x="2025414" y="2491925"/>
                </a:cubicBezTo>
                <a:cubicBezTo>
                  <a:pt x="2045480" y="2495179"/>
                  <a:pt x="2076391" y="2503856"/>
                  <a:pt x="2121944" y="2516871"/>
                </a:cubicBezTo>
                <a:cubicBezTo>
                  <a:pt x="2134959" y="2519039"/>
                  <a:pt x="2150145" y="2519039"/>
                  <a:pt x="2163160" y="2519039"/>
                </a:cubicBezTo>
                <a:cubicBezTo>
                  <a:pt x="2202206" y="2538564"/>
                  <a:pt x="2239081" y="2558088"/>
                  <a:pt x="2278127" y="2575441"/>
                </a:cubicBezTo>
                <a:cubicBezTo>
                  <a:pt x="2293313" y="2577609"/>
                  <a:pt x="2312834" y="2581948"/>
                  <a:pt x="2330188" y="2586286"/>
                </a:cubicBezTo>
                <a:lnTo>
                  <a:pt x="2333445" y="2587372"/>
                </a:lnTo>
                <a:lnTo>
                  <a:pt x="2345374" y="2575441"/>
                </a:lnTo>
                <a:cubicBezTo>
                  <a:pt x="2360557" y="2579780"/>
                  <a:pt x="2375743" y="2584118"/>
                  <a:pt x="2390926" y="2588457"/>
                </a:cubicBezTo>
                <a:cubicBezTo>
                  <a:pt x="2406112" y="2592795"/>
                  <a:pt x="2421295" y="2594963"/>
                  <a:pt x="2436481" y="2599301"/>
                </a:cubicBezTo>
                <a:lnTo>
                  <a:pt x="2526239" y="2620176"/>
                </a:lnTo>
                <a:lnTo>
                  <a:pt x="2527588" y="2618825"/>
                </a:lnTo>
                <a:cubicBezTo>
                  <a:pt x="2560125" y="2623164"/>
                  <a:pt x="2597002" y="2629670"/>
                  <a:pt x="2631710" y="2636179"/>
                </a:cubicBezTo>
                <a:cubicBezTo>
                  <a:pt x="2646893" y="2638347"/>
                  <a:pt x="2664247" y="2640518"/>
                  <a:pt x="2681600" y="2644856"/>
                </a:cubicBezTo>
                <a:cubicBezTo>
                  <a:pt x="2698954" y="2647024"/>
                  <a:pt x="2716308" y="2649194"/>
                  <a:pt x="2731493" y="2649194"/>
                </a:cubicBezTo>
                <a:cubicBezTo>
                  <a:pt x="2761862" y="2649194"/>
                  <a:pt x="2794399" y="2651363"/>
                  <a:pt x="2833445" y="2653533"/>
                </a:cubicBezTo>
                <a:cubicBezTo>
                  <a:pt x="2872491" y="2653533"/>
                  <a:pt x="2918046" y="2655701"/>
                  <a:pt x="2972275" y="2651363"/>
                </a:cubicBezTo>
                <a:lnTo>
                  <a:pt x="2978301" y="2651363"/>
                </a:lnTo>
                <a:lnTo>
                  <a:pt x="2991799" y="2643770"/>
                </a:lnTo>
                <a:cubicBezTo>
                  <a:pt x="3001018" y="2640518"/>
                  <a:pt x="3012407" y="2637263"/>
                  <a:pt x="3022168" y="2634009"/>
                </a:cubicBezTo>
                <a:cubicBezTo>
                  <a:pt x="3033015" y="2634009"/>
                  <a:pt x="3043860" y="2633467"/>
                  <a:pt x="3053079" y="2633467"/>
                </a:cubicBezTo>
                <a:cubicBezTo>
                  <a:pt x="3062298" y="2633467"/>
                  <a:pt x="3069891" y="2634009"/>
                  <a:pt x="3074229" y="2636177"/>
                </a:cubicBezTo>
                <a:lnTo>
                  <a:pt x="3079922" y="2651363"/>
                </a:lnTo>
                <a:lnTo>
                  <a:pt x="3128458" y="2651363"/>
                </a:lnTo>
                <a:cubicBezTo>
                  <a:pt x="3124120" y="2657871"/>
                  <a:pt x="3117613" y="2666548"/>
                  <a:pt x="3113275" y="2673055"/>
                </a:cubicBezTo>
                <a:cubicBezTo>
                  <a:pt x="3111104" y="2675225"/>
                  <a:pt x="3108936" y="2677393"/>
                  <a:pt x="3104598" y="2683901"/>
                </a:cubicBezTo>
                <a:cubicBezTo>
                  <a:pt x="3098089" y="2688240"/>
                  <a:pt x="3087244" y="2692578"/>
                  <a:pt x="3076397" y="2696917"/>
                </a:cubicBezTo>
                <a:close/>
                <a:moveTo>
                  <a:pt x="3227761" y="2717163"/>
                </a:moveTo>
                <a:lnTo>
                  <a:pt x="3254252" y="2701267"/>
                </a:lnTo>
                <a:lnTo>
                  <a:pt x="3226074" y="2716438"/>
                </a:lnTo>
                <a:close/>
                <a:moveTo>
                  <a:pt x="3181606" y="2733521"/>
                </a:moveTo>
                <a:cubicBezTo>
                  <a:pt x="3163710" y="2733792"/>
                  <a:pt x="3145814" y="2730538"/>
                  <a:pt x="3121952" y="2722945"/>
                </a:cubicBezTo>
                <a:cubicBezTo>
                  <a:pt x="3121952" y="2722945"/>
                  <a:pt x="3124122" y="2720777"/>
                  <a:pt x="3124122" y="2720777"/>
                </a:cubicBezTo>
                <a:cubicBezTo>
                  <a:pt x="3128460" y="2716438"/>
                  <a:pt x="3130628" y="2712100"/>
                  <a:pt x="3134967" y="2705591"/>
                </a:cubicBezTo>
                <a:cubicBezTo>
                  <a:pt x="3117613" y="2703423"/>
                  <a:pt x="3100260" y="2701253"/>
                  <a:pt x="3085076" y="2699085"/>
                </a:cubicBezTo>
                <a:cubicBezTo>
                  <a:pt x="3091583" y="2694747"/>
                  <a:pt x="3102430" y="2690408"/>
                  <a:pt x="3108936" y="2686069"/>
                </a:cubicBezTo>
                <a:cubicBezTo>
                  <a:pt x="3132799" y="2686069"/>
                  <a:pt x="3156659" y="2686069"/>
                  <a:pt x="3180522" y="2683899"/>
                </a:cubicBezTo>
                <a:cubicBezTo>
                  <a:pt x="3204382" y="2681731"/>
                  <a:pt x="3226074" y="2681731"/>
                  <a:pt x="3249936" y="2681731"/>
                </a:cubicBezTo>
                <a:lnTo>
                  <a:pt x="3349718" y="2683899"/>
                </a:lnTo>
                <a:lnTo>
                  <a:pt x="3419133" y="2677393"/>
                </a:lnTo>
                <a:cubicBezTo>
                  <a:pt x="3464687" y="2668716"/>
                  <a:pt x="3508071" y="2657869"/>
                  <a:pt x="3549285" y="2649192"/>
                </a:cubicBezTo>
                <a:cubicBezTo>
                  <a:pt x="3586163" y="2638347"/>
                  <a:pt x="3612194" y="2634009"/>
                  <a:pt x="3636054" y="2629670"/>
                </a:cubicBezTo>
                <a:cubicBezTo>
                  <a:pt x="3659916" y="2627500"/>
                  <a:pt x="3681608" y="2627500"/>
                  <a:pt x="3701130" y="2627500"/>
                </a:cubicBezTo>
                <a:lnTo>
                  <a:pt x="3705658" y="2625398"/>
                </a:lnTo>
                <a:lnTo>
                  <a:pt x="3642563" y="2627502"/>
                </a:lnTo>
                <a:cubicBezTo>
                  <a:pt x="3618700" y="2629670"/>
                  <a:pt x="3590501" y="2636179"/>
                  <a:pt x="3555794" y="2647024"/>
                </a:cubicBezTo>
                <a:cubicBezTo>
                  <a:pt x="3514578" y="2655701"/>
                  <a:pt x="3471194" y="2666548"/>
                  <a:pt x="3425641" y="2675225"/>
                </a:cubicBezTo>
                <a:cubicBezTo>
                  <a:pt x="3403949" y="2677393"/>
                  <a:pt x="3382257" y="2679563"/>
                  <a:pt x="3356227" y="2681731"/>
                </a:cubicBezTo>
                <a:cubicBezTo>
                  <a:pt x="3325858" y="2681731"/>
                  <a:pt x="3291150" y="2681731"/>
                  <a:pt x="3256443" y="2679563"/>
                </a:cubicBezTo>
                <a:cubicBezTo>
                  <a:pt x="3234751" y="2679563"/>
                  <a:pt x="3210888" y="2681731"/>
                  <a:pt x="3187028" y="2681731"/>
                </a:cubicBezTo>
                <a:cubicBezTo>
                  <a:pt x="3163166" y="2683901"/>
                  <a:pt x="3139305" y="2683901"/>
                  <a:pt x="3115443" y="2683901"/>
                </a:cubicBezTo>
                <a:cubicBezTo>
                  <a:pt x="3113275" y="2679563"/>
                  <a:pt x="3115443" y="2677393"/>
                  <a:pt x="3117613" y="2675225"/>
                </a:cubicBezTo>
                <a:cubicBezTo>
                  <a:pt x="3121952" y="2668716"/>
                  <a:pt x="3128458" y="2662210"/>
                  <a:pt x="3132797" y="2653533"/>
                </a:cubicBezTo>
                <a:cubicBezTo>
                  <a:pt x="3345379" y="2644856"/>
                  <a:pt x="3586163" y="2603640"/>
                  <a:pt x="3800914" y="2542902"/>
                </a:cubicBezTo>
                <a:cubicBezTo>
                  <a:pt x="3959268" y="2497350"/>
                  <a:pt x="4108941" y="2443118"/>
                  <a:pt x="4254280" y="2371535"/>
                </a:cubicBezTo>
                <a:cubicBezTo>
                  <a:pt x="4288987" y="2352011"/>
                  <a:pt x="4330201" y="2330319"/>
                  <a:pt x="4373586" y="2308627"/>
                </a:cubicBezTo>
                <a:cubicBezTo>
                  <a:pt x="4395277" y="2297782"/>
                  <a:pt x="4419140" y="2286935"/>
                  <a:pt x="4440832" y="2273920"/>
                </a:cubicBezTo>
                <a:cubicBezTo>
                  <a:pt x="4462525" y="2260904"/>
                  <a:pt x="4486384" y="2250059"/>
                  <a:pt x="4510247" y="2237044"/>
                </a:cubicBezTo>
                <a:cubicBezTo>
                  <a:pt x="4555799" y="2211014"/>
                  <a:pt x="4599183" y="2184983"/>
                  <a:pt x="4640399" y="2158953"/>
                </a:cubicBezTo>
                <a:cubicBezTo>
                  <a:pt x="4681613" y="2130752"/>
                  <a:pt x="4716321" y="2104721"/>
                  <a:pt x="4744522" y="2078691"/>
                </a:cubicBezTo>
                <a:cubicBezTo>
                  <a:pt x="4809598" y="2030968"/>
                  <a:pt x="4874674" y="1983245"/>
                  <a:pt x="4939751" y="1926846"/>
                </a:cubicBezTo>
                <a:cubicBezTo>
                  <a:pt x="4957104" y="1911662"/>
                  <a:pt x="4976626" y="1898647"/>
                  <a:pt x="4993980" y="1883461"/>
                </a:cubicBezTo>
                <a:cubicBezTo>
                  <a:pt x="5011334" y="1868278"/>
                  <a:pt x="5028688" y="1853093"/>
                  <a:pt x="5046041" y="1837909"/>
                </a:cubicBezTo>
                <a:cubicBezTo>
                  <a:pt x="5074242" y="1814047"/>
                  <a:pt x="5098102" y="1792355"/>
                  <a:pt x="5124133" y="1766324"/>
                </a:cubicBezTo>
                <a:cubicBezTo>
                  <a:pt x="5134980" y="1746802"/>
                  <a:pt x="5147995" y="1729449"/>
                  <a:pt x="5156672" y="1712095"/>
                </a:cubicBezTo>
                <a:lnTo>
                  <a:pt x="5203411" y="1669250"/>
                </a:lnTo>
                <a:lnTo>
                  <a:pt x="5203787" y="1666559"/>
                </a:lnTo>
                <a:lnTo>
                  <a:pt x="5158842" y="1707756"/>
                </a:lnTo>
                <a:cubicBezTo>
                  <a:pt x="5150165" y="1725110"/>
                  <a:pt x="5137151" y="1742464"/>
                  <a:pt x="5126303" y="1761986"/>
                </a:cubicBezTo>
                <a:cubicBezTo>
                  <a:pt x="5100272" y="1788016"/>
                  <a:pt x="5076412" y="1809708"/>
                  <a:pt x="5048212" y="1833571"/>
                </a:cubicBezTo>
                <a:cubicBezTo>
                  <a:pt x="5030858" y="1848754"/>
                  <a:pt x="5013504" y="1863940"/>
                  <a:pt x="4996150" y="1879123"/>
                </a:cubicBezTo>
                <a:cubicBezTo>
                  <a:pt x="4978797" y="1894309"/>
                  <a:pt x="4961443" y="1907324"/>
                  <a:pt x="4941922" y="1922507"/>
                </a:cubicBezTo>
                <a:cubicBezTo>
                  <a:pt x="4876845" y="1976739"/>
                  <a:pt x="4813937" y="2026629"/>
                  <a:pt x="4746692" y="2074352"/>
                </a:cubicBezTo>
                <a:cubicBezTo>
                  <a:pt x="4718491" y="2100383"/>
                  <a:pt x="4681616" y="2128584"/>
                  <a:pt x="4642570" y="2154614"/>
                </a:cubicBezTo>
                <a:cubicBezTo>
                  <a:pt x="4601354" y="2180645"/>
                  <a:pt x="4557970" y="2208843"/>
                  <a:pt x="4512418" y="2232706"/>
                </a:cubicBezTo>
                <a:cubicBezTo>
                  <a:pt x="4488555" y="2245721"/>
                  <a:pt x="4466863" y="2256566"/>
                  <a:pt x="4443003" y="2269581"/>
                </a:cubicBezTo>
                <a:cubicBezTo>
                  <a:pt x="4421310" y="2282597"/>
                  <a:pt x="4397448" y="2293444"/>
                  <a:pt x="4375756" y="2304289"/>
                </a:cubicBezTo>
                <a:cubicBezTo>
                  <a:pt x="4332371" y="2325981"/>
                  <a:pt x="4291157" y="2347673"/>
                  <a:pt x="4256451" y="2367197"/>
                </a:cubicBezTo>
                <a:cubicBezTo>
                  <a:pt x="4111112" y="2436612"/>
                  <a:pt x="3961438" y="2490841"/>
                  <a:pt x="3803084" y="2538564"/>
                </a:cubicBezTo>
                <a:cubicBezTo>
                  <a:pt x="3588333" y="2599301"/>
                  <a:pt x="3347550" y="2640518"/>
                  <a:pt x="3134967" y="2649194"/>
                </a:cubicBezTo>
                <a:cubicBezTo>
                  <a:pt x="3117613" y="2649194"/>
                  <a:pt x="3098091" y="2649194"/>
                  <a:pt x="3085076" y="2649194"/>
                </a:cubicBezTo>
                <a:cubicBezTo>
                  <a:pt x="3082906" y="2642686"/>
                  <a:pt x="3078567" y="2638347"/>
                  <a:pt x="3078567" y="2631841"/>
                </a:cubicBezTo>
                <a:cubicBezTo>
                  <a:pt x="3069891" y="2627502"/>
                  <a:pt x="3048198" y="2629670"/>
                  <a:pt x="3026506" y="2629670"/>
                </a:cubicBezTo>
                <a:cubicBezTo>
                  <a:pt x="3006985" y="2636179"/>
                  <a:pt x="2980954" y="2642686"/>
                  <a:pt x="2978784" y="2649194"/>
                </a:cubicBezTo>
                <a:cubicBezTo>
                  <a:pt x="2924554" y="2651363"/>
                  <a:pt x="2881170" y="2651363"/>
                  <a:pt x="2839954" y="2651363"/>
                </a:cubicBezTo>
                <a:cubicBezTo>
                  <a:pt x="2800908" y="2649194"/>
                  <a:pt x="2768371" y="2647024"/>
                  <a:pt x="2738002" y="2647024"/>
                </a:cubicBezTo>
                <a:cubicBezTo>
                  <a:pt x="2720649" y="2644856"/>
                  <a:pt x="2705463" y="2642686"/>
                  <a:pt x="2688109" y="2642686"/>
                </a:cubicBezTo>
                <a:cubicBezTo>
                  <a:pt x="2670756" y="2640518"/>
                  <a:pt x="2653402" y="2638347"/>
                  <a:pt x="2638218" y="2634009"/>
                </a:cubicBezTo>
                <a:lnTo>
                  <a:pt x="2668273" y="2601952"/>
                </a:lnTo>
                <a:lnTo>
                  <a:pt x="2662079" y="2603640"/>
                </a:lnTo>
                <a:lnTo>
                  <a:pt x="2550104" y="2582904"/>
                </a:lnTo>
                <a:lnTo>
                  <a:pt x="2544941" y="2584118"/>
                </a:lnTo>
                <a:cubicBezTo>
                  <a:pt x="2460343" y="2571103"/>
                  <a:pt x="2390928" y="2558088"/>
                  <a:pt x="2330190" y="2545072"/>
                </a:cubicBezTo>
                <a:cubicBezTo>
                  <a:pt x="2299821" y="2538564"/>
                  <a:pt x="2271621" y="2532057"/>
                  <a:pt x="2245590" y="2527719"/>
                </a:cubicBezTo>
                <a:cubicBezTo>
                  <a:pt x="2219559" y="2521210"/>
                  <a:pt x="2195699" y="2516871"/>
                  <a:pt x="2171837" y="2514703"/>
                </a:cubicBezTo>
                <a:cubicBezTo>
                  <a:pt x="2143638" y="2501688"/>
                  <a:pt x="2113269" y="2488673"/>
                  <a:pt x="2082900" y="2473487"/>
                </a:cubicBezTo>
                <a:cubicBezTo>
                  <a:pt x="2052531" y="2462642"/>
                  <a:pt x="2019992" y="2449627"/>
                  <a:pt x="1972269" y="2432273"/>
                </a:cubicBezTo>
                <a:cubicBezTo>
                  <a:pt x="1933223" y="2417088"/>
                  <a:pt x="1894178" y="2401904"/>
                  <a:pt x="1857302" y="2386719"/>
                </a:cubicBezTo>
                <a:cubicBezTo>
                  <a:pt x="1868147" y="2375874"/>
                  <a:pt x="1872485" y="2373703"/>
                  <a:pt x="1876824" y="2371535"/>
                </a:cubicBezTo>
                <a:cubicBezTo>
                  <a:pt x="1905025" y="2378042"/>
                  <a:pt x="1931055" y="2382380"/>
                  <a:pt x="1957086" y="2386719"/>
                </a:cubicBezTo>
                <a:cubicBezTo>
                  <a:pt x="1970101" y="2397566"/>
                  <a:pt x="1980946" y="2406243"/>
                  <a:pt x="1991793" y="2417088"/>
                </a:cubicBezTo>
                <a:cubicBezTo>
                  <a:pt x="2022162" y="2423596"/>
                  <a:pt x="2054699" y="2436612"/>
                  <a:pt x="2111099" y="2451795"/>
                </a:cubicBezTo>
                <a:cubicBezTo>
                  <a:pt x="2197867" y="2484334"/>
                  <a:pt x="2269452" y="2499518"/>
                  <a:pt x="2347544" y="2512533"/>
                </a:cubicBezTo>
                <a:cubicBezTo>
                  <a:pt x="2367066" y="2516871"/>
                  <a:pt x="2386590" y="2519042"/>
                  <a:pt x="2406112" y="2523380"/>
                </a:cubicBezTo>
                <a:cubicBezTo>
                  <a:pt x="2425636" y="2525548"/>
                  <a:pt x="2447328" y="2529887"/>
                  <a:pt x="2469020" y="2534225"/>
                </a:cubicBezTo>
                <a:cubicBezTo>
                  <a:pt x="2490712" y="2538564"/>
                  <a:pt x="2514572" y="2542902"/>
                  <a:pt x="2538435" y="2549411"/>
                </a:cubicBezTo>
                <a:lnTo>
                  <a:pt x="2614930" y="2565951"/>
                </a:lnTo>
                <a:lnTo>
                  <a:pt x="2620863" y="2564594"/>
                </a:lnTo>
                <a:cubicBezTo>
                  <a:pt x="2644725" y="2568932"/>
                  <a:pt x="2666417" y="2571103"/>
                  <a:pt x="2692448" y="2575441"/>
                </a:cubicBezTo>
                <a:cubicBezTo>
                  <a:pt x="2694616" y="2573271"/>
                  <a:pt x="2694616" y="2573271"/>
                  <a:pt x="2694616" y="2571103"/>
                </a:cubicBezTo>
                <a:cubicBezTo>
                  <a:pt x="2729323" y="2573271"/>
                  <a:pt x="2766201" y="2573271"/>
                  <a:pt x="2798738" y="2575441"/>
                </a:cubicBezTo>
                <a:cubicBezTo>
                  <a:pt x="2805247" y="2575441"/>
                  <a:pt x="2813924" y="2577609"/>
                  <a:pt x="2816092" y="2577609"/>
                </a:cubicBezTo>
                <a:cubicBezTo>
                  <a:pt x="2872491" y="2579780"/>
                  <a:pt x="2924552" y="2577609"/>
                  <a:pt x="2976613" y="2577609"/>
                </a:cubicBezTo>
                <a:cubicBezTo>
                  <a:pt x="3017829" y="2579780"/>
                  <a:pt x="3056875" y="2579780"/>
                  <a:pt x="3093751" y="2581948"/>
                </a:cubicBezTo>
                <a:cubicBezTo>
                  <a:pt x="3141473" y="2579780"/>
                  <a:pt x="3189196" y="2573271"/>
                  <a:pt x="3232580" y="2571103"/>
                </a:cubicBezTo>
                <a:cubicBezTo>
                  <a:pt x="3239089" y="2571103"/>
                  <a:pt x="3247766" y="2571103"/>
                  <a:pt x="3249934" y="2571103"/>
                </a:cubicBezTo>
                <a:cubicBezTo>
                  <a:pt x="3252104" y="2577609"/>
                  <a:pt x="3256443" y="2581948"/>
                  <a:pt x="3256443" y="2588457"/>
                </a:cubicBezTo>
                <a:cubicBezTo>
                  <a:pt x="3321519" y="2584118"/>
                  <a:pt x="3360565" y="2577609"/>
                  <a:pt x="3393102" y="2571103"/>
                </a:cubicBezTo>
                <a:cubicBezTo>
                  <a:pt x="3425641" y="2566764"/>
                  <a:pt x="3449502" y="2560256"/>
                  <a:pt x="3484209" y="2549411"/>
                </a:cubicBezTo>
                <a:cubicBezTo>
                  <a:pt x="3501563" y="2547240"/>
                  <a:pt x="3518916" y="2545072"/>
                  <a:pt x="3536270" y="2540734"/>
                </a:cubicBezTo>
                <a:cubicBezTo>
                  <a:pt x="3547117" y="2538564"/>
                  <a:pt x="3557962" y="2538564"/>
                  <a:pt x="3568809" y="2536395"/>
                </a:cubicBezTo>
                <a:cubicBezTo>
                  <a:pt x="3594840" y="2529887"/>
                  <a:pt x="3616532" y="2525548"/>
                  <a:pt x="3640392" y="2519042"/>
                </a:cubicBezTo>
                <a:cubicBezTo>
                  <a:pt x="3659916" y="2514703"/>
                  <a:pt x="3679438" y="2510365"/>
                  <a:pt x="3698962" y="2506026"/>
                </a:cubicBezTo>
                <a:cubicBezTo>
                  <a:pt x="3718484" y="2501688"/>
                  <a:pt x="3738008" y="2495179"/>
                  <a:pt x="3757530" y="2490841"/>
                </a:cubicBezTo>
                <a:lnTo>
                  <a:pt x="3864961" y="2472248"/>
                </a:lnTo>
                <a:lnTo>
                  <a:pt x="3879008" y="2466981"/>
                </a:lnTo>
                <a:cubicBezTo>
                  <a:pt x="3842130" y="2473487"/>
                  <a:pt x="3803084" y="2479996"/>
                  <a:pt x="3766209" y="2486502"/>
                </a:cubicBezTo>
                <a:cubicBezTo>
                  <a:pt x="3746685" y="2490841"/>
                  <a:pt x="3727163" y="2497350"/>
                  <a:pt x="3707639" y="2501688"/>
                </a:cubicBezTo>
                <a:cubicBezTo>
                  <a:pt x="3688117" y="2506026"/>
                  <a:pt x="3668593" y="2510365"/>
                  <a:pt x="3649071" y="2514703"/>
                </a:cubicBezTo>
                <a:cubicBezTo>
                  <a:pt x="3623041" y="2521210"/>
                  <a:pt x="3603517" y="2525548"/>
                  <a:pt x="3577486" y="2532057"/>
                </a:cubicBezTo>
                <a:cubicBezTo>
                  <a:pt x="3566641" y="2534225"/>
                  <a:pt x="3555794" y="2534225"/>
                  <a:pt x="3544949" y="2536395"/>
                </a:cubicBezTo>
                <a:cubicBezTo>
                  <a:pt x="3527595" y="2538564"/>
                  <a:pt x="3510242" y="2540734"/>
                  <a:pt x="3492888" y="2545072"/>
                </a:cubicBezTo>
                <a:cubicBezTo>
                  <a:pt x="3432150" y="2551579"/>
                  <a:pt x="3388766" y="2553749"/>
                  <a:pt x="3351888" y="2558088"/>
                </a:cubicBezTo>
                <a:cubicBezTo>
                  <a:pt x="3317181" y="2562426"/>
                  <a:pt x="3288982" y="2566764"/>
                  <a:pt x="3256443" y="2566764"/>
                </a:cubicBezTo>
                <a:cubicBezTo>
                  <a:pt x="3252104" y="2566764"/>
                  <a:pt x="3245598" y="2566764"/>
                  <a:pt x="3239089" y="2566764"/>
                </a:cubicBezTo>
                <a:cubicBezTo>
                  <a:pt x="3195705" y="2571103"/>
                  <a:pt x="3147982" y="2577609"/>
                  <a:pt x="3100260" y="2577609"/>
                </a:cubicBezTo>
                <a:cubicBezTo>
                  <a:pt x="3063384" y="2575441"/>
                  <a:pt x="3024338" y="2575441"/>
                  <a:pt x="2983122" y="2573271"/>
                </a:cubicBezTo>
                <a:cubicBezTo>
                  <a:pt x="2931061" y="2573271"/>
                  <a:pt x="2879000" y="2575441"/>
                  <a:pt x="2822600" y="2573271"/>
                </a:cubicBezTo>
                <a:cubicBezTo>
                  <a:pt x="2818262" y="2573271"/>
                  <a:pt x="2811755" y="2571103"/>
                  <a:pt x="2805247" y="2571103"/>
                </a:cubicBezTo>
                <a:cubicBezTo>
                  <a:pt x="2781386" y="2562426"/>
                  <a:pt x="2764033" y="2553749"/>
                  <a:pt x="2738002" y="2542902"/>
                </a:cubicBezTo>
                <a:cubicBezTo>
                  <a:pt x="2727155" y="2551579"/>
                  <a:pt x="2711972" y="2558088"/>
                  <a:pt x="2701125" y="2566764"/>
                </a:cubicBezTo>
                <a:lnTo>
                  <a:pt x="2701031" y="2566951"/>
                </a:lnTo>
                <a:lnTo>
                  <a:pt x="2731493" y="2547240"/>
                </a:lnTo>
                <a:cubicBezTo>
                  <a:pt x="2757524" y="2558085"/>
                  <a:pt x="2777048" y="2566762"/>
                  <a:pt x="2798740" y="2575439"/>
                </a:cubicBezTo>
                <a:cubicBezTo>
                  <a:pt x="2764033" y="2575439"/>
                  <a:pt x="2727155" y="2573271"/>
                  <a:pt x="2694618" y="2571101"/>
                </a:cubicBezTo>
                <a:lnTo>
                  <a:pt x="2695438" y="2570570"/>
                </a:lnTo>
                <a:lnTo>
                  <a:pt x="2627371" y="2560256"/>
                </a:lnTo>
                <a:cubicBezTo>
                  <a:pt x="2599173" y="2553749"/>
                  <a:pt x="2573142" y="2549411"/>
                  <a:pt x="2547112" y="2542902"/>
                </a:cubicBezTo>
                <a:cubicBezTo>
                  <a:pt x="2523249" y="2536395"/>
                  <a:pt x="2499389" y="2532057"/>
                  <a:pt x="2477697" y="2527719"/>
                </a:cubicBezTo>
                <a:cubicBezTo>
                  <a:pt x="2456005" y="2523380"/>
                  <a:pt x="2434313" y="2521210"/>
                  <a:pt x="2414789" y="2516871"/>
                </a:cubicBezTo>
                <a:cubicBezTo>
                  <a:pt x="2395267" y="2512533"/>
                  <a:pt x="2375743" y="2510365"/>
                  <a:pt x="2356221" y="2506026"/>
                </a:cubicBezTo>
                <a:cubicBezTo>
                  <a:pt x="2278129" y="2493011"/>
                  <a:pt x="2206544" y="2477826"/>
                  <a:pt x="2119775" y="2445289"/>
                </a:cubicBezTo>
                <a:cubicBezTo>
                  <a:pt x="2063376" y="2432273"/>
                  <a:pt x="2030839" y="2419258"/>
                  <a:pt x="2000470" y="2410581"/>
                </a:cubicBezTo>
                <a:cubicBezTo>
                  <a:pt x="1987455" y="2401904"/>
                  <a:pt x="1976608" y="2391057"/>
                  <a:pt x="1965763" y="2380212"/>
                </a:cubicBezTo>
                <a:cubicBezTo>
                  <a:pt x="1939732" y="2375874"/>
                  <a:pt x="1913702" y="2371535"/>
                  <a:pt x="1885501" y="2365027"/>
                </a:cubicBezTo>
                <a:cubicBezTo>
                  <a:pt x="1844287" y="2345505"/>
                  <a:pt x="1807409" y="2325981"/>
                  <a:pt x="1766195" y="2304289"/>
                </a:cubicBezTo>
                <a:cubicBezTo>
                  <a:pt x="1753180" y="2304289"/>
                  <a:pt x="1744503" y="2306459"/>
                  <a:pt x="1731488" y="2306459"/>
                </a:cubicBezTo>
                <a:cubicBezTo>
                  <a:pt x="1688104" y="2284767"/>
                  <a:pt x="1649058" y="2265243"/>
                  <a:pt x="1607842" y="2243551"/>
                </a:cubicBezTo>
                <a:cubicBezTo>
                  <a:pt x="1601335" y="2230535"/>
                  <a:pt x="1592658" y="2217520"/>
                  <a:pt x="1586149" y="2204505"/>
                </a:cubicBezTo>
                <a:cubicBezTo>
                  <a:pt x="1586149" y="2204505"/>
                  <a:pt x="1588320" y="2204505"/>
                  <a:pt x="1590488" y="2202337"/>
                </a:cubicBezTo>
                <a:cubicBezTo>
                  <a:pt x="1614350" y="2217520"/>
                  <a:pt x="1640381" y="2230535"/>
                  <a:pt x="1666411" y="2243551"/>
                </a:cubicBezTo>
                <a:cubicBezTo>
                  <a:pt x="1692442" y="2256566"/>
                  <a:pt x="1716302" y="2269581"/>
                  <a:pt x="1742333" y="2284767"/>
                </a:cubicBezTo>
                <a:cubicBezTo>
                  <a:pt x="1751010" y="2280428"/>
                  <a:pt x="1757518" y="2276090"/>
                  <a:pt x="1764025" y="2271752"/>
                </a:cubicBezTo>
                <a:cubicBezTo>
                  <a:pt x="1722811" y="2252228"/>
                  <a:pt x="1696780" y="2230535"/>
                  <a:pt x="1675088" y="2213182"/>
                </a:cubicBezTo>
                <a:cubicBezTo>
                  <a:pt x="1653396" y="2195828"/>
                  <a:pt x="1631704" y="2184983"/>
                  <a:pt x="1601335" y="2180645"/>
                </a:cubicBezTo>
                <a:cubicBezTo>
                  <a:pt x="1540597" y="2137260"/>
                  <a:pt x="1521073" y="2137260"/>
                  <a:pt x="1499381" y="2122075"/>
                </a:cubicBezTo>
                <a:cubicBezTo>
                  <a:pt x="1469012" y="2102553"/>
                  <a:pt x="1440813" y="2085199"/>
                  <a:pt x="1412612" y="2065675"/>
                </a:cubicBezTo>
                <a:cubicBezTo>
                  <a:pt x="1343198" y="2026629"/>
                  <a:pt x="1362722" y="2067846"/>
                  <a:pt x="1275953" y="2007108"/>
                </a:cubicBezTo>
                <a:cubicBezTo>
                  <a:pt x="1258600" y="1994092"/>
                  <a:pt x="1243414" y="1981077"/>
                  <a:pt x="1223892" y="1963723"/>
                </a:cubicBezTo>
                <a:cubicBezTo>
                  <a:pt x="1228231" y="1963723"/>
                  <a:pt x="1232569" y="1961553"/>
                  <a:pt x="1234737" y="1959385"/>
                </a:cubicBezTo>
                <a:cubicBezTo>
                  <a:pt x="1254261" y="1965892"/>
                  <a:pt x="1269444" y="1970230"/>
                  <a:pt x="1286798" y="1974568"/>
                </a:cubicBezTo>
                <a:cubicBezTo>
                  <a:pt x="1249923" y="1933355"/>
                  <a:pt x="1243414" y="1916001"/>
                  <a:pt x="1178338" y="1861769"/>
                </a:cubicBezTo>
                <a:cubicBezTo>
                  <a:pt x="1156645" y="1844416"/>
                  <a:pt x="1137124" y="1827062"/>
                  <a:pt x="1117600" y="1811879"/>
                </a:cubicBezTo>
                <a:cubicBezTo>
                  <a:pt x="1098078" y="1794525"/>
                  <a:pt x="1078554" y="1779339"/>
                  <a:pt x="1061200" y="1761986"/>
                </a:cubicBezTo>
                <a:cubicBezTo>
                  <a:pt x="1048185" y="1748970"/>
                  <a:pt x="1013477" y="1735955"/>
                  <a:pt x="989617" y="1703418"/>
                </a:cubicBezTo>
                <a:cubicBezTo>
                  <a:pt x="952739" y="1664372"/>
                  <a:pt x="922371" y="1627494"/>
                  <a:pt x="885495" y="1588449"/>
                </a:cubicBezTo>
                <a:lnTo>
                  <a:pt x="878351" y="1566121"/>
                </a:lnTo>
                <a:lnTo>
                  <a:pt x="857294" y="1545064"/>
                </a:lnTo>
                <a:cubicBezTo>
                  <a:pt x="833434" y="1521204"/>
                  <a:pt x="809571" y="1495174"/>
                  <a:pt x="785711" y="1466973"/>
                </a:cubicBezTo>
                <a:cubicBezTo>
                  <a:pt x="781373" y="1451789"/>
                  <a:pt x="748834" y="1410573"/>
                  <a:pt x="777034" y="1427927"/>
                </a:cubicBezTo>
                <a:cubicBezTo>
                  <a:pt x="766187" y="1414912"/>
                  <a:pt x="757510" y="1399728"/>
                  <a:pt x="748834" y="1388881"/>
                </a:cubicBezTo>
                <a:lnTo>
                  <a:pt x="745474" y="1383614"/>
                </a:lnTo>
                <a:lnTo>
                  <a:pt x="711956" y="1360680"/>
                </a:lnTo>
                <a:cubicBezTo>
                  <a:pt x="685925" y="1330311"/>
                  <a:pt x="664233" y="1297774"/>
                  <a:pt x="646879" y="1267405"/>
                </a:cubicBezTo>
                <a:cubicBezTo>
                  <a:pt x="629526" y="1234866"/>
                  <a:pt x="616510" y="1204497"/>
                  <a:pt x="610004" y="1180637"/>
                </a:cubicBezTo>
                <a:lnTo>
                  <a:pt x="605666" y="1180637"/>
                </a:lnTo>
                <a:cubicBezTo>
                  <a:pt x="588312" y="1150268"/>
                  <a:pt x="570958" y="1117731"/>
                  <a:pt x="555775" y="1085191"/>
                </a:cubicBezTo>
                <a:cubicBezTo>
                  <a:pt x="540589" y="1052654"/>
                  <a:pt x="523235" y="1022285"/>
                  <a:pt x="508052" y="989746"/>
                </a:cubicBezTo>
                <a:cubicBezTo>
                  <a:pt x="490698" y="952871"/>
                  <a:pt x="473345" y="915993"/>
                  <a:pt x="458159" y="879117"/>
                </a:cubicBezTo>
                <a:cubicBezTo>
                  <a:pt x="442976" y="842240"/>
                  <a:pt x="427790" y="803194"/>
                  <a:pt x="412607" y="766318"/>
                </a:cubicBezTo>
                <a:cubicBezTo>
                  <a:pt x="429960" y="790179"/>
                  <a:pt x="445144" y="814041"/>
                  <a:pt x="458159" y="842240"/>
                </a:cubicBezTo>
                <a:cubicBezTo>
                  <a:pt x="471174" y="870441"/>
                  <a:pt x="484190" y="900809"/>
                  <a:pt x="503714" y="937685"/>
                </a:cubicBezTo>
                <a:cubicBezTo>
                  <a:pt x="512391" y="950700"/>
                  <a:pt x="514559" y="972392"/>
                  <a:pt x="518897" y="989746"/>
                </a:cubicBezTo>
                <a:lnTo>
                  <a:pt x="525173" y="998949"/>
                </a:lnTo>
                <a:lnTo>
                  <a:pt x="517449" y="958787"/>
                </a:lnTo>
                <a:lnTo>
                  <a:pt x="497305" y="922228"/>
                </a:lnTo>
                <a:lnTo>
                  <a:pt x="464515" y="848496"/>
                </a:lnTo>
                <a:lnTo>
                  <a:pt x="425620" y="783670"/>
                </a:lnTo>
                <a:cubicBezTo>
                  <a:pt x="410436" y="740286"/>
                  <a:pt x="393083" y="696901"/>
                  <a:pt x="377897" y="653517"/>
                </a:cubicBezTo>
                <a:lnTo>
                  <a:pt x="337011" y="520096"/>
                </a:lnTo>
                <a:lnTo>
                  <a:pt x="323586" y="481203"/>
                </a:lnTo>
                <a:cubicBezTo>
                  <a:pt x="300837" y="404731"/>
                  <a:pt x="281295" y="326876"/>
                  <a:pt x="265112" y="247798"/>
                </a:cubicBezTo>
                <a:lnTo>
                  <a:pt x="239252" y="78358"/>
                </a:lnTo>
                <a:lnTo>
                  <a:pt x="239068" y="83015"/>
                </a:lnTo>
                <a:cubicBezTo>
                  <a:pt x="239068" y="93863"/>
                  <a:pt x="239068" y="102539"/>
                  <a:pt x="241238" y="117723"/>
                </a:cubicBezTo>
                <a:cubicBezTo>
                  <a:pt x="245576" y="143753"/>
                  <a:pt x="249915" y="169784"/>
                  <a:pt x="252083" y="197985"/>
                </a:cubicBezTo>
                <a:cubicBezTo>
                  <a:pt x="256421" y="226183"/>
                  <a:pt x="260760" y="254384"/>
                  <a:pt x="265098" y="280415"/>
                </a:cubicBezTo>
                <a:cubicBezTo>
                  <a:pt x="254253" y="260891"/>
                  <a:pt x="249915" y="234860"/>
                  <a:pt x="243406" y="208830"/>
                </a:cubicBezTo>
                <a:cubicBezTo>
                  <a:pt x="239068" y="180631"/>
                  <a:pt x="234729" y="150262"/>
                  <a:pt x="228223" y="117723"/>
                </a:cubicBezTo>
                <a:cubicBezTo>
                  <a:pt x="217375" y="117723"/>
                  <a:pt x="215207" y="117723"/>
                  <a:pt x="210869" y="117723"/>
                </a:cubicBezTo>
                <a:cubicBezTo>
                  <a:pt x="208699" y="93863"/>
                  <a:pt x="206530" y="72170"/>
                  <a:pt x="200022" y="35293"/>
                </a:cubicBezTo>
                <a:lnTo>
                  <a:pt x="189729" y="0"/>
                </a:lnTo>
                <a:lnTo>
                  <a:pt x="5795410" y="0"/>
                </a:lnTo>
                <a:lnTo>
                  <a:pt x="5800929" y="17939"/>
                </a:lnTo>
                <a:lnTo>
                  <a:pt x="5807654" y="17566"/>
                </a:lnTo>
                <a:lnTo>
                  <a:pt x="5803098" y="2753"/>
                </a:lnTo>
                <a:lnTo>
                  <a:pt x="5803442" y="0"/>
                </a:lnTo>
                <a:lnTo>
                  <a:pt x="5888010" y="0"/>
                </a:lnTo>
                <a:lnTo>
                  <a:pt x="5866775" y="88481"/>
                </a:lnTo>
                <a:lnTo>
                  <a:pt x="5866777" y="88481"/>
                </a:lnTo>
                <a:lnTo>
                  <a:pt x="5888012" y="0"/>
                </a:lnTo>
                <a:lnTo>
                  <a:pt x="5898025" y="0"/>
                </a:lnTo>
                <a:lnTo>
                  <a:pt x="5895561" y="48850"/>
                </a:lnTo>
                <a:cubicBezTo>
                  <a:pt x="5895291" y="65662"/>
                  <a:pt x="5895291" y="81931"/>
                  <a:pt x="5894204" y="104708"/>
                </a:cubicBezTo>
                <a:lnTo>
                  <a:pt x="5872512" y="171456"/>
                </a:lnTo>
                <a:lnTo>
                  <a:pt x="5872512" y="179080"/>
                </a:lnTo>
                <a:lnTo>
                  <a:pt x="5898543" y="104708"/>
                </a:lnTo>
                <a:cubicBezTo>
                  <a:pt x="5900170" y="70541"/>
                  <a:pt x="5899356" y="51019"/>
                  <a:pt x="5900678" y="22345"/>
                </a:cubicBezTo>
                <a:lnTo>
                  <a:pt x="5902188" y="0"/>
                </a:lnTo>
                <a:lnTo>
                  <a:pt x="5945314" y="0"/>
                </a:lnTo>
                <a:lnTo>
                  <a:pt x="5941927" y="28786"/>
                </a:lnTo>
                <a:lnTo>
                  <a:pt x="5932679" y="34953"/>
                </a:lnTo>
                <a:lnTo>
                  <a:pt x="5933250" y="37461"/>
                </a:lnTo>
                <a:lnTo>
                  <a:pt x="5942112" y="31553"/>
                </a:lnTo>
                <a:lnTo>
                  <a:pt x="5945824" y="0"/>
                </a:lnTo>
                <a:lnTo>
                  <a:pt x="5983702" y="0"/>
                </a:lnTo>
                <a:lnTo>
                  <a:pt x="5983141" y="9262"/>
                </a:lnTo>
                <a:cubicBezTo>
                  <a:pt x="5978802" y="33125"/>
                  <a:pt x="5976634" y="59155"/>
                  <a:pt x="5972296" y="85186"/>
                </a:cubicBezTo>
                <a:cubicBezTo>
                  <a:pt x="5967958" y="111216"/>
                  <a:pt x="5965787" y="137247"/>
                  <a:pt x="5959281" y="165445"/>
                </a:cubicBezTo>
                <a:cubicBezTo>
                  <a:pt x="5954942" y="191476"/>
                  <a:pt x="5948434" y="217507"/>
                  <a:pt x="5944095" y="243537"/>
                </a:cubicBezTo>
                <a:cubicBezTo>
                  <a:pt x="5928912" y="302107"/>
                  <a:pt x="5933250" y="321629"/>
                  <a:pt x="5915896" y="408397"/>
                </a:cubicBezTo>
                <a:cubicBezTo>
                  <a:pt x="5907219" y="412736"/>
                  <a:pt x="5898543" y="417074"/>
                  <a:pt x="5889866" y="423583"/>
                </a:cubicBezTo>
                <a:cubicBezTo>
                  <a:pt x="5881189" y="453952"/>
                  <a:pt x="5868174" y="488659"/>
                  <a:pt x="5857326" y="519028"/>
                </a:cubicBezTo>
                <a:cubicBezTo>
                  <a:pt x="5842143" y="568919"/>
                  <a:pt x="5852988" y="575428"/>
                  <a:pt x="5848649" y="610135"/>
                </a:cubicBezTo>
                <a:cubicBezTo>
                  <a:pt x="5846481" y="614473"/>
                  <a:pt x="5844311" y="620980"/>
                  <a:pt x="5844311" y="623150"/>
                </a:cubicBezTo>
                <a:cubicBezTo>
                  <a:pt x="5831296" y="657858"/>
                  <a:pt x="5818280" y="692565"/>
                  <a:pt x="5807436" y="722934"/>
                </a:cubicBezTo>
                <a:cubicBezTo>
                  <a:pt x="5803098" y="727273"/>
                  <a:pt x="5800927" y="729441"/>
                  <a:pt x="5796588" y="731611"/>
                </a:cubicBezTo>
                <a:cubicBezTo>
                  <a:pt x="5781406" y="766318"/>
                  <a:pt x="5766219" y="803194"/>
                  <a:pt x="5751036" y="837901"/>
                </a:cubicBezTo>
                <a:cubicBezTo>
                  <a:pt x="5768390" y="803194"/>
                  <a:pt x="5783573" y="766318"/>
                  <a:pt x="5798759" y="731611"/>
                </a:cubicBezTo>
                <a:cubicBezTo>
                  <a:pt x="5803098" y="727273"/>
                  <a:pt x="5805265" y="727273"/>
                  <a:pt x="5809604" y="722934"/>
                </a:cubicBezTo>
                <a:cubicBezTo>
                  <a:pt x="5792250" y="816209"/>
                  <a:pt x="5764052" y="874779"/>
                  <a:pt x="5740189" y="920331"/>
                </a:cubicBezTo>
                <a:cubicBezTo>
                  <a:pt x="5727174" y="929008"/>
                  <a:pt x="5714159" y="935517"/>
                  <a:pt x="5703314" y="939855"/>
                </a:cubicBezTo>
                <a:lnTo>
                  <a:pt x="5695666" y="955153"/>
                </a:lnTo>
                <a:lnTo>
                  <a:pt x="5696807" y="957207"/>
                </a:lnTo>
                <a:cubicBezTo>
                  <a:pt x="5698975" y="952868"/>
                  <a:pt x="5701145" y="946362"/>
                  <a:pt x="5705484" y="939853"/>
                </a:cubicBezTo>
                <a:cubicBezTo>
                  <a:pt x="5716329" y="935515"/>
                  <a:pt x="5729344" y="929008"/>
                  <a:pt x="5742360" y="920331"/>
                </a:cubicBezTo>
                <a:cubicBezTo>
                  <a:pt x="5744530" y="944191"/>
                  <a:pt x="5727176" y="974560"/>
                  <a:pt x="5716329" y="994085"/>
                </a:cubicBezTo>
                <a:cubicBezTo>
                  <a:pt x="5701145" y="1024454"/>
                  <a:pt x="5683792" y="1052652"/>
                  <a:pt x="5668606" y="1080853"/>
                </a:cubicBezTo>
                <a:cubicBezTo>
                  <a:pt x="5659929" y="1096036"/>
                  <a:pt x="5653423" y="1109052"/>
                  <a:pt x="5644746" y="1124237"/>
                </a:cubicBezTo>
                <a:cubicBezTo>
                  <a:pt x="5636069" y="1139421"/>
                  <a:pt x="5627393" y="1152436"/>
                  <a:pt x="5618715" y="1167622"/>
                </a:cubicBezTo>
                <a:cubicBezTo>
                  <a:pt x="5612206" y="1176298"/>
                  <a:pt x="5607868" y="1187143"/>
                  <a:pt x="5599191" y="1200159"/>
                </a:cubicBezTo>
                <a:cubicBezTo>
                  <a:pt x="5590514" y="1221851"/>
                  <a:pt x="5581838" y="1241375"/>
                  <a:pt x="5570993" y="1263067"/>
                </a:cubicBezTo>
                <a:lnTo>
                  <a:pt x="5540624" y="1323805"/>
                </a:lnTo>
                <a:cubicBezTo>
                  <a:pt x="5525438" y="1345497"/>
                  <a:pt x="5510255" y="1369357"/>
                  <a:pt x="5492901" y="1388881"/>
                </a:cubicBezTo>
                <a:cubicBezTo>
                  <a:pt x="5477715" y="1408403"/>
                  <a:pt x="5460362" y="1430095"/>
                  <a:pt x="5445178" y="1449619"/>
                </a:cubicBezTo>
                <a:lnTo>
                  <a:pt x="5447166" y="1445524"/>
                </a:lnTo>
                <a:lnTo>
                  <a:pt x="5393115" y="1519034"/>
                </a:lnTo>
                <a:cubicBezTo>
                  <a:pt x="5380100" y="1506019"/>
                  <a:pt x="5308517" y="1607973"/>
                  <a:pt x="5275977" y="1647019"/>
                </a:cubicBezTo>
                <a:lnTo>
                  <a:pt x="5252917" y="1682500"/>
                </a:lnTo>
                <a:lnTo>
                  <a:pt x="5275977" y="1649187"/>
                </a:lnTo>
                <a:cubicBezTo>
                  <a:pt x="5308517" y="1612309"/>
                  <a:pt x="5380100" y="1510357"/>
                  <a:pt x="5393115" y="1521202"/>
                </a:cubicBezTo>
                <a:cubicBezTo>
                  <a:pt x="5386608" y="1566757"/>
                  <a:pt x="5323700" y="1625324"/>
                  <a:pt x="5304178" y="1655693"/>
                </a:cubicBezTo>
                <a:cubicBezTo>
                  <a:pt x="5286825" y="1676301"/>
                  <a:pt x="5272183" y="1691487"/>
                  <a:pt x="5258353" y="1703689"/>
                </a:cubicBezTo>
                <a:lnTo>
                  <a:pt x="5221566" y="1730731"/>
                </a:lnTo>
                <a:lnTo>
                  <a:pt x="5219578" y="1733787"/>
                </a:lnTo>
                <a:lnTo>
                  <a:pt x="5196579" y="1751480"/>
                </a:lnTo>
                <a:lnTo>
                  <a:pt x="5195718" y="1757647"/>
                </a:lnTo>
                <a:cubicBezTo>
                  <a:pt x="5163178" y="1792355"/>
                  <a:pt x="5130641" y="1829232"/>
                  <a:pt x="5093764" y="1861769"/>
                </a:cubicBezTo>
                <a:cubicBezTo>
                  <a:pt x="5059056" y="1896477"/>
                  <a:pt x="5024349" y="1931184"/>
                  <a:pt x="4985303" y="1961553"/>
                </a:cubicBezTo>
                <a:lnTo>
                  <a:pt x="4980288" y="1965192"/>
                </a:lnTo>
                <a:lnTo>
                  <a:pt x="4944089" y="2011444"/>
                </a:lnTo>
                <a:cubicBezTo>
                  <a:pt x="4918059" y="2035306"/>
                  <a:pt x="4887690" y="2054828"/>
                  <a:pt x="4857321" y="2076520"/>
                </a:cubicBezTo>
                <a:lnTo>
                  <a:pt x="4776225" y="2137342"/>
                </a:lnTo>
                <a:lnTo>
                  <a:pt x="4775934" y="2137695"/>
                </a:lnTo>
                <a:lnTo>
                  <a:pt x="4857321" y="2078691"/>
                </a:lnTo>
                <a:cubicBezTo>
                  <a:pt x="4885519" y="2056998"/>
                  <a:pt x="4915888" y="2035306"/>
                  <a:pt x="4944089" y="2013614"/>
                </a:cubicBezTo>
                <a:cubicBezTo>
                  <a:pt x="4926735" y="2043983"/>
                  <a:pt x="4902873" y="2063505"/>
                  <a:pt x="4872505" y="2085197"/>
                </a:cubicBezTo>
                <a:cubicBezTo>
                  <a:pt x="4847560" y="2107976"/>
                  <a:pt x="4829664" y="2117194"/>
                  <a:pt x="4814208" y="2123159"/>
                </a:cubicBezTo>
                <a:lnTo>
                  <a:pt x="4773879" y="2140191"/>
                </a:lnTo>
                <a:lnTo>
                  <a:pt x="4772721" y="2141599"/>
                </a:lnTo>
                <a:cubicBezTo>
                  <a:pt x="4757537" y="2152444"/>
                  <a:pt x="4744522" y="2161121"/>
                  <a:pt x="4729336" y="2169797"/>
                </a:cubicBezTo>
                <a:lnTo>
                  <a:pt x="4712989" y="2177374"/>
                </a:lnTo>
                <a:lnTo>
                  <a:pt x="4671855" y="2210743"/>
                </a:lnTo>
                <a:cubicBezTo>
                  <a:pt x="4656669" y="2222403"/>
                  <a:pt x="4643654" y="2231622"/>
                  <a:pt x="4631723" y="2239212"/>
                </a:cubicBezTo>
                <a:cubicBezTo>
                  <a:pt x="4610031" y="2256566"/>
                  <a:pt x="4592677" y="2267413"/>
                  <a:pt x="4570985" y="2278258"/>
                </a:cubicBezTo>
                <a:cubicBezTo>
                  <a:pt x="4575323" y="2271752"/>
                  <a:pt x="4564478" y="2276090"/>
                  <a:pt x="4551463" y="2280428"/>
                </a:cubicBezTo>
                <a:lnTo>
                  <a:pt x="4529764" y="2290073"/>
                </a:lnTo>
                <a:lnTo>
                  <a:pt x="4526391" y="2292635"/>
                </a:lnTo>
                <a:lnTo>
                  <a:pt x="4553631" y="2282597"/>
                </a:lnTo>
                <a:cubicBezTo>
                  <a:pt x="4566646" y="2278258"/>
                  <a:pt x="4575323" y="2273920"/>
                  <a:pt x="4573155" y="2280428"/>
                </a:cubicBezTo>
                <a:cubicBezTo>
                  <a:pt x="4557970" y="2302121"/>
                  <a:pt x="4527600" y="2321642"/>
                  <a:pt x="4495063" y="2338996"/>
                </a:cubicBezTo>
                <a:cubicBezTo>
                  <a:pt x="4477710" y="2347673"/>
                  <a:pt x="4462525" y="2356350"/>
                  <a:pt x="4445170" y="2365029"/>
                </a:cubicBezTo>
                <a:cubicBezTo>
                  <a:pt x="4427817" y="2373703"/>
                  <a:pt x="4410463" y="2380212"/>
                  <a:pt x="4395280" y="2388889"/>
                </a:cubicBezTo>
                <a:lnTo>
                  <a:pt x="4360040" y="2394175"/>
                </a:lnTo>
                <a:lnTo>
                  <a:pt x="4354064" y="2397566"/>
                </a:lnTo>
                <a:cubicBezTo>
                  <a:pt x="4299832" y="2423596"/>
                  <a:pt x="4245603" y="2445289"/>
                  <a:pt x="4189203" y="2469149"/>
                </a:cubicBezTo>
                <a:lnTo>
                  <a:pt x="4180798" y="2471059"/>
                </a:lnTo>
                <a:lnTo>
                  <a:pt x="4130636" y="2503856"/>
                </a:lnTo>
                <a:cubicBezTo>
                  <a:pt x="4143651" y="2506026"/>
                  <a:pt x="4150157" y="2508195"/>
                  <a:pt x="4158834" y="2512533"/>
                </a:cubicBezTo>
                <a:cubicBezTo>
                  <a:pt x="4119788" y="2547240"/>
                  <a:pt x="4067728" y="2553749"/>
                  <a:pt x="4054713" y="2558088"/>
                </a:cubicBezTo>
                <a:cubicBezTo>
                  <a:pt x="4056883" y="2549411"/>
                  <a:pt x="4061222" y="2538564"/>
                  <a:pt x="4063390" y="2527719"/>
                </a:cubicBezTo>
                <a:cubicBezTo>
                  <a:pt x="4052545" y="2532057"/>
                  <a:pt x="4041698" y="2536395"/>
                  <a:pt x="4028682" y="2540734"/>
                </a:cubicBezTo>
                <a:cubicBezTo>
                  <a:pt x="4017837" y="2545072"/>
                  <a:pt x="4006990" y="2547240"/>
                  <a:pt x="3996145" y="2551579"/>
                </a:cubicBezTo>
                <a:cubicBezTo>
                  <a:pt x="3974453" y="2558088"/>
                  <a:pt x="3950591" y="2564594"/>
                  <a:pt x="3928899" y="2573271"/>
                </a:cubicBezTo>
                <a:lnTo>
                  <a:pt x="3919914" y="2562487"/>
                </a:lnTo>
                <a:lnTo>
                  <a:pt x="3887682" y="2568932"/>
                </a:lnTo>
                <a:cubicBezTo>
                  <a:pt x="3874667" y="2571103"/>
                  <a:pt x="3861652" y="2575441"/>
                  <a:pt x="3848637" y="2577609"/>
                </a:cubicBezTo>
                <a:cubicBezTo>
                  <a:pt x="3822606" y="2584118"/>
                  <a:pt x="3794407" y="2592795"/>
                  <a:pt x="3768377" y="2597133"/>
                </a:cubicBezTo>
                <a:lnTo>
                  <a:pt x="3765731" y="2598363"/>
                </a:lnTo>
                <a:lnTo>
                  <a:pt x="3842130" y="2579777"/>
                </a:lnTo>
                <a:cubicBezTo>
                  <a:pt x="3855145" y="2575439"/>
                  <a:pt x="3868161" y="2573271"/>
                  <a:pt x="3881176" y="2571101"/>
                </a:cubicBezTo>
                <a:cubicBezTo>
                  <a:pt x="3894191" y="2568932"/>
                  <a:pt x="3905036" y="2564594"/>
                  <a:pt x="3913713" y="2564594"/>
                </a:cubicBezTo>
                <a:cubicBezTo>
                  <a:pt x="3915883" y="2568932"/>
                  <a:pt x="3920222" y="2573271"/>
                  <a:pt x="3926728" y="2575439"/>
                </a:cubicBezTo>
                <a:cubicBezTo>
                  <a:pt x="3950591" y="2568932"/>
                  <a:pt x="3972283" y="2562424"/>
                  <a:pt x="3993975" y="2553747"/>
                </a:cubicBezTo>
                <a:cubicBezTo>
                  <a:pt x="4004820" y="2549408"/>
                  <a:pt x="4015667" y="2547240"/>
                  <a:pt x="4026512" y="2542902"/>
                </a:cubicBezTo>
                <a:cubicBezTo>
                  <a:pt x="4037359" y="2538564"/>
                  <a:pt x="4048204" y="2534225"/>
                  <a:pt x="4061219" y="2529887"/>
                </a:cubicBezTo>
                <a:cubicBezTo>
                  <a:pt x="4059051" y="2538564"/>
                  <a:pt x="4054713" y="2549408"/>
                  <a:pt x="4052542" y="2560256"/>
                </a:cubicBezTo>
                <a:cubicBezTo>
                  <a:pt x="4022174" y="2575439"/>
                  <a:pt x="3991805" y="2588454"/>
                  <a:pt x="3961436" y="2603640"/>
                </a:cubicBezTo>
                <a:lnTo>
                  <a:pt x="3956970" y="2602390"/>
                </a:lnTo>
                <a:lnTo>
                  <a:pt x="3894191" y="2627500"/>
                </a:lnTo>
                <a:cubicBezTo>
                  <a:pt x="3874669" y="2634009"/>
                  <a:pt x="3857316" y="2638347"/>
                  <a:pt x="3842130" y="2642686"/>
                </a:cubicBezTo>
                <a:cubicBezTo>
                  <a:pt x="3809593" y="2651363"/>
                  <a:pt x="3785731" y="2655701"/>
                  <a:pt x="3764038" y="2662207"/>
                </a:cubicBezTo>
                <a:cubicBezTo>
                  <a:pt x="3765125" y="2656785"/>
                  <a:pt x="3751567" y="2656785"/>
                  <a:pt x="3731772" y="2659497"/>
                </a:cubicBezTo>
                <a:lnTo>
                  <a:pt x="3664284" y="2672628"/>
                </a:lnTo>
                <a:lnTo>
                  <a:pt x="3662084" y="2677393"/>
                </a:lnTo>
                <a:cubicBezTo>
                  <a:pt x="3605685" y="2690408"/>
                  <a:pt x="3542779" y="2701253"/>
                  <a:pt x="3482041" y="2712100"/>
                </a:cubicBezTo>
                <a:cubicBezTo>
                  <a:pt x="3462517" y="2709930"/>
                  <a:pt x="3464687" y="2705591"/>
                  <a:pt x="3440825" y="2701253"/>
                </a:cubicBezTo>
                <a:cubicBezTo>
                  <a:pt x="3429980" y="2701253"/>
                  <a:pt x="3419133" y="2701253"/>
                  <a:pt x="3406117" y="2701253"/>
                </a:cubicBezTo>
                <a:cubicBezTo>
                  <a:pt x="3388764" y="2707762"/>
                  <a:pt x="3367071" y="2714269"/>
                  <a:pt x="3345379" y="2720777"/>
                </a:cubicBezTo>
                <a:cubicBezTo>
                  <a:pt x="3325858" y="2722945"/>
                  <a:pt x="3308504" y="2725116"/>
                  <a:pt x="3291150" y="2725116"/>
                </a:cubicBezTo>
                <a:cubicBezTo>
                  <a:pt x="3273796" y="2725116"/>
                  <a:pt x="3256443" y="2727283"/>
                  <a:pt x="3236919" y="2727283"/>
                </a:cubicBezTo>
                <a:lnTo>
                  <a:pt x="3231027" y="2724760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accent3">
                  <a:alpha val="71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lvl="0" rtl="0"/>
            <a:endParaRPr lang="ru-RU" noProof="0" dirty="0"/>
          </a:p>
        </p:txBody>
      </p:sp>
      <p:sp>
        <p:nvSpPr>
          <p:cNvPr id="13" name="Полилиния: Фигура 12">
            <a:extLst>
              <a:ext uri="{FF2B5EF4-FFF2-40B4-BE49-F238E27FC236}">
                <a16:creationId xmlns:a16="http://schemas.microsoft.com/office/drawing/2014/main" id="{7872B576-0982-4868-A9E3-43064BCA3090}"/>
              </a:ext>
            </a:extLst>
          </p:cNvPr>
          <p:cNvSpPr/>
          <p:nvPr userDrawn="1"/>
        </p:nvSpPr>
        <p:spPr>
          <a:xfrm rot="20700000" flipH="1">
            <a:off x="-643117" y="-519717"/>
            <a:ext cx="7777150" cy="7718664"/>
          </a:xfrm>
          <a:custGeom>
            <a:avLst/>
            <a:gdLst>
              <a:gd name="connsiteX0" fmla="*/ 6564153 w 7777150"/>
              <a:gd name="connsiteY0" fmla="*/ 6753221 h 7718664"/>
              <a:gd name="connsiteX1" fmla="*/ 6563132 w 7777150"/>
              <a:gd name="connsiteY1" fmla="*/ 6753924 h 7718664"/>
              <a:gd name="connsiteX2" fmla="*/ 6563132 w 7777150"/>
              <a:gd name="connsiteY2" fmla="*/ 6754775 h 7718664"/>
              <a:gd name="connsiteX3" fmla="*/ 6567865 w 7777150"/>
              <a:gd name="connsiteY3" fmla="*/ 6755450 h 7718664"/>
              <a:gd name="connsiteX4" fmla="*/ 6569087 w 7777150"/>
              <a:gd name="connsiteY4" fmla="*/ 6753925 h 7718664"/>
              <a:gd name="connsiteX5" fmla="*/ 6628482 w 7777150"/>
              <a:gd name="connsiteY5" fmla="*/ 6708774 h 7718664"/>
              <a:gd name="connsiteX6" fmla="*/ 6610901 w 7777150"/>
              <a:gd name="connsiteY6" fmla="*/ 6720920 h 7718664"/>
              <a:gd name="connsiteX7" fmla="*/ 6607794 w 7777150"/>
              <a:gd name="connsiteY7" fmla="*/ 6724148 h 7718664"/>
              <a:gd name="connsiteX8" fmla="*/ 6619848 w 7777150"/>
              <a:gd name="connsiteY8" fmla="*/ 6716434 h 7718664"/>
              <a:gd name="connsiteX9" fmla="*/ 6839305 w 7777150"/>
              <a:gd name="connsiteY9" fmla="*/ 6558707 h 7718664"/>
              <a:gd name="connsiteX10" fmla="*/ 6839039 w 7777150"/>
              <a:gd name="connsiteY10" fmla="*/ 6558801 h 7718664"/>
              <a:gd name="connsiteX11" fmla="*/ 6837070 w 7777150"/>
              <a:gd name="connsiteY11" fmla="*/ 6572293 h 7718664"/>
              <a:gd name="connsiteX12" fmla="*/ 6789429 w 7777150"/>
              <a:gd name="connsiteY12" fmla="*/ 6625890 h 7718664"/>
              <a:gd name="connsiteX13" fmla="*/ 6732852 w 7777150"/>
              <a:gd name="connsiteY13" fmla="*/ 6688418 h 7718664"/>
              <a:gd name="connsiteX14" fmla="*/ 6736263 w 7777150"/>
              <a:gd name="connsiteY14" fmla="*/ 6687633 h 7718664"/>
              <a:gd name="connsiteX15" fmla="*/ 6789429 w 7777150"/>
              <a:gd name="connsiteY15" fmla="*/ 6628865 h 7718664"/>
              <a:gd name="connsiteX16" fmla="*/ 6837070 w 7777150"/>
              <a:gd name="connsiteY16" fmla="*/ 6575269 h 7718664"/>
              <a:gd name="connsiteX17" fmla="*/ 6839305 w 7777150"/>
              <a:gd name="connsiteY17" fmla="*/ 6558707 h 7718664"/>
              <a:gd name="connsiteX18" fmla="*/ 2782054 w 7777150"/>
              <a:gd name="connsiteY18" fmla="*/ 7594165 h 7718664"/>
              <a:gd name="connsiteX19" fmla="*/ 2812852 w 7777150"/>
              <a:gd name="connsiteY19" fmla="*/ 7595094 h 7718664"/>
              <a:gd name="connsiteX20" fmla="*/ 2945354 w 7777150"/>
              <a:gd name="connsiteY20" fmla="*/ 7629337 h 7718664"/>
              <a:gd name="connsiteX21" fmla="*/ 3001930 w 7777150"/>
              <a:gd name="connsiteY21" fmla="*/ 7632313 h 7718664"/>
              <a:gd name="connsiteX22" fmla="*/ 3143116 w 7777150"/>
              <a:gd name="connsiteY22" fmla="*/ 7701578 h 7718664"/>
              <a:gd name="connsiteX23" fmla="*/ 3082549 w 7777150"/>
              <a:gd name="connsiteY23" fmla="*/ 7717806 h 7718664"/>
              <a:gd name="connsiteX24" fmla="*/ 3037661 w 7777150"/>
              <a:gd name="connsiteY24" fmla="*/ 7703779 h 7718664"/>
              <a:gd name="connsiteX25" fmla="*/ 2957265 w 7777150"/>
              <a:gd name="connsiteY25" fmla="*/ 7668047 h 7718664"/>
              <a:gd name="connsiteX26" fmla="*/ 2864960 w 7777150"/>
              <a:gd name="connsiteY26" fmla="*/ 7638271 h 7718664"/>
              <a:gd name="connsiteX27" fmla="*/ 2769678 w 7777150"/>
              <a:gd name="connsiteY27" fmla="*/ 7605516 h 7718664"/>
              <a:gd name="connsiteX28" fmla="*/ 2782054 w 7777150"/>
              <a:gd name="connsiteY28" fmla="*/ 7594165 h 7718664"/>
              <a:gd name="connsiteX29" fmla="*/ 2608887 w 7777150"/>
              <a:gd name="connsiteY29" fmla="*/ 7429840 h 7718664"/>
              <a:gd name="connsiteX30" fmla="*/ 2719060 w 7777150"/>
              <a:gd name="connsiteY30" fmla="*/ 7450682 h 7718664"/>
              <a:gd name="connsiteX31" fmla="*/ 2766702 w 7777150"/>
              <a:gd name="connsiteY31" fmla="*/ 7492368 h 7718664"/>
              <a:gd name="connsiteX32" fmla="*/ 2930467 w 7777150"/>
              <a:gd name="connsiteY32" fmla="*/ 7540009 h 7718664"/>
              <a:gd name="connsiteX33" fmla="*/ 3255027 w 7777150"/>
              <a:gd name="connsiteY33" fmla="*/ 7623382 h 7718664"/>
              <a:gd name="connsiteX34" fmla="*/ 3335420 w 7777150"/>
              <a:gd name="connsiteY34" fmla="*/ 7638271 h 7718664"/>
              <a:gd name="connsiteX35" fmla="*/ 3362169 w 7777150"/>
              <a:gd name="connsiteY35" fmla="*/ 7642882 h 7718664"/>
              <a:gd name="connsiteX36" fmla="*/ 3252495 w 7777150"/>
              <a:gd name="connsiteY36" fmla="*/ 7672270 h 7718664"/>
              <a:gd name="connsiteX37" fmla="*/ 3231206 w 7777150"/>
              <a:gd name="connsiteY37" fmla="*/ 7668047 h 7718664"/>
              <a:gd name="connsiteX38" fmla="*/ 3115079 w 7777150"/>
              <a:gd name="connsiteY38" fmla="*/ 7644226 h 7718664"/>
              <a:gd name="connsiteX39" fmla="*/ 3013840 w 7777150"/>
              <a:gd name="connsiteY39" fmla="*/ 7626361 h 7718664"/>
              <a:gd name="connsiteX40" fmla="*/ 2891760 w 7777150"/>
              <a:gd name="connsiteY40" fmla="*/ 7569785 h 7718664"/>
              <a:gd name="connsiteX41" fmla="*/ 2739902 w 7777150"/>
              <a:gd name="connsiteY41" fmla="*/ 7513213 h 7718664"/>
              <a:gd name="connsiteX42" fmla="*/ 2582091 w 7777150"/>
              <a:gd name="connsiteY42" fmla="*/ 7450681 h 7718664"/>
              <a:gd name="connsiteX43" fmla="*/ 2608887 w 7777150"/>
              <a:gd name="connsiteY43" fmla="*/ 7429840 h 7718664"/>
              <a:gd name="connsiteX44" fmla="*/ 2305173 w 7777150"/>
              <a:gd name="connsiteY44" fmla="*/ 7420905 h 7718664"/>
              <a:gd name="connsiteX45" fmla="*/ 2647595 w 7777150"/>
              <a:gd name="connsiteY45" fmla="*/ 7566806 h 7718664"/>
              <a:gd name="connsiteX46" fmla="*/ 2769678 w 7777150"/>
              <a:gd name="connsiteY46" fmla="*/ 7605516 h 7718664"/>
              <a:gd name="connsiteX47" fmla="*/ 2861982 w 7777150"/>
              <a:gd name="connsiteY47" fmla="*/ 7638268 h 7718664"/>
              <a:gd name="connsiteX48" fmla="*/ 2954288 w 7777150"/>
              <a:gd name="connsiteY48" fmla="*/ 7668044 h 7718664"/>
              <a:gd name="connsiteX49" fmla="*/ 3034682 w 7777150"/>
              <a:gd name="connsiteY49" fmla="*/ 7703775 h 7718664"/>
              <a:gd name="connsiteX50" fmla="*/ 3016816 w 7777150"/>
              <a:gd name="connsiteY50" fmla="*/ 7718664 h 7718664"/>
              <a:gd name="connsiteX51" fmla="*/ 2969175 w 7777150"/>
              <a:gd name="connsiteY51" fmla="*/ 7709731 h 7718664"/>
              <a:gd name="connsiteX52" fmla="*/ 2799453 w 7777150"/>
              <a:gd name="connsiteY52" fmla="*/ 7647203 h 7718664"/>
              <a:gd name="connsiteX53" fmla="*/ 2716081 w 7777150"/>
              <a:gd name="connsiteY53" fmla="*/ 7614447 h 7718664"/>
              <a:gd name="connsiteX54" fmla="*/ 2632708 w 7777150"/>
              <a:gd name="connsiteY54" fmla="*/ 7578716 h 7718664"/>
              <a:gd name="connsiteX55" fmla="*/ 2522536 w 7777150"/>
              <a:gd name="connsiteY55" fmla="*/ 7540009 h 7718664"/>
              <a:gd name="connsiteX56" fmla="*/ 2427252 w 7777150"/>
              <a:gd name="connsiteY56" fmla="*/ 7498323 h 7718664"/>
              <a:gd name="connsiteX57" fmla="*/ 2352815 w 7777150"/>
              <a:gd name="connsiteY57" fmla="*/ 7459612 h 7718664"/>
              <a:gd name="connsiteX58" fmla="*/ 2305173 w 7777150"/>
              <a:gd name="connsiteY58" fmla="*/ 7420905 h 7718664"/>
              <a:gd name="connsiteX59" fmla="*/ 2397480 w 7777150"/>
              <a:gd name="connsiteY59" fmla="*/ 7349443 h 7718664"/>
              <a:gd name="connsiteX60" fmla="*/ 2445122 w 7777150"/>
              <a:gd name="connsiteY60" fmla="*/ 7346467 h 7718664"/>
              <a:gd name="connsiteX61" fmla="*/ 2608887 w 7777150"/>
              <a:gd name="connsiteY61" fmla="*/ 7429840 h 7718664"/>
              <a:gd name="connsiteX62" fmla="*/ 2588046 w 7777150"/>
              <a:gd name="connsiteY62" fmla="*/ 7441750 h 7718664"/>
              <a:gd name="connsiteX63" fmla="*/ 2397480 w 7777150"/>
              <a:gd name="connsiteY63" fmla="*/ 7349443 h 7718664"/>
              <a:gd name="connsiteX64" fmla="*/ 7605289 w 7777150"/>
              <a:gd name="connsiteY64" fmla="*/ 5949975 h 7718664"/>
              <a:gd name="connsiteX65" fmla="*/ 7603779 w 7777150"/>
              <a:gd name="connsiteY65" fmla="*/ 5950622 h 7718664"/>
              <a:gd name="connsiteX66" fmla="*/ 7571259 w 7777150"/>
              <a:gd name="connsiteY66" fmla="*/ 6028673 h 7718664"/>
              <a:gd name="connsiteX67" fmla="*/ 7768327 w 7777150"/>
              <a:gd name="connsiteY67" fmla="*/ 5740775 h 7718664"/>
              <a:gd name="connsiteX68" fmla="*/ 7777150 w 7777150"/>
              <a:gd name="connsiteY68" fmla="*/ 5773700 h 7718664"/>
              <a:gd name="connsiteX69" fmla="*/ 7775014 w 7777150"/>
              <a:gd name="connsiteY69" fmla="*/ 5777274 h 7718664"/>
              <a:gd name="connsiteX70" fmla="*/ 7706527 w 7777150"/>
              <a:gd name="connsiteY70" fmla="*/ 5905312 h 7718664"/>
              <a:gd name="connsiteX71" fmla="*/ 7644000 w 7777150"/>
              <a:gd name="connsiteY71" fmla="*/ 5985706 h 7718664"/>
              <a:gd name="connsiteX72" fmla="*/ 7685686 w 7777150"/>
              <a:gd name="connsiteY72" fmla="*/ 5902333 h 7718664"/>
              <a:gd name="connsiteX73" fmla="*/ 7721417 w 7777150"/>
              <a:gd name="connsiteY73" fmla="*/ 5818960 h 7718664"/>
              <a:gd name="connsiteX74" fmla="*/ 7748213 w 7777150"/>
              <a:gd name="connsiteY74" fmla="*/ 5774298 h 7718664"/>
              <a:gd name="connsiteX75" fmla="*/ 2195719 w 7777150"/>
              <a:gd name="connsiteY75" fmla="*/ 7067587 h 7718664"/>
              <a:gd name="connsiteX76" fmla="*/ 2195748 w 7777150"/>
              <a:gd name="connsiteY76" fmla="*/ 7068434 h 7718664"/>
              <a:gd name="connsiteX77" fmla="*/ 2205804 w 7777150"/>
              <a:gd name="connsiteY77" fmla="*/ 7080606 h 7718664"/>
              <a:gd name="connsiteX78" fmla="*/ 2206911 w 7777150"/>
              <a:gd name="connsiteY78" fmla="*/ 7075504 h 7718664"/>
              <a:gd name="connsiteX79" fmla="*/ 1840668 w 7777150"/>
              <a:gd name="connsiteY79" fmla="*/ 7143991 h 7718664"/>
              <a:gd name="connsiteX80" fmla="*/ 2043145 w 7777150"/>
              <a:gd name="connsiteY80" fmla="*/ 7257140 h 7718664"/>
              <a:gd name="connsiteX81" fmla="*/ 2084831 w 7777150"/>
              <a:gd name="connsiteY81" fmla="*/ 7304781 h 7718664"/>
              <a:gd name="connsiteX82" fmla="*/ 1989548 w 7777150"/>
              <a:gd name="connsiteY82" fmla="*/ 7254160 h 7718664"/>
              <a:gd name="connsiteX83" fmla="*/ 1918086 w 7777150"/>
              <a:gd name="connsiteY83" fmla="*/ 7209498 h 7718664"/>
              <a:gd name="connsiteX84" fmla="*/ 1840668 w 7777150"/>
              <a:gd name="connsiteY84" fmla="*/ 7143991 h 7718664"/>
              <a:gd name="connsiteX85" fmla="*/ 7574028 w 7777150"/>
              <a:gd name="connsiteY85" fmla="*/ 5576942 h 7718664"/>
              <a:gd name="connsiteX86" fmla="*/ 7562090 w 7777150"/>
              <a:gd name="connsiteY86" fmla="*/ 5594186 h 7718664"/>
              <a:gd name="connsiteX87" fmla="*/ 7533457 w 7777150"/>
              <a:gd name="connsiteY87" fmla="*/ 5631001 h 7718664"/>
              <a:gd name="connsiteX88" fmla="*/ 7503173 w 7777150"/>
              <a:gd name="connsiteY88" fmla="*/ 5679289 h 7718664"/>
              <a:gd name="connsiteX89" fmla="*/ 7495119 w 7777150"/>
              <a:gd name="connsiteY89" fmla="*/ 5690923 h 7718664"/>
              <a:gd name="connsiteX90" fmla="*/ 7456410 w 7777150"/>
              <a:gd name="connsiteY90" fmla="*/ 5762384 h 7718664"/>
              <a:gd name="connsiteX91" fmla="*/ 7417702 w 7777150"/>
              <a:gd name="connsiteY91" fmla="*/ 5827891 h 7718664"/>
              <a:gd name="connsiteX92" fmla="*/ 7325396 w 7777150"/>
              <a:gd name="connsiteY92" fmla="*/ 5949974 h 7718664"/>
              <a:gd name="connsiteX93" fmla="*/ 7292334 w 7777150"/>
              <a:gd name="connsiteY93" fmla="*/ 6001613 h 7718664"/>
              <a:gd name="connsiteX94" fmla="*/ 7279949 w 7777150"/>
              <a:gd name="connsiteY94" fmla="*/ 6020421 h 7718664"/>
              <a:gd name="connsiteX95" fmla="*/ 7245002 w 7777150"/>
              <a:gd name="connsiteY95" fmla="*/ 6072054 h 7718664"/>
              <a:gd name="connsiteX96" fmla="*/ 7173540 w 7777150"/>
              <a:gd name="connsiteY96" fmla="*/ 6170317 h 7718664"/>
              <a:gd name="connsiteX97" fmla="*/ 7167581 w 7777150"/>
              <a:gd name="connsiteY97" fmla="*/ 6173958 h 7718664"/>
              <a:gd name="connsiteX98" fmla="*/ 7162704 w 7777150"/>
              <a:gd name="connsiteY98" fmla="*/ 6181183 h 7718664"/>
              <a:gd name="connsiteX99" fmla="*/ 7170561 w 7777150"/>
              <a:gd name="connsiteY99" fmla="*/ 6176272 h 7718664"/>
              <a:gd name="connsiteX100" fmla="*/ 7242022 w 7777150"/>
              <a:gd name="connsiteY100" fmla="*/ 6078013 h 7718664"/>
              <a:gd name="connsiteX101" fmla="*/ 7279949 w 7777150"/>
              <a:gd name="connsiteY101" fmla="*/ 6020421 h 7718664"/>
              <a:gd name="connsiteX102" fmla="*/ 7286316 w 7777150"/>
              <a:gd name="connsiteY102" fmla="*/ 6011014 h 7718664"/>
              <a:gd name="connsiteX103" fmla="*/ 7292334 w 7777150"/>
              <a:gd name="connsiteY103" fmla="*/ 6001613 h 7718664"/>
              <a:gd name="connsiteX104" fmla="*/ 7322420 w 7777150"/>
              <a:gd name="connsiteY104" fmla="*/ 5955930 h 7718664"/>
              <a:gd name="connsiteX105" fmla="*/ 7414723 w 7777150"/>
              <a:gd name="connsiteY105" fmla="*/ 5833850 h 7718664"/>
              <a:gd name="connsiteX106" fmla="*/ 7453434 w 7777150"/>
              <a:gd name="connsiteY106" fmla="*/ 5768343 h 7718664"/>
              <a:gd name="connsiteX107" fmla="*/ 7492141 w 7777150"/>
              <a:gd name="connsiteY107" fmla="*/ 5696881 h 7718664"/>
              <a:gd name="connsiteX108" fmla="*/ 7503173 w 7777150"/>
              <a:gd name="connsiteY108" fmla="*/ 5679289 h 7718664"/>
              <a:gd name="connsiteX109" fmla="*/ 7562090 w 7777150"/>
              <a:gd name="connsiteY109" fmla="*/ 5594186 h 7718664"/>
              <a:gd name="connsiteX110" fmla="*/ 7572537 w 7777150"/>
              <a:gd name="connsiteY110" fmla="*/ 5580753 h 7718664"/>
              <a:gd name="connsiteX111" fmla="*/ 7695610 w 7777150"/>
              <a:gd name="connsiteY111" fmla="*/ 5469390 h 7718664"/>
              <a:gd name="connsiteX112" fmla="*/ 7767960 w 7777150"/>
              <a:gd name="connsiteY112" fmla="*/ 5739403 h 7718664"/>
              <a:gd name="connsiteX113" fmla="*/ 7745237 w 7777150"/>
              <a:gd name="connsiteY113" fmla="*/ 5777274 h 7718664"/>
              <a:gd name="connsiteX114" fmla="*/ 7718437 w 7777150"/>
              <a:gd name="connsiteY114" fmla="*/ 5821936 h 7718664"/>
              <a:gd name="connsiteX115" fmla="*/ 7679730 w 7777150"/>
              <a:gd name="connsiteY115" fmla="*/ 5908288 h 7718664"/>
              <a:gd name="connsiteX116" fmla="*/ 7638044 w 7777150"/>
              <a:gd name="connsiteY116" fmla="*/ 5991660 h 7718664"/>
              <a:gd name="connsiteX117" fmla="*/ 7572537 w 7777150"/>
              <a:gd name="connsiteY117" fmla="*/ 6080989 h 7718664"/>
              <a:gd name="connsiteX118" fmla="*/ 7507030 w 7777150"/>
              <a:gd name="connsiteY118" fmla="*/ 6164361 h 7718664"/>
              <a:gd name="connsiteX119" fmla="*/ 7509759 w 7777150"/>
              <a:gd name="connsiteY119" fmla="*/ 6158741 h 7718664"/>
              <a:gd name="connsiteX120" fmla="*/ 7435565 w 7777150"/>
              <a:gd name="connsiteY120" fmla="*/ 6259644 h 7718664"/>
              <a:gd name="connsiteX121" fmla="*/ 7274774 w 7777150"/>
              <a:gd name="connsiteY121" fmla="*/ 6435324 h 7718664"/>
              <a:gd name="connsiteX122" fmla="*/ 7243120 w 7777150"/>
              <a:gd name="connsiteY122" fmla="*/ 6484028 h 7718664"/>
              <a:gd name="connsiteX123" fmla="*/ 7274775 w 7777150"/>
              <a:gd name="connsiteY123" fmla="*/ 6438299 h 7718664"/>
              <a:gd name="connsiteX124" fmla="*/ 7435564 w 7777150"/>
              <a:gd name="connsiteY124" fmla="*/ 6262620 h 7718664"/>
              <a:gd name="connsiteX125" fmla="*/ 7313485 w 7777150"/>
              <a:gd name="connsiteY125" fmla="*/ 6447231 h 7718664"/>
              <a:gd name="connsiteX126" fmla="*/ 7250582 w 7777150"/>
              <a:gd name="connsiteY126" fmla="*/ 6513113 h 7718664"/>
              <a:gd name="connsiteX127" fmla="*/ 7200087 w 7777150"/>
              <a:gd name="connsiteY127" fmla="*/ 6550232 h 7718664"/>
              <a:gd name="connsiteX128" fmla="*/ 7197357 w 7777150"/>
              <a:gd name="connsiteY128" fmla="*/ 6554428 h 7718664"/>
              <a:gd name="connsiteX129" fmla="*/ 7165787 w 7777150"/>
              <a:gd name="connsiteY129" fmla="*/ 6578714 h 7718664"/>
              <a:gd name="connsiteX130" fmla="*/ 7164606 w 7777150"/>
              <a:gd name="connsiteY130" fmla="*/ 6587180 h 7718664"/>
              <a:gd name="connsiteX131" fmla="*/ 7118751 w 7777150"/>
              <a:gd name="connsiteY131" fmla="*/ 6636309 h 7718664"/>
              <a:gd name="connsiteX132" fmla="*/ 6989132 w 7777150"/>
              <a:gd name="connsiteY132" fmla="*/ 6671040 h 7718664"/>
              <a:gd name="connsiteX133" fmla="*/ 7013864 w 7777150"/>
              <a:gd name="connsiteY133" fmla="*/ 6649337 h 7718664"/>
              <a:gd name="connsiteX134" fmla="*/ 7066343 w 7777150"/>
              <a:gd name="connsiteY134" fmla="*/ 6599090 h 7718664"/>
              <a:gd name="connsiteX135" fmla="*/ 7111009 w 7777150"/>
              <a:gd name="connsiteY135" fmla="*/ 6524651 h 7718664"/>
              <a:gd name="connsiteX136" fmla="*/ 7175165 w 7777150"/>
              <a:gd name="connsiteY136" fmla="*/ 6465841 h 7718664"/>
              <a:gd name="connsiteX137" fmla="*/ 7175681 w 7777150"/>
              <a:gd name="connsiteY137" fmla="*/ 6462146 h 7718664"/>
              <a:gd name="connsiteX138" fmla="*/ 7113987 w 7777150"/>
              <a:gd name="connsiteY138" fmla="*/ 6518697 h 7718664"/>
              <a:gd name="connsiteX139" fmla="*/ 7069322 w 7777150"/>
              <a:gd name="connsiteY139" fmla="*/ 6593135 h 7718664"/>
              <a:gd name="connsiteX140" fmla="*/ 7016843 w 7777150"/>
              <a:gd name="connsiteY140" fmla="*/ 6643382 h 7718664"/>
              <a:gd name="connsiteX141" fmla="*/ 6983652 w 7777150"/>
              <a:gd name="connsiteY141" fmla="*/ 6672509 h 7718664"/>
              <a:gd name="connsiteX142" fmla="*/ 6761122 w 7777150"/>
              <a:gd name="connsiteY142" fmla="*/ 6732136 h 7718664"/>
              <a:gd name="connsiteX143" fmla="*/ 6831115 w 7777150"/>
              <a:gd name="connsiteY143" fmla="*/ 6682462 h 7718664"/>
              <a:gd name="connsiteX144" fmla="*/ 6917467 w 7777150"/>
              <a:gd name="connsiteY144" fmla="*/ 6593134 h 7718664"/>
              <a:gd name="connsiteX145" fmla="*/ 6914488 w 7777150"/>
              <a:gd name="connsiteY145" fmla="*/ 6581224 h 7718664"/>
              <a:gd name="connsiteX146" fmla="*/ 6997860 w 7777150"/>
              <a:gd name="connsiteY146" fmla="*/ 6488921 h 7718664"/>
              <a:gd name="connsiteX147" fmla="*/ 7048480 w 7777150"/>
              <a:gd name="connsiteY147" fmla="*/ 6447234 h 7718664"/>
              <a:gd name="connsiteX148" fmla="*/ 7081233 w 7777150"/>
              <a:gd name="connsiteY148" fmla="*/ 6405548 h 7718664"/>
              <a:gd name="connsiteX149" fmla="*/ 7111008 w 7777150"/>
              <a:gd name="connsiteY149" fmla="*/ 6363862 h 7718664"/>
              <a:gd name="connsiteX150" fmla="*/ 7197360 w 7777150"/>
              <a:gd name="connsiteY150" fmla="*/ 6262624 h 7718664"/>
              <a:gd name="connsiteX151" fmla="*/ 7277754 w 7777150"/>
              <a:gd name="connsiteY151" fmla="*/ 6158406 h 7718664"/>
              <a:gd name="connsiteX152" fmla="*/ 7399836 w 7777150"/>
              <a:gd name="connsiteY152" fmla="*/ 5973795 h 7718664"/>
              <a:gd name="connsiteX153" fmla="*/ 7510006 w 7777150"/>
              <a:gd name="connsiteY153" fmla="*/ 5786208 h 7718664"/>
              <a:gd name="connsiteX154" fmla="*/ 7596358 w 7777150"/>
              <a:gd name="connsiteY154" fmla="*/ 5646260 h 7718664"/>
              <a:gd name="connsiteX155" fmla="*/ 7676751 w 7777150"/>
              <a:gd name="connsiteY155" fmla="*/ 5503336 h 7718664"/>
              <a:gd name="connsiteX156" fmla="*/ 7636506 w 7777150"/>
              <a:gd name="connsiteY156" fmla="*/ 5248812 h 7718664"/>
              <a:gd name="connsiteX157" fmla="*/ 7659314 w 7777150"/>
              <a:gd name="connsiteY157" fmla="*/ 5333933 h 7718664"/>
              <a:gd name="connsiteX158" fmla="*/ 7617200 w 7777150"/>
              <a:gd name="connsiteY158" fmla="*/ 5408052 h 7718664"/>
              <a:gd name="connsiteX159" fmla="*/ 7615871 w 7777150"/>
              <a:gd name="connsiteY159" fmla="*/ 5411110 h 7718664"/>
              <a:gd name="connsiteX160" fmla="*/ 7659444 w 7777150"/>
              <a:gd name="connsiteY160" fmla="*/ 5334418 h 7718664"/>
              <a:gd name="connsiteX161" fmla="*/ 7691259 w 7777150"/>
              <a:gd name="connsiteY161" fmla="*/ 5453153 h 7718664"/>
              <a:gd name="connsiteX162" fmla="*/ 7688661 w 7777150"/>
              <a:gd name="connsiteY162" fmla="*/ 5458673 h 7718664"/>
              <a:gd name="connsiteX163" fmla="*/ 7658886 w 7777150"/>
              <a:gd name="connsiteY163" fmla="*/ 5512270 h 7718664"/>
              <a:gd name="connsiteX164" fmla="*/ 7578492 w 7777150"/>
              <a:gd name="connsiteY164" fmla="*/ 5655195 h 7718664"/>
              <a:gd name="connsiteX165" fmla="*/ 7492140 w 7777150"/>
              <a:gd name="connsiteY165" fmla="*/ 5795139 h 7718664"/>
              <a:gd name="connsiteX166" fmla="*/ 7381971 w 7777150"/>
              <a:gd name="connsiteY166" fmla="*/ 5982730 h 7718664"/>
              <a:gd name="connsiteX167" fmla="*/ 7259888 w 7777150"/>
              <a:gd name="connsiteY167" fmla="*/ 6167341 h 7718664"/>
              <a:gd name="connsiteX168" fmla="*/ 7179495 w 7777150"/>
              <a:gd name="connsiteY168" fmla="*/ 6271554 h 7718664"/>
              <a:gd name="connsiteX169" fmla="*/ 7093143 w 7777150"/>
              <a:gd name="connsiteY169" fmla="*/ 6372792 h 7718664"/>
              <a:gd name="connsiteX170" fmla="*/ 7063367 w 7777150"/>
              <a:gd name="connsiteY170" fmla="*/ 6414479 h 7718664"/>
              <a:gd name="connsiteX171" fmla="*/ 7030615 w 7777150"/>
              <a:gd name="connsiteY171" fmla="*/ 6456165 h 7718664"/>
              <a:gd name="connsiteX172" fmla="*/ 6979994 w 7777150"/>
              <a:gd name="connsiteY172" fmla="*/ 6497851 h 7718664"/>
              <a:gd name="connsiteX173" fmla="*/ 6897207 w 7777150"/>
              <a:gd name="connsiteY173" fmla="*/ 6589515 h 7718664"/>
              <a:gd name="connsiteX174" fmla="*/ 6899598 w 7777150"/>
              <a:gd name="connsiteY174" fmla="*/ 6599089 h 7718664"/>
              <a:gd name="connsiteX175" fmla="*/ 6813249 w 7777150"/>
              <a:gd name="connsiteY175" fmla="*/ 6688418 h 7718664"/>
              <a:gd name="connsiteX176" fmla="*/ 6745897 w 7777150"/>
              <a:gd name="connsiteY176" fmla="*/ 6736215 h 7718664"/>
              <a:gd name="connsiteX177" fmla="*/ 6404257 w 7777150"/>
              <a:gd name="connsiteY177" fmla="*/ 6827757 h 7718664"/>
              <a:gd name="connsiteX178" fmla="*/ 6411273 w 7777150"/>
              <a:gd name="connsiteY178" fmla="*/ 6822407 h 7718664"/>
              <a:gd name="connsiteX179" fmla="*/ 6467849 w 7777150"/>
              <a:gd name="connsiteY179" fmla="*/ 6786676 h 7718664"/>
              <a:gd name="connsiteX180" fmla="*/ 6613749 w 7777150"/>
              <a:gd name="connsiteY180" fmla="*/ 6676507 h 7718664"/>
              <a:gd name="connsiteX181" fmla="*/ 6717966 w 7777150"/>
              <a:gd name="connsiteY181" fmla="*/ 6578245 h 7718664"/>
              <a:gd name="connsiteX182" fmla="*/ 6834091 w 7777150"/>
              <a:gd name="connsiteY182" fmla="*/ 6479986 h 7718664"/>
              <a:gd name="connsiteX183" fmla="*/ 7185447 w 7777150"/>
              <a:gd name="connsiteY183" fmla="*/ 6083964 h 7718664"/>
              <a:gd name="connsiteX184" fmla="*/ 7233801 w 7777150"/>
              <a:gd name="connsiteY184" fmla="*/ 6001764 h 7718664"/>
              <a:gd name="connsiteX185" fmla="*/ 7236067 w 7777150"/>
              <a:gd name="connsiteY185" fmla="*/ 5994637 h 7718664"/>
              <a:gd name="connsiteX186" fmla="*/ 7313485 w 7777150"/>
              <a:gd name="connsiteY186" fmla="*/ 5875533 h 7718664"/>
              <a:gd name="connsiteX187" fmla="*/ 7337306 w 7777150"/>
              <a:gd name="connsiteY187" fmla="*/ 5839802 h 7718664"/>
              <a:gd name="connsiteX188" fmla="*/ 7368979 w 7777150"/>
              <a:gd name="connsiteY188" fmla="*/ 5795871 h 7718664"/>
              <a:gd name="connsiteX189" fmla="*/ 7378992 w 7777150"/>
              <a:gd name="connsiteY189" fmla="*/ 5777274 h 7718664"/>
              <a:gd name="connsiteX190" fmla="*/ 7441520 w 7777150"/>
              <a:gd name="connsiteY190" fmla="*/ 5670081 h 7718664"/>
              <a:gd name="connsiteX191" fmla="*/ 7563603 w 7777150"/>
              <a:gd name="connsiteY191" fmla="*/ 5416984 h 7718664"/>
              <a:gd name="connsiteX192" fmla="*/ 7619804 w 7777150"/>
              <a:gd name="connsiteY192" fmla="*/ 5285970 h 7718664"/>
              <a:gd name="connsiteX193" fmla="*/ 1438185 w 7777150"/>
              <a:gd name="connsiteY193" fmla="*/ 6830951 h 7718664"/>
              <a:gd name="connsiteX194" fmla="*/ 1449489 w 7777150"/>
              <a:gd name="connsiteY194" fmla="*/ 6840648 h 7718664"/>
              <a:gd name="connsiteX195" fmla="*/ 1453350 w 7777150"/>
              <a:gd name="connsiteY195" fmla="*/ 6842615 h 7718664"/>
              <a:gd name="connsiteX196" fmla="*/ 1486096 w 7777150"/>
              <a:gd name="connsiteY196" fmla="*/ 6491655 h 7718664"/>
              <a:gd name="connsiteX197" fmla="*/ 1491992 w 7777150"/>
              <a:gd name="connsiteY197" fmla="*/ 6498836 h 7718664"/>
              <a:gd name="connsiteX198" fmla="*/ 1492288 w 7777150"/>
              <a:gd name="connsiteY198" fmla="*/ 6497852 h 7718664"/>
              <a:gd name="connsiteX199" fmla="*/ 1195061 w 7777150"/>
              <a:gd name="connsiteY199" fmla="*/ 6558794 h 7718664"/>
              <a:gd name="connsiteX200" fmla="*/ 1307518 w 7777150"/>
              <a:gd name="connsiteY200" fmla="*/ 6691203 h 7718664"/>
              <a:gd name="connsiteX201" fmla="*/ 1218350 w 7777150"/>
              <a:gd name="connsiteY201" fmla="*/ 6584200 h 7718664"/>
              <a:gd name="connsiteX202" fmla="*/ 1045653 w 7777150"/>
              <a:gd name="connsiteY202" fmla="*/ 6423410 h 7718664"/>
              <a:gd name="connsiteX203" fmla="*/ 1123070 w 7777150"/>
              <a:gd name="connsiteY203" fmla="*/ 6474031 h 7718664"/>
              <a:gd name="connsiteX204" fmla="*/ 1126871 w 7777150"/>
              <a:gd name="connsiteY204" fmla="*/ 6478507 h 7718664"/>
              <a:gd name="connsiteX205" fmla="*/ 1162149 w 7777150"/>
              <a:gd name="connsiteY205" fmla="*/ 6486313 h 7718664"/>
              <a:gd name="connsiteX206" fmla="*/ 1242171 w 7777150"/>
              <a:gd name="connsiteY206" fmla="*/ 6560379 h 7718664"/>
              <a:gd name="connsiteX207" fmla="*/ 1352343 w 7777150"/>
              <a:gd name="connsiteY207" fmla="*/ 6649708 h 7718664"/>
              <a:gd name="connsiteX208" fmla="*/ 1399985 w 7777150"/>
              <a:gd name="connsiteY208" fmla="*/ 6715214 h 7718664"/>
              <a:gd name="connsiteX209" fmla="*/ 1426782 w 7777150"/>
              <a:gd name="connsiteY209" fmla="*/ 6747970 h 7718664"/>
              <a:gd name="connsiteX210" fmla="*/ 1539930 w 7777150"/>
              <a:gd name="connsiteY210" fmla="*/ 6843252 h 7718664"/>
              <a:gd name="connsiteX211" fmla="*/ 1539890 w 7777150"/>
              <a:gd name="connsiteY211" fmla="*/ 6843288 h 7718664"/>
              <a:gd name="connsiteX212" fmla="*/ 1507178 w 7777150"/>
              <a:gd name="connsiteY212" fmla="*/ 6870049 h 7718664"/>
              <a:gd name="connsiteX213" fmla="*/ 1401804 w 7777150"/>
              <a:gd name="connsiteY213" fmla="*/ 6752965 h 7718664"/>
              <a:gd name="connsiteX214" fmla="*/ 1397009 w 7777150"/>
              <a:gd name="connsiteY214" fmla="*/ 6753924 h 7718664"/>
              <a:gd name="connsiteX215" fmla="*/ 1496727 w 7777150"/>
              <a:gd name="connsiteY215" fmla="*/ 6864723 h 7718664"/>
              <a:gd name="connsiteX216" fmla="*/ 1507178 w 7777150"/>
              <a:gd name="connsiteY216" fmla="*/ 6870049 h 7718664"/>
              <a:gd name="connsiteX217" fmla="*/ 1523554 w 7777150"/>
              <a:gd name="connsiteY217" fmla="*/ 6857768 h 7718664"/>
              <a:gd name="connsiteX218" fmla="*/ 1539890 w 7777150"/>
              <a:gd name="connsiteY218" fmla="*/ 6843288 h 7718664"/>
              <a:gd name="connsiteX219" fmla="*/ 1539933 w 7777150"/>
              <a:gd name="connsiteY219" fmla="*/ 6843252 h 7718664"/>
              <a:gd name="connsiteX220" fmla="*/ 1822803 w 7777150"/>
              <a:gd name="connsiteY220" fmla="*/ 7066570 h 7718664"/>
              <a:gd name="connsiteX221" fmla="*/ 1766230 w 7777150"/>
              <a:gd name="connsiteY221" fmla="*/ 7084436 h 7718664"/>
              <a:gd name="connsiteX222" fmla="*/ 1787072 w 7777150"/>
              <a:gd name="connsiteY222" fmla="*/ 7099325 h 7718664"/>
              <a:gd name="connsiteX223" fmla="*/ 1703699 w 7777150"/>
              <a:gd name="connsiteY223" fmla="*/ 7102302 h 7718664"/>
              <a:gd name="connsiteX224" fmla="*/ 1650102 w 7777150"/>
              <a:gd name="connsiteY224" fmla="*/ 7066570 h 7718664"/>
              <a:gd name="connsiteX225" fmla="*/ 1599485 w 7777150"/>
              <a:gd name="connsiteY225" fmla="*/ 7027863 h 7718664"/>
              <a:gd name="connsiteX226" fmla="*/ 1474426 w 7777150"/>
              <a:gd name="connsiteY226" fmla="*/ 6923646 h 7718664"/>
              <a:gd name="connsiteX227" fmla="*/ 1358298 w 7777150"/>
              <a:gd name="connsiteY227" fmla="*/ 6819431 h 7718664"/>
              <a:gd name="connsiteX228" fmla="*/ 1251105 w 7777150"/>
              <a:gd name="connsiteY228" fmla="*/ 6715214 h 7718664"/>
              <a:gd name="connsiteX229" fmla="*/ 1200487 w 7777150"/>
              <a:gd name="connsiteY229" fmla="*/ 6664597 h 7718664"/>
              <a:gd name="connsiteX230" fmla="*/ 1152846 w 7777150"/>
              <a:gd name="connsiteY230" fmla="*/ 6611000 h 7718664"/>
              <a:gd name="connsiteX231" fmla="*/ 1170712 w 7777150"/>
              <a:gd name="connsiteY231" fmla="*/ 6587180 h 7718664"/>
              <a:gd name="connsiteX232" fmla="*/ 1230264 w 7777150"/>
              <a:gd name="connsiteY232" fmla="*/ 6640776 h 7718664"/>
              <a:gd name="connsiteX233" fmla="*/ 1295770 w 7777150"/>
              <a:gd name="connsiteY233" fmla="*/ 6691393 h 7718664"/>
              <a:gd name="connsiteX234" fmla="*/ 1376164 w 7777150"/>
              <a:gd name="connsiteY234" fmla="*/ 6777746 h 7718664"/>
              <a:gd name="connsiteX235" fmla="*/ 1382998 w 7777150"/>
              <a:gd name="connsiteY235" fmla="*/ 6783606 h 7718664"/>
              <a:gd name="connsiteX236" fmla="*/ 1295770 w 7777150"/>
              <a:gd name="connsiteY236" fmla="*/ 6691393 h 7718664"/>
              <a:gd name="connsiteX237" fmla="*/ 1233240 w 7777150"/>
              <a:gd name="connsiteY237" fmla="*/ 6640776 h 7718664"/>
              <a:gd name="connsiteX238" fmla="*/ 1173688 w 7777150"/>
              <a:gd name="connsiteY238" fmla="*/ 6587179 h 7718664"/>
              <a:gd name="connsiteX239" fmla="*/ 1108180 w 7777150"/>
              <a:gd name="connsiteY239" fmla="*/ 6506783 h 7718664"/>
              <a:gd name="connsiteX240" fmla="*/ 1045653 w 7777150"/>
              <a:gd name="connsiteY240" fmla="*/ 6423410 h 7718664"/>
              <a:gd name="connsiteX241" fmla="*/ 419367 w 7777150"/>
              <a:gd name="connsiteY241" fmla="*/ 2532692 h 7718664"/>
              <a:gd name="connsiteX242" fmla="*/ 420849 w 7777150"/>
              <a:gd name="connsiteY242" fmla="*/ 2533433 h 7718664"/>
              <a:gd name="connsiteX243" fmla="*/ 420989 w 7777150"/>
              <a:gd name="connsiteY243" fmla="*/ 2533017 h 7718664"/>
              <a:gd name="connsiteX244" fmla="*/ 599014 w 7777150"/>
              <a:gd name="connsiteY244" fmla="*/ 2105903 h 7718664"/>
              <a:gd name="connsiteX245" fmla="*/ 533506 w 7777150"/>
              <a:gd name="connsiteY245" fmla="*/ 2227983 h 7718664"/>
              <a:gd name="connsiteX246" fmla="*/ 509686 w 7777150"/>
              <a:gd name="connsiteY246" fmla="*/ 2251804 h 7718664"/>
              <a:gd name="connsiteX247" fmla="*/ 506708 w 7777150"/>
              <a:gd name="connsiteY247" fmla="*/ 2254409 h 7718664"/>
              <a:gd name="connsiteX248" fmla="*/ 506574 w 7777150"/>
              <a:gd name="connsiteY248" fmla="*/ 2254516 h 7718664"/>
              <a:gd name="connsiteX249" fmla="*/ 479910 w 7777150"/>
              <a:gd name="connsiteY249" fmla="*/ 2272649 h 7718664"/>
              <a:gd name="connsiteX250" fmla="*/ 479782 w 7777150"/>
              <a:gd name="connsiteY250" fmla="*/ 2275500 h 7718664"/>
              <a:gd name="connsiteX251" fmla="*/ 474599 w 7777150"/>
              <a:gd name="connsiteY251" fmla="*/ 2389489 h 7718664"/>
              <a:gd name="connsiteX252" fmla="*/ 474749 w 7777150"/>
              <a:gd name="connsiteY252" fmla="*/ 2389217 h 7718664"/>
              <a:gd name="connsiteX253" fmla="*/ 479910 w 7777150"/>
              <a:gd name="connsiteY253" fmla="*/ 2275624 h 7718664"/>
              <a:gd name="connsiteX254" fmla="*/ 506574 w 7777150"/>
              <a:gd name="connsiteY254" fmla="*/ 2254516 h 7718664"/>
              <a:gd name="connsiteX255" fmla="*/ 507824 w 7777150"/>
              <a:gd name="connsiteY255" fmla="*/ 2253665 h 7718664"/>
              <a:gd name="connsiteX256" fmla="*/ 509686 w 7777150"/>
              <a:gd name="connsiteY256" fmla="*/ 2251804 h 7718664"/>
              <a:gd name="connsiteX257" fmla="*/ 533507 w 7777150"/>
              <a:gd name="connsiteY257" fmla="*/ 2230959 h 7718664"/>
              <a:gd name="connsiteX258" fmla="*/ 599014 w 7777150"/>
              <a:gd name="connsiteY258" fmla="*/ 2108879 h 7718664"/>
              <a:gd name="connsiteX259" fmla="*/ 601246 w 7777150"/>
              <a:gd name="connsiteY259" fmla="*/ 2110368 h 7718664"/>
              <a:gd name="connsiteX260" fmla="*/ 602362 w 7777150"/>
              <a:gd name="connsiteY260" fmla="*/ 2108135 h 7718664"/>
              <a:gd name="connsiteX261" fmla="*/ 634742 w 7777150"/>
              <a:gd name="connsiteY261" fmla="*/ 1846851 h 7718664"/>
              <a:gd name="connsiteX262" fmla="*/ 593055 w 7777150"/>
              <a:gd name="connsiteY262" fmla="*/ 1876627 h 7718664"/>
              <a:gd name="connsiteX263" fmla="*/ 530528 w 7777150"/>
              <a:gd name="connsiteY263" fmla="*/ 2007641 h 7718664"/>
              <a:gd name="connsiteX264" fmla="*/ 544832 w 7777150"/>
              <a:gd name="connsiteY264" fmla="*/ 2019086 h 7718664"/>
              <a:gd name="connsiteX265" fmla="*/ 545298 w 7777150"/>
              <a:gd name="connsiteY265" fmla="*/ 2017076 h 7718664"/>
              <a:gd name="connsiteX266" fmla="*/ 533507 w 7777150"/>
              <a:gd name="connsiteY266" fmla="*/ 2007641 h 7718664"/>
              <a:gd name="connsiteX267" fmla="*/ 596034 w 7777150"/>
              <a:gd name="connsiteY267" fmla="*/ 1876627 h 7718664"/>
              <a:gd name="connsiteX268" fmla="*/ 632947 w 7777150"/>
              <a:gd name="connsiteY268" fmla="*/ 1850262 h 7718664"/>
              <a:gd name="connsiteX269" fmla="*/ 864018 w 7777150"/>
              <a:gd name="connsiteY269" fmla="*/ 1677130 h 7718664"/>
              <a:gd name="connsiteX270" fmla="*/ 860257 w 7777150"/>
              <a:gd name="connsiteY270" fmla="*/ 1680141 h 7718664"/>
              <a:gd name="connsiteX271" fmla="*/ 844293 w 7777150"/>
              <a:gd name="connsiteY271" fmla="*/ 1741521 h 7718664"/>
              <a:gd name="connsiteX272" fmla="*/ 834242 w 7777150"/>
              <a:gd name="connsiteY272" fmla="*/ 1772413 h 7718664"/>
              <a:gd name="connsiteX273" fmla="*/ 560303 w 7777150"/>
              <a:gd name="connsiteY273" fmla="*/ 2272649 h 7718664"/>
              <a:gd name="connsiteX274" fmla="*/ 521593 w 7777150"/>
              <a:gd name="connsiteY274" fmla="*/ 2394728 h 7718664"/>
              <a:gd name="connsiteX275" fmla="*/ 485862 w 7777150"/>
              <a:gd name="connsiteY275" fmla="*/ 2519787 h 7718664"/>
              <a:gd name="connsiteX276" fmla="*/ 408444 w 7777150"/>
              <a:gd name="connsiteY276" fmla="*/ 2781816 h 7718664"/>
              <a:gd name="connsiteX277" fmla="*/ 357827 w 7777150"/>
              <a:gd name="connsiteY277" fmla="*/ 2960471 h 7718664"/>
              <a:gd name="connsiteX278" fmla="*/ 334006 w 7777150"/>
              <a:gd name="connsiteY278" fmla="*/ 3094464 h 7718664"/>
              <a:gd name="connsiteX279" fmla="*/ 322096 w 7777150"/>
              <a:gd name="connsiteY279" fmla="*/ 3162947 h 7718664"/>
              <a:gd name="connsiteX280" fmla="*/ 313161 w 7777150"/>
              <a:gd name="connsiteY280" fmla="*/ 3231434 h 7718664"/>
              <a:gd name="connsiteX281" fmla="*/ 286365 w 7777150"/>
              <a:gd name="connsiteY281" fmla="*/ 3416044 h 7718664"/>
              <a:gd name="connsiteX282" fmla="*/ 277431 w 7777150"/>
              <a:gd name="connsiteY282" fmla="*/ 3529193 h 7718664"/>
              <a:gd name="connsiteX283" fmla="*/ 292320 w 7777150"/>
              <a:gd name="connsiteY283" fmla="*/ 3648297 h 7718664"/>
              <a:gd name="connsiteX284" fmla="*/ 299297 w 7777150"/>
              <a:gd name="connsiteY284" fmla="*/ 3583399 h 7718664"/>
              <a:gd name="connsiteX285" fmla="*/ 298275 w 7777150"/>
              <a:gd name="connsiteY285" fmla="*/ 3561945 h 7718664"/>
              <a:gd name="connsiteX286" fmla="*/ 310185 w 7777150"/>
              <a:gd name="connsiteY286" fmla="*/ 3436886 h 7718664"/>
              <a:gd name="connsiteX287" fmla="*/ 336982 w 7777150"/>
              <a:gd name="connsiteY287" fmla="*/ 3252275 h 7718664"/>
              <a:gd name="connsiteX288" fmla="*/ 358237 w 7777150"/>
              <a:gd name="connsiteY288" fmla="*/ 3226770 h 7718664"/>
              <a:gd name="connsiteX289" fmla="*/ 389100 w 7777150"/>
              <a:gd name="connsiteY289" fmla="*/ 3020223 h 7718664"/>
              <a:gd name="connsiteX290" fmla="*/ 387603 w 7777150"/>
              <a:gd name="connsiteY290" fmla="*/ 2984292 h 7718664"/>
              <a:gd name="connsiteX291" fmla="*/ 417019 w 7777150"/>
              <a:gd name="connsiteY291" fmla="*/ 2899960 h 7718664"/>
              <a:gd name="connsiteX292" fmla="*/ 434522 w 7777150"/>
              <a:gd name="connsiteY292" fmla="*/ 2829157 h 7718664"/>
              <a:gd name="connsiteX293" fmla="*/ 429289 w 7777150"/>
              <a:gd name="connsiteY293" fmla="*/ 2841367 h 7718664"/>
              <a:gd name="connsiteX294" fmla="*/ 411424 w 7777150"/>
              <a:gd name="connsiteY294" fmla="*/ 2835412 h 7718664"/>
              <a:gd name="connsiteX295" fmla="*/ 366758 w 7777150"/>
              <a:gd name="connsiteY295" fmla="*/ 2963450 h 7718664"/>
              <a:gd name="connsiteX296" fmla="*/ 369737 w 7777150"/>
              <a:gd name="connsiteY296" fmla="*/ 3034913 h 7718664"/>
              <a:gd name="connsiteX297" fmla="*/ 348893 w 7777150"/>
              <a:gd name="connsiteY297" fmla="*/ 3171882 h 7718664"/>
              <a:gd name="connsiteX298" fmla="*/ 345917 w 7777150"/>
              <a:gd name="connsiteY298" fmla="*/ 3195703 h 7718664"/>
              <a:gd name="connsiteX299" fmla="*/ 316141 w 7777150"/>
              <a:gd name="connsiteY299" fmla="*/ 3231434 h 7718664"/>
              <a:gd name="connsiteX300" fmla="*/ 325072 w 7777150"/>
              <a:gd name="connsiteY300" fmla="*/ 3162947 h 7718664"/>
              <a:gd name="connsiteX301" fmla="*/ 336982 w 7777150"/>
              <a:gd name="connsiteY301" fmla="*/ 3094464 h 7718664"/>
              <a:gd name="connsiteX302" fmla="*/ 360803 w 7777150"/>
              <a:gd name="connsiteY302" fmla="*/ 2960471 h 7718664"/>
              <a:gd name="connsiteX303" fmla="*/ 411424 w 7777150"/>
              <a:gd name="connsiteY303" fmla="*/ 2781816 h 7718664"/>
              <a:gd name="connsiteX304" fmla="*/ 488841 w 7777150"/>
              <a:gd name="connsiteY304" fmla="*/ 2519787 h 7718664"/>
              <a:gd name="connsiteX305" fmla="*/ 524572 w 7777150"/>
              <a:gd name="connsiteY305" fmla="*/ 2394728 h 7718664"/>
              <a:gd name="connsiteX306" fmla="*/ 563280 w 7777150"/>
              <a:gd name="connsiteY306" fmla="*/ 2272649 h 7718664"/>
              <a:gd name="connsiteX307" fmla="*/ 837218 w 7777150"/>
              <a:gd name="connsiteY307" fmla="*/ 1772413 h 7718664"/>
              <a:gd name="connsiteX308" fmla="*/ 864018 w 7777150"/>
              <a:gd name="connsiteY308" fmla="*/ 1677130 h 7718664"/>
              <a:gd name="connsiteX309" fmla="*/ 5842554 w 7777150"/>
              <a:gd name="connsiteY309" fmla="*/ 212154 h 7718664"/>
              <a:gd name="connsiteX310" fmla="*/ 5994410 w 7777150"/>
              <a:gd name="connsiteY310" fmla="*/ 280637 h 7718664"/>
              <a:gd name="connsiteX311" fmla="*/ 6059917 w 7777150"/>
              <a:gd name="connsiteY311" fmla="*/ 334234 h 7718664"/>
              <a:gd name="connsiteX312" fmla="*/ 5914016 w 7777150"/>
              <a:gd name="connsiteY312" fmla="*/ 262772 h 7718664"/>
              <a:gd name="connsiteX313" fmla="*/ 5842554 w 7777150"/>
              <a:gd name="connsiteY313" fmla="*/ 212154 h 7718664"/>
              <a:gd name="connsiteX314" fmla="*/ 917614 w 7777150"/>
              <a:gd name="connsiteY314" fmla="*/ 1379371 h 7718664"/>
              <a:gd name="connsiteX315" fmla="*/ 932501 w 7777150"/>
              <a:gd name="connsiteY315" fmla="*/ 1391281 h 7718664"/>
              <a:gd name="connsiteX316" fmla="*/ 932501 w 7777150"/>
              <a:gd name="connsiteY316" fmla="*/ 1391278 h 7718664"/>
              <a:gd name="connsiteX317" fmla="*/ 917618 w 7777150"/>
              <a:gd name="connsiteY317" fmla="*/ 1379371 h 7718664"/>
              <a:gd name="connsiteX318" fmla="*/ 5364411 w 7777150"/>
              <a:gd name="connsiteY318" fmla="*/ 6459 h 7718664"/>
              <a:gd name="connsiteX319" fmla="*/ 5388519 w 7777150"/>
              <a:gd name="connsiteY319" fmla="*/ 0 h 7718664"/>
              <a:gd name="connsiteX320" fmla="*/ 5400009 w 7777150"/>
              <a:gd name="connsiteY320" fmla="*/ 1487 h 7718664"/>
              <a:gd name="connsiteX321" fmla="*/ 5467377 w 7777150"/>
              <a:gd name="connsiteY321" fmla="*/ 21585 h 7718664"/>
              <a:gd name="connsiteX322" fmla="*/ 5634122 w 7777150"/>
              <a:gd name="connsiteY322" fmla="*/ 104958 h 7718664"/>
              <a:gd name="connsiteX323" fmla="*/ 5377863 w 7777150"/>
              <a:gd name="connsiteY323" fmla="*/ 16189 h 7718664"/>
              <a:gd name="connsiteX324" fmla="*/ 939465 w 7777150"/>
              <a:gd name="connsiteY324" fmla="*/ 1192120 h 7718664"/>
              <a:gd name="connsiteX325" fmla="*/ 989575 w 7777150"/>
              <a:gd name="connsiteY325" fmla="*/ 1178693 h 7718664"/>
              <a:gd name="connsiteX326" fmla="*/ 991590 w 7777150"/>
              <a:gd name="connsiteY326" fmla="*/ 1182987 h 7718664"/>
              <a:gd name="connsiteX327" fmla="*/ 984857 w 7777150"/>
              <a:gd name="connsiteY327" fmla="*/ 1201819 h 7718664"/>
              <a:gd name="connsiteX328" fmla="*/ 1013565 w 7777150"/>
              <a:gd name="connsiteY328" fmla="*/ 1172265 h 7718664"/>
              <a:gd name="connsiteX329" fmla="*/ 1103330 w 7777150"/>
              <a:gd name="connsiteY329" fmla="*/ 1148213 h 7718664"/>
              <a:gd name="connsiteX330" fmla="*/ 1033742 w 7777150"/>
              <a:gd name="connsiteY330" fmla="*/ 1224536 h 7718664"/>
              <a:gd name="connsiteX331" fmla="*/ 1048629 w 7777150"/>
              <a:gd name="connsiteY331" fmla="*/ 1242398 h 7718664"/>
              <a:gd name="connsiteX332" fmla="*/ 1048913 w 7777150"/>
              <a:gd name="connsiteY332" fmla="*/ 1242148 h 7718664"/>
              <a:gd name="connsiteX333" fmla="*/ 1036718 w 7777150"/>
              <a:gd name="connsiteY333" fmla="*/ 1227512 h 7718664"/>
              <a:gd name="connsiteX334" fmla="*/ 1083988 w 7777150"/>
              <a:gd name="connsiteY334" fmla="*/ 1176894 h 7718664"/>
              <a:gd name="connsiteX335" fmla="*/ 1111437 w 7777150"/>
              <a:gd name="connsiteY335" fmla="*/ 1146040 h 7718664"/>
              <a:gd name="connsiteX336" fmla="*/ 1250892 w 7777150"/>
              <a:gd name="connsiteY336" fmla="*/ 1108673 h 7718664"/>
              <a:gd name="connsiteX337" fmla="*/ 1135723 w 7777150"/>
              <a:gd name="connsiteY337" fmla="*/ 1237561 h 7718664"/>
              <a:gd name="connsiteX338" fmla="*/ 893794 w 7777150"/>
              <a:gd name="connsiteY338" fmla="*/ 1552068 h 7718664"/>
              <a:gd name="connsiteX339" fmla="*/ 789577 w 7777150"/>
              <a:gd name="connsiteY339" fmla="*/ 1694992 h 7718664"/>
              <a:gd name="connsiteX340" fmla="*/ 741935 w 7777150"/>
              <a:gd name="connsiteY340" fmla="*/ 1781344 h 7718664"/>
              <a:gd name="connsiteX341" fmla="*/ 694294 w 7777150"/>
              <a:gd name="connsiteY341" fmla="*/ 1861738 h 7718664"/>
              <a:gd name="connsiteX342" fmla="*/ 604966 w 7777150"/>
              <a:gd name="connsiteY342" fmla="*/ 2028483 h 7718664"/>
              <a:gd name="connsiteX343" fmla="*/ 507798 w 7777150"/>
              <a:gd name="connsiteY343" fmla="*/ 2181601 h 7718664"/>
              <a:gd name="connsiteX344" fmla="*/ 506706 w 7777150"/>
              <a:gd name="connsiteY344" fmla="*/ 2186297 h 7718664"/>
              <a:gd name="connsiteX345" fmla="*/ 473952 w 7777150"/>
              <a:gd name="connsiteY345" fmla="*/ 2275625 h 7718664"/>
              <a:gd name="connsiteX346" fmla="*/ 450131 w 7777150"/>
              <a:gd name="connsiteY346" fmla="*/ 2317311 h 7718664"/>
              <a:gd name="connsiteX347" fmla="*/ 444176 w 7777150"/>
              <a:gd name="connsiteY347" fmla="*/ 2323266 h 7718664"/>
              <a:gd name="connsiteX348" fmla="*/ 417751 w 7777150"/>
              <a:gd name="connsiteY348" fmla="*/ 2411106 h 7718664"/>
              <a:gd name="connsiteX349" fmla="*/ 411424 w 7777150"/>
              <a:gd name="connsiteY349" fmla="*/ 2463215 h 7718664"/>
              <a:gd name="connsiteX350" fmla="*/ 405469 w 7777150"/>
              <a:gd name="connsiteY350" fmla="*/ 2537653 h 7718664"/>
              <a:gd name="connsiteX351" fmla="*/ 363782 w 7777150"/>
              <a:gd name="connsiteY351" fmla="*/ 2659736 h 7718664"/>
              <a:gd name="connsiteX352" fmla="*/ 325072 w 7777150"/>
              <a:gd name="connsiteY352" fmla="*/ 2781816 h 7718664"/>
              <a:gd name="connsiteX353" fmla="*/ 283386 w 7777150"/>
              <a:gd name="connsiteY353" fmla="*/ 2960471 h 7718664"/>
              <a:gd name="connsiteX354" fmla="*/ 259565 w 7777150"/>
              <a:gd name="connsiteY354" fmla="*/ 3124240 h 7718664"/>
              <a:gd name="connsiteX355" fmla="*/ 244678 w 7777150"/>
              <a:gd name="connsiteY355" fmla="*/ 3288006 h 7718664"/>
              <a:gd name="connsiteX356" fmla="*/ 265520 w 7777150"/>
              <a:gd name="connsiteY356" fmla="*/ 3174858 h 7718664"/>
              <a:gd name="connsiteX357" fmla="*/ 267452 w 7777150"/>
              <a:gd name="connsiteY357" fmla="*/ 3165520 h 7718664"/>
              <a:gd name="connsiteX358" fmla="*/ 271475 w 7777150"/>
              <a:gd name="connsiteY358" fmla="*/ 3121261 h 7718664"/>
              <a:gd name="connsiteX359" fmla="*/ 295296 w 7777150"/>
              <a:gd name="connsiteY359" fmla="*/ 2957495 h 7718664"/>
              <a:gd name="connsiteX360" fmla="*/ 302755 w 7777150"/>
              <a:gd name="connsiteY360" fmla="*/ 2959983 h 7718664"/>
              <a:gd name="connsiteX361" fmla="*/ 303402 w 7777150"/>
              <a:gd name="connsiteY361" fmla="*/ 2957217 h 7718664"/>
              <a:gd name="connsiteX362" fmla="*/ 295299 w 7777150"/>
              <a:gd name="connsiteY362" fmla="*/ 2954516 h 7718664"/>
              <a:gd name="connsiteX363" fmla="*/ 336986 w 7777150"/>
              <a:gd name="connsiteY363" fmla="*/ 2775860 h 7718664"/>
              <a:gd name="connsiteX364" fmla="*/ 375693 w 7777150"/>
              <a:gd name="connsiteY364" fmla="*/ 2653777 h 7718664"/>
              <a:gd name="connsiteX365" fmla="*/ 417188 w 7777150"/>
              <a:gd name="connsiteY365" fmla="*/ 2532257 h 7718664"/>
              <a:gd name="connsiteX366" fmla="*/ 414403 w 7777150"/>
              <a:gd name="connsiteY366" fmla="*/ 2531698 h 7718664"/>
              <a:gd name="connsiteX367" fmla="*/ 420358 w 7777150"/>
              <a:gd name="connsiteY367" fmla="*/ 2457259 h 7718664"/>
              <a:gd name="connsiteX368" fmla="*/ 453110 w 7777150"/>
              <a:gd name="connsiteY368" fmla="*/ 2317311 h 7718664"/>
              <a:gd name="connsiteX369" fmla="*/ 476931 w 7777150"/>
              <a:gd name="connsiteY369" fmla="*/ 2275625 h 7718664"/>
              <a:gd name="connsiteX370" fmla="*/ 477731 w 7777150"/>
              <a:gd name="connsiteY370" fmla="*/ 2273449 h 7718664"/>
              <a:gd name="connsiteX371" fmla="*/ 509686 w 7777150"/>
              <a:gd name="connsiteY371" fmla="*/ 2186297 h 7718664"/>
              <a:gd name="connsiteX372" fmla="*/ 607945 w 7777150"/>
              <a:gd name="connsiteY372" fmla="*/ 2031462 h 7718664"/>
              <a:gd name="connsiteX373" fmla="*/ 697273 w 7777150"/>
              <a:gd name="connsiteY373" fmla="*/ 1864717 h 7718664"/>
              <a:gd name="connsiteX374" fmla="*/ 744914 w 7777150"/>
              <a:gd name="connsiteY374" fmla="*/ 1784323 h 7718664"/>
              <a:gd name="connsiteX375" fmla="*/ 792556 w 7777150"/>
              <a:gd name="connsiteY375" fmla="*/ 1697972 h 7718664"/>
              <a:gd name="connsiteX376" fmla="*/ 896773 w 7777150"/>
              <a:gd name="connsiteY376" fmla="*/ 1555047 h 7718664"/>
              <a:gd name="connsiteX377" fmla="*/ 1138702 w 7777150"/>
              <a:gd name="connsiteY377" fmla="*/ 1239423 h 7718664"/>
              <a:gd name="connsiteX378" fmla="*/ 1257734 w 7777150"/>
              <a:gd name="connsiteY378" fmla="*/ 1106840 h 7718664"/>
              <a:gd name="connsiteX379" fmla="*/ 1346684 w 7777150"/>
              <a:gd name="connsiteY379" fmla="*/ 1083006 h 7718664"/>
              <a:gd name="connsiteX380" fmla="*/ 1309169 w 7777150"/>
              <a:gd name="connsiteY380" fmla="*/ 1125903 h 7718664"/>
              <a:gd name="connsiteX381" fmla="*/ 1218353 w 7777150"/>
              <a:gd name="connsiteY381" fmla="*/ 1236446 h 7718664"/>
              <a:gd name="connsiteX382" fmla="*/ 1167733 w 7777150"/>
              <a:gd name="connsiteY382" fmla="*/ 1295998 h 7718664"/>
              <a:gd name="connsiteX383" fmla="*/ 1117115 w 7777150"/>
              <a:gd name="connsiteY383" fmla="*/ 1358526 h 7718664"/>
              <a:gd name="connsiteX384" fmla="*/ 893284 w 7777150"/>
              <a:gd name="connsiteY384" fmla="*/ 1605921 h 7718664"/>
              <a:gd name="connsiteX385" fmla="*/ 1120091 w 7777150"/>
              <a:gd name="connsiteY385" fmla="*/ 1355550 h 7718664"/>
              <a:gd name="connsiteX386" fmla="*/ 1170708 w 7777150"/>
              <a:gd name="connsiteY386" fmla="*/ 1293019 h 7718664"/>
              <a:gd name="connsiteX387" fmla="*/ 1221329 w 7777150"/>
              <a:gd name="connsiteY387" fmla="*/ 1233467 h 7718664"/>
              <a:gd name="connsiteX388" fmla="*/ 1312145 w 7777150"/>
              <a:gd name="connsiteY388" fmla="*/ 1124040 h 7718664"/>
              <a:gd name="connsiteX389" fmla="*/ 1347941 w 7777150"/>
              <a:gd name="connsiteY389" fmla="*/ 1082669 h 7718664"/>
              <a:gd name="connsiteX390" fmla="*/ 5198604 w 7777150"/>
              <a:gd name="connsiteY390" fmla="*/ 50887 h 7718664"/>
              <a:gd name="connsiteX391" fmla="*/ 5220239 w 7777150"/>
              <a:gd name="connsiteY391" fmla="*/ 57319 h 7718664"/>
              <a:gd name="connsiteX392" fmla="*/ 5273835 w 7777150"/>
              <a:gd name="connsiteY392" fmla="*/ 72206 h 7718664"/>
              <a:gd name="connsiteX393" fmla="*/ 5327432 w 7777150"/>
              <a:gd name="connsiteY393" fmla="*/ 90071 h 7718664"/>
              <a:gd name="connsiteX394" fmla="*/ 5328122 w 7777150"/>
              <a:gd name="connsiteY394" fmla="*/ 90703 h 7718664"/>
              <a:gd name="connsiteX395" fmla="*/ 5366558 w 7777150"/>
              <a:gd name="connsiteY395" fmla="*/ 97330 h 7718664"/>
              <a:gd name="connsiteX396" fmla="*/ 5459700 w 7777150"/>
              <a:gd name="connsiteY396" fmla="*/ 131942 h 7718664"/>
              <a:gd name="connsiteX397" fmla="*/ 5472710 w 7777150"/>
              <a:gd name="connsiteY397" fmla="*/ 151655 h 7718664"/>
              <a:gd name="connsiteX398" fmla="*/ 5476311 w 7777150"/>
              <a:gd name="connsiteY398" fmla="*/ 152602 h 7718664"/>
              <a:gd name="connsiteX399" fmla="*/ 5559684 w 7777150"/>
              <a:gd name="connsiteY399" fmla="*/ 185354 h 7718664"/>
              <a:gd name="connsiteX400" fmla="*/ 5631147 w 7777150"/>
              <a:gd name="connsiteY400" fmla="*/ 215130 h 7718664"/>
              <a:gd name="connsiteX401" fmla="*/ 5702608 w 7777150"/>
              <a:gd name="connsiteY401" fmla="*/ 247885 h 7718664"/>
              <a:gd name="connsiteX402" fmla="*/ 5756205 w 7777150"/>
              <a:gd name="connsiteY402" fmla="*/ 277661 h 7718664"/>
              <a:gd name="connsiteX403" fmla="*/ 5791937 w 7777150"/>
              <a:gd name="connsiteY403" fmla="*/ 295527 h 7718664"/>
              <a:gd name="connsiteX404" fmla="*/ 5830644 w 7777150"/>
              <a:gd name="connsiteY404" fmla="*/ 316368 h 7718664"/>
              <a:gd name="connsiteX405" fmla="*/ 5961658 w 7777150"/>
              <a:gd name="connsiteY405" fmla="*/ 390810 h 7718664"/>
              <a:gd name="connsiteX406" fmla="*/ 6128403 w 7777150"/>
              <a:gd name="connsiteY406" fmla="*/ 498003 h 7718664"/>
              <a:gd name="connsiteX407" fmla="*/ 6214755 w 7777150"/>
              <a:gd name="connsiteY407" fmla="*/ 557555 h 7718664"/>
              <a:gd name="connsiteX408" fmla="*/ 6217256 w 7777150"/>
              <a:gd name="connsiteY408" fmla="*/ 559340 h 7718664"/>
              <a:gd name="connsiteX409" fmla="*/ 6261383 w 7777150"/>
              <a:gd name="connsiteY409" fmla="*/ 586149 h 7718664"/>
              <a:gd name="connsiteX410" fmla="*/ 6417221 w 7777150"/>
              <a:gd name="connsiteY410" fmla="*/ 698379 h 7718664"/>
              <a:gd name="connsiteX411" fmla="*/ 7635473 w 7777150"/>
              <a:gd name="connsiteY411" fmla="*/ 5244954 h 7718664"/>
              <a:gd name="connsiteX412" fmla="*/ 7555824 w 7777150"/>
              <a:gd name="connsiteY412" fmla="*/ 5419713 h 7718664"/>
              <a:gd name="connsiteX413" fmla="*/ 7459513 w 7777150"/>
              <a:gd name="connsiteY413" fmla="*/ 5603611 h 7718664"/>
              <a:gd name="connsiteX414" fmla="*/ 7432760 w 7777150"/>
              <a:gd name="connsiteY414" fmla="*/ 5645910 h 7718664"/>
              <a:gd name="connsiteX415" fmla="*/ 7432588 w 7777150"/>
              <a:gd name="connsiteY415" fmla="*/ 5646260 h 7718664"/>
              <a:gd name="connsiteX416" fmla="*/ 7370057 w 7777150"/>
              <a:gd name="connsiteY416" fmla="*/ 5753453 h 7718664"/>
              <a:gd name="connsiteX417" fmla="*/ 7307530 w 7777150"/>
              <a:gd name="connsiteY417" fmla="*/ 5869581 h 7718664"/>
              <a:gd name="connsiteX418" fmla="*/ 7236067 w 7777150"/>
              <a:gd name="connsiteY418" fmla="*/ 5958909 h 7718664"/>
              <a:gd name="connsiteX419" fmla="*/ 7176515 w 7777150"/>
              <a:gd name="connsiteY419" fmla="*/ 6060147 h 7718664"/>
              <a:gd name="connsiteX420" fmla="*/ 6825159 w 7777150"/>
              <a:gd name="connsiteY420" fmla="*/ 6456166 h 7718664"/>
              <a:gd name="connsiteX421" fmla="*/ 6709032 w 7777150"/>
              <a:gd name="connsiteY421" fmla="*/ 6554427 h 7718664"/>
              <a:gd name="connsiteX422" fmla="*/ 6697890 w 7777150"/>
              <a:gd name="connsiteY422" fmla="*/ 6562899 h 7718664"/>
              <a:gd name="connsiteX423" fmla="*/ 6693086 w 7777150"/>
              <a:gd name="connsiteY423" fmla="*/ 6567763 h 7718664"/>
              <a:gd name="connsiteX424" fmla="*/ 6644525 w 7777150"/>
              <a:gd name="connsiteY424" fmla="*/ 6607349 h 7718664"/>
              <a:gd name="connsiteX425" fmla="*/ 6604818 w 7777150"/>
              <a:gd name="connsiteY425" fmla="*/ 6652687 h 7718664"/>
              <a:gd name="connsiteX426" fmla="*/ 6458914 w 7777150"/>
              <a:gd name="connsiteY426" fmla="*/ 6762859 h 7718664"/>
              <a:gd name="connsiteX427" fmla="*/ 6436053 w 7777150"/>
              <a:gd name="connsiteY427" fmla="*/ 6777302 h 7718664"/>
              <a:gd name="connsiteX428" fmla="*/ 6373957 w 7777150"/>
              <a:gd name="connsiteY428" fmla="*/ 6827922 h 7718664"/>
              <a:gd name="connsiteX429" fmla="*/ 6364991 w 7777150"/>
              <a:gd name="connsiteY429" fmla="*/ 6833746 h 7718664"/>
              <a:gd name="connsiteX430" fmla="*/ 6358255 w 7777150"/>
              <a:gd name="connsiteY430" fmla="*/ 6840083 h 7718664"/>
              <a:gd name="connsiteX431" fmla="*/ 3387117 w 7777150"/>
              <a:gd name="connsiteY431" fmla="*/ 7636198 h 7718664"/>
              <a:gd name="connsiteX432" fmla="*/ 3347331 w 7777150"/>
              <a:gd name="connsiteY432" fmla="*/ 7629337 h 7718664"/>
              <a:gd name="connsiteX433" fmla="*/ 3266937 w 7777150"/>
              <a:gd name="connsiteY433" fmla="*/ 7614450 h 7718664"/>
              <a:gd name="connsiteX434" fmla="*/ 2942378 w 7777150"/>
              <a:gd name="connsiteY434" fmla="*/ 7531078 h 7718664"/>
              <a:gd name="connsiteX435" fmla="*/ 2778612 w 7777150"/>
              <a:gd name="connsiteY435" fmla="*/ 7483437 h 7718664"/>
              <a:gd name="connsiteX436" fmla="*/ 2730970 w 7777150"/>
              <a:gd name="connsiteY436" fmla="*/ 7441750 h 7718664"/>
              <a:gd name="connsiteX437" fmla="*/ 2620798 w 7777150"/>
              <a:gd name="connsiteY437" fmla="*/ 7420906 h 7718664"/>
              <a:gd name="connsiteX438" fmla="*/ 2457032 w 7777150"/>
              <a:gd name="connsiteY438" fmla="*/ 7337533 h 7718664"/>
              <a:gd name="connsiteX439" fmla="*/ 2409390 w 7777150"/>
              <a:gd name="connsiteY439" fmla="*/ 7340512 h 7718664"/>
              <a:gd name="connsiteX440" fmla="*/ 2239666 w 7777150"/>
              <a:gd name="connsiteY440" fmla="*/ 7254160 h 7718664"/>
              <a:gd name="connsiteX441" fmla="*/ 2209890 w 7777150"/>
              <a:gd name="connsiteY441" fmla="*/ 7200563 h 7718664"/>
              <a:gd name="connsiteX442" fmla="*/ 2215845 w 7777150"/>
              <a:gd name="connsiteY442" fmla="*/ 7197588 h 7718664"/>
              <a:gd name="connsiteX443" fmla="*/ 2320063 w 7777150"/>
              <a:gd name="connsiteY443" fmla="*/ 7254160 h 7718664"/>
              <a:gd name="connsiteX444" fmla="*/ 2424277 w 7777150"/>
              <a:gd name="connsiteY444" fmla="*/ 7310736 h 7718664"/>
              <a:gd name="connsiteX445" fmla="*/ 2454053 w 7777150"/>
              <a:gd name="connsiteY445" fmla="*/ 7292870 h 7718664"/>
              <a:gd name="connsiteX446" fmla="*/ 2331973 w 7777150"/>
              <a:gd name="connsiteY446" fmla="*/ 7212474 h 7718664"/>
              <a:gd name="connsiteX447" fmla="*/ 2230735 w 7777150"/>
              <a:gd name="connsiteY447" fmla="*/ 7167811 h 7718664"/>
              <a:gd name="connsiteX448" fmla="*/ 2090786 w 7777150"/>
              <a:gd name="connsiteY448" fmla="*/ 7087415 h 7718664"/>
              <a:gd name="connsiteX449" fmla="*/ 1971682 w 7777150"/>
              <a:gd name="connsiteY449" fmla="*/ 7009998 h 7718664"/>
              <a:gd name="connsiteX450" fmla="*/ 1784096 w 7777150"/>
              <a:gd name="connsiteY450" fmla="*/ 6929604 h 7718664"/>
              <a:gd name="connsiteX451" fmla="*/ 1712634 w 7777150"/>
              <a:gd name="connsiteY451" fmla="*/ 6870053 h 7718664"/>
              <a:gd name="connsiteX452" fmla="*/ 1727520 w 7777150"/>
              <a:gd name="connsiteY452" fmla="*/ 6864097 h 7718664"/>
              <a:gd name="connsiteX453" fmla="*/ 1798982 w 7777150"/>
              <a:gd name="connsiteY453" fmla="*/ 6884939 h 7718664"/>
              <a:gd name="connsiteX454" fmla="*/ 1650103 w 7777150"/>
              <a:gd name="connsiteY454" fmla="*/ 6730104 h 7718664"/>
              <a:gd name="connsiteX455" fmla="*/ 1566730 w 7777150"/>
              <a:gd name="connsiteY455" fmla="*/ 6661621 h 7718664"/>
              <a:gd name="connsiteX456" fmla="*/ 1489312 w 7777150"/>
              <a:gd name="connsiteY456" fmla="*/ 6593135 h 7718664"/>
              <a:gd name="connsiteX457" fmla="*/ 1391053 w 7777150"/>
              <a:gd name="connsiteY457" fmla="*/ 6512741 h 7718664"/>
              <a:gd name="connsiteX458" fmla="*/ 1248129 w 7777150"/>
              <a:gd name="connsiteY458" fmla="*/ 6354927 h 7718664"/>
              <a:gd name="connsiteX459" fmla="*/ 1238322 w 7777150"/>
              <a:gd name="connsiteY459" fmla="*/ 6324279 h 7718664"/>
              <a:gd name="connsiteX460" fmla="*/ 1209418 w 7777150"/>
              <a:gd name="connsiteY460" fmla="*/ 6295375 h 7718664"/>
              <a:gd name="connsiteX461" fmla="*/ 1111160 w 7777150"/>
              <a:gd name="connsiteY461" fmla="*/ 6188182 h 7718664"/>
              <a:gd name="connsiteX462" fmla="*/ 1099249 w 7777150"/>
              <a:gd name="connsiteY462" fmla="*/ 6134585 h 7718664"/>
              <a:gd name="connsiteX463" fmla="*/ 1060539 w 7777150"/>
              <a:gd name="connsiteY463" fmla="*/ 6080988 h 7718664"/>
              <a:gd name="connsiteX464" fmla="*/ 1055928 w 7777150"/>
              <a:gd name="connsiteY464" fmla="*/ 6073758 h 7718664"/>
              <a:gd name="connsiteX465" fmla="*/ 1009918 w 7777150"/>
              <a:gd name="connsiteY465" fmla="*/ 6042278 h 7718664"/>
              <a:gd name="connsiteX466" fmla="*/ 920590 w 7777150"/>
              <a:gd name="connsiteY466" fmla="*/ 5914243 h 7718664"/>
              <a:gd name="connsiteX467" fmla="*/ 869973 w 7777150"/>
              <a:gd name="connsiteY467" fmla="*/ 5795139 h 7718664"/>
              <a:gd name="connsiteX468" fmla="*/ 864018 w 7777150"/>
              <a:gd name="connsiteY468" fmla="*/ 5795140 h 7718664"/>
              <a:gd name="connsiteX469" fmla="*/ 795535 w 7777150"/>
              <a:gd name="connsiteY469" fmla="*/ 5664126 h 7718664"/>
              <a:gd name="connsiteX470" fmla="*/ 730028 w 7777150"/>
              <a:gd name="connsiteY470" fmla="*/ 5533111 h 7718664"/>
              <a:gd name="connsiteX471" fmla="*/ 661541 w 7777150"/>
              <a:gd name="connsiteY471" fmla="*/ 5381255 h 7718664"/>
              <a:gd name="connsiteX472" fmla="*/ 599014 w 7777150"/>
              <a:gd name="connsiteY472" fmla="*/ 5226421 h 7718664"/>
              <a:gd name="connsiteX473" fmla="*/ 661541 w 7777150"/>
              <a:gd name="connsiteY473" fmla="*/ 5330635 h 7718664"/>
              <a:gd name="connsiteX474" fmla="*/ 724073 w 7777150"/>
              <a:gd name="connsiteY474" fmla="*/ 5461649 h 7718664"/>
              <a:gd name="connsiteX475" fmla="*/ 744914 w 7777150"/>
              <a:gd name="connsiteY475" fmla="*/ 5533112 h 7718664"/>
              <a:gd name="connsiteX476" fmla="*/ 753530 w 7777150"/>
              <a:gd name="connsiteY476" fmla="*/ 5545744 h 7718664"/>
              <a:gd name="connsiteX477" fmla="*/ 742926 w 7777150"/>
              <a:gd name="connsiteY477" fmla="*/ 5490615 h 7718664"/>
              <a:gd name="connsiteX478" fmla="*/ 715276 w 7777150"/>
              <a:gd name="connsiteY478" fmla="*/ 5440433 h 7718664"/>
              <a:gd name="connsiteX479" fmla="*/ 670266 w 7777150"/>
              <a:gd name="connsiteY479" fmla="*/ 5339222 h 7718664"/>
              <a:gd name="connsiteX480" fmla="*/ 616876 w 7777150"/>
              <a:gd name="connsiteY480" fmla="*/ 5250239 h 7718664"/>
              <a:gd name="connsiteX481" fmla="*/ 551369 w 7777150"/>
              <a:gd name="connsiteY481" fmla="*/ 5071583 h 7718664"/>
              <a:gd name="connsiteX482" fmla="*/ 495246 w 7777150"/>
              <a:gd name="connsiteY482" fmla="*/ 4888441 h 7718664"/>
              <a:gd name="connsiteX483" fmla="*/ 476818 w 7777150"/>
              <a:gd name="connsiteY483" fmla="*/ 4835054 h 7718664"/>
              <a:gd name="connsiteX484" fmla="*/ 396553 w 7777150"/>
              <a:gd name="connsiteY484" fmla="*/ 4514668 h 7718664"/>
              <a:gd name="connsiteX485" fmla="*/ 361056 w 7777150"/>
              <a:gd name="connsiteY485" fmla="*/ 4282085 h 7718664"/>
              <a:gd name="connsiteX486" fmla="*/ 360803 w 7777150"/>
              <a:gd name="connsiteY486" fmla="*/ 4288478 h 7718664"/>
              <a:gd name="connsiteX487" fmla="*/ 363782 w 7777150"/>
              <a:gd name="connsiteY487" fmla="*/ 4336119 h 7718664"/>
              <a:gd name="connsiteX488" fmla="*/ 378669 w 7777150"/>
              <a:gd name="connsiteY488" fmla="*/ 4446292 h 7718664"/>
              <a:gd name="connsiteX489" fmla="*/ 396534 w 7777150"/>
              <a:gd name="connsiteY489" fmla="*/ 4559440 h 7718664"/>
              <a:gd name="connsiteX490" fmla="*/ 366758 w 7777150"/>
              <a:gd name="connsiteY490" fmla="*/ 4461178 h 7718664"/>
              <a:gd name="connsiteX491" fmla="*/ 345917 w 7777150"/>
              <a:gd name="connsiteY491" fmla="*/ 4336119 h 7718664"/>
              <a:gd name="connsiteX492" fmla="*/ 322096 w 7777150"/>
              <a:gd name="connsiteY492" fmla="*/ 4336119 h 7718664"/>
              <a:gd name="connsiteX493" fmla="*/ 307206 w 7777150"/>
              <a:gd name="connsiteY493" fmla="*/ 4222971 h 7718664"/>
              <a:gd name="connsiteX494" fmla="*/ 286365 w 7777150"/>
              <a:gd name="connsiteY494" fmla="*/ 4151508 h 7718664"/>
              <a:gd name="connsiteX495" fmla="*/ 268499 w 7777150"/>
              <a:gd name="connsiteY495" fmla="*/ 4083025 h 7718664"/>
              <a:gd name="connsiteX496" fmla="*/ 217878 w 7777150"/>
              <a:gd name="connsiteY496" fmla="*/ 4029428 h 7718664"/>
              <a:gd name="connsiteX497" fmla="*/ 202992 w 7777150"/>
              <a:gd name="connsiteY497" fmla="*/ 4029429 h 7718664"/>
              <a:gd name="connsiteX498" fmla="*/ 188103 w 7777150"/>
              <a:gd name="connsiteY498" fmla="*/ 3954987 h 7718664"/>
              <a:gd name="connsiteX499" fmla="*/ 182148 w 7777150"/>
              <a:gd name="connsiteY499" fmla="*/ 3859704 h 7718664"/>
              <a:gd name="connsiteX500" fmla="*/ 194058 w 7777150"/>
              <a:gd name="connsiteY500" fmla="*/ 3725714 h 7718664"/>
              <a:gd name="connsiteX501" fmla="*/ 200013 w 7777150"/>
              <a:gd name="connsiteY501" fmla="*/ 3678073 h 7718664"/>
              <a:gd name="connsiteX502" fmla="*/ 210154 w 7777150"/>
              <a:gd name="connsiteY502" fmla="*/ 3645396 h 7718664"/>
              <a:gd name="connsiteX503" fmla="*/ 205224 w 7777150"/>
              <a:gd name="connsiteY503" fmla="*/ 3570879 h 7718664"/>
              <a:gd name="connsiteX504" fmla="*/ 211924 w 7777150"/>
              <a:gd name="connsiteY504" fmla="*/ 3460707 h 7718664"/>
              <a:gd name="connsiteX505" fmla="*/ 223834 w 7777150"/>
              <a:gd name="connsiteY505" fmla="*/ 3438377 h 7718664"/>
              <a:gd name="connsiteX506" fmla="*/ 223834 w 7777150"/>
              <a:gd name="connsiteY506" fmla="*/ 3424976 h 7718664"/>
              <a:gd name="connsiteX507" fmla="*/ 200013 w 7777150"/>
              <a:gd name="connsiteY507" fmla="*/ 3469641 h 7718664"/>
              <a:gd name="connsiteX508" fmla="*/ 179171 w 7777150"/>
              <a:gd name="connsiteY508" fmla="*/ 3439865 h 7718664"/>
              <a:gd name="connsiteX509" fmla="*/ 140461 w 7777150"/>
              <a:gd name="connsiteY509" fmla="*/ 3386268 h 7718664"/>
              <a:gd name="connsiteX510" fmla="*/ 133390 w 7777150"/>
              <a:gd name="connsiteY510" fmla="*/ 3343838 h 7718664"/>
              <a:gd name="connsiteX511" fmla="*/ 131530 w 7777150"/>
              <a:gd name="connsiteY511" fmla="*/ 3347558 h 7718664"/>
              <a:gd name="connsiteX512" fmla="*/ 119620 w 7777150"/>
              <a:gd name="connsiteY512" fmla="*/ 3466662 h 7718664"/>
              <a:gd name="connsiteX513" fmla="*/ 110685 w 7777150"/>
              <a:gd name="connsiteY513" fmla="*/ 3585766 h 7718664"/>
              <a:gd name="connsiteX514" fmla="*/ 101754 w 7777150"/>
              <a:gd name="connsiteY514" fmla="*/ 3678073 h 7718664"/>
              <a:gd name="connsiteX515" fmla="*/ 101754 w 7777150"/>
              <a:gd name="connsiteY515" fmla="*/ 3868635 h 7718664"/>
              <a:gd name="connsiteX516" fmla="*/ 104730 w 7777150"/>
              <a:gd name="connsiteY516" fmla="*/ 3966898 h 7718664"/>
              <a:gd name="connsiteX517" fmla="*/ 110685 w 7777150"/>
              <a:gd name="connsiteY517" fmla="*/ 4065157 h 7718664"/>
              <a:gd name="connsiteX518" fmla="*/ 83888 w 7777150"/>
              <a:gd name="connsiteY518" fmla="*/ 4157464 h 7718664"/>
              <a:gd name="connsiteX519" fmla="*/ 77933 w 7777150"/>
              <a:gd name="connsiteY519" fmla="*/ 4157464 h 7718664"/>
              <a:gd name="connsiteX520" fmla="*/ 60068 w 7777150"/>
              <a:gd name="connsiteY520" fmla="*/ 3978808 h 7718664"/>
              <a:gd name="connsiteX521" fmla="*/ 60068 w 7777150"/>
              <a:gd name="connsiteY521" fmla="*/ 3794197 h 7718664"/>
              <a:gd name="connsiteX522" fmla="*/ 74954 w 7777150"/>
              <a:gd name="connsiteY522" fmla="*/ 3651272 h 7718664"/>
              <a:gd name="connsiteX523" fmla="*/ 101742 w 7777150"/>
              <a:gd name="connsiteY523" fmla="*/ 3678057 h 7718664"/>
              <a:gd name="connsiteX524" fmla="*/ 77933 w 7777150"/>
              <a:gd name="connsiteY524" fmla="*/ 3648296 h 7718664"/>
              <a:gd name="connsiteX525" fmla="*/ 71978 w 7777150"/>
              <a:gd name="connsiteY525" fmla="*/ 3541103 h 7718664"/>
              <a:gd name="connsiteX526" fmla="*/ 77933 w 7777150"/>
              <a:gd name="connsiteY526" fmla="*/ 3377334 h 7718664"/>
              <a:gd name="connsiteX527" fmla="*/ 80909 w 7777150"/>
              <a:gd name="connsiteY527" fmla="*/ 3332672 h 7718664"/>
              <a:gd name="connsiteX528" fmla="*/ 89844 w 7777150"/>
              <a:gd name="connsiteY528" fmla="*/ 3258230 h 7718664"/>
              <a:gd name="connsiteX529" fmla="*/ 125575 w 7777150"/>
              <a:gd name="connsiteY529" fmla="*/ 3124240 h 7718664"/>
              <a:gd name="connsiteX530" fmla="*/ 143378 w 7777150"/>
              <a:gd name="connsiteY530" fmla="*/ 3035228 h 7718664"/>
              <a:gd name="connsiteX531" fmla="*/ 137485 w 7777150"/>
              <a:gd name="connsiteY531" fmla="*/ 3014068 h 7718664"/>
              <a:gd name="connsiteX532" fmla="*/ 116640 w 7777150"/>
              <a:gd name="connsiteY532" fmla="*/ 3133172 h 7718664"/>
              <a:gd name="connsiteX533" fmla="*/ 80910 w 7777150"/>
              <a:gd name="connsiteY533" fmla="*/ 3267165 h 7718664"/>
              <a:gd name="connsiteX534" fmla="*/ 71978 w 7777150"/>
              <a:gd name="connsiteY534" fmla="*/ 3341603 h 7718664"/>
              <a:gd name="connsiteX535" fmla="*/ 68999 w 7777150"/>
              <a:gd name="connsiteY535" fmla="*/ 3386268 h 7718664"/>
              <a:gd name="connsiteX536" fmla="*/ 63044 w 7777150"/>
              <a:gd name="connsiteY536" fmla="*/ 3550035 h 7718664"/>
              <a:gd name="connsiteX537" fmla="*/ 68999 w 7777150"/>
              <a:gd name="connsiteY537" fmla="*/ 3657228 h 7718664"/>
              <a:gd name="connsiteX538" fmla="*/ 54113 w 7777150"/>
              <a:gd name="connsiteY538" fmla="*/ 3800152 h 7718664"/>
              <a:gd name="connsiteX539" fmla="*/ 54112 w 7777150"/>
              <a:gd name="connsiteY539" fmla="*/ 3984763 h 7718664"/>
              <a:gd name="connsiteX540" fmla="*/ 71978 w 7777150"/>
              <a:gd name="connsiteY540" fmla="*/ 4163419 h 7718664"/>
              <a:gd name="connsiteX541" fmla="*/ 77933 w 7777150"/>
              <a:gd name="connsiteY541" fmla="*/ 4163419 h 7718664"/>
              <a:gd name="connsiteX542" fmla="*/ 116640 w 7777150"/>
              <a:gd name="connsiteY542" fmla="*/ 4333143 h 7718664"/>
              <a:gd name="connsiteX543" fmla="*/ 137485 w 7777150"/>
              <a:gd name="connsiteY543" fmla="*/ 4473088 h 7718664"/>
              <a:gd name="connsiteX544" fmla="*/ 182148 w 7777150"/>
              <a:gd name="connsiteY544" fmla="*/ 4616013 h 7718664"/>
              <a:gd name="connsiteX545" fmla="*/ 252494 w 7777150"/>
              <a:gd name="connsiteY545" fmla="*/ 4923357 h 7718664"/>
              <a:gd name="connsiteX546" fmla="*/ 258633 w 7777150"/>
              <a:gd name="connsiteY546" fmla="*/ 4982258 h 7718664"/>
              <a:gd name="connsiteX547" fmla="*/ 271478 w 7777150"/>
              <a:gd name="connsiteY547" fmla="*/ 4982258 h 7718664"/>
              <a:gd name="connsiteX548" fmla="*/ 336985 w 7777150"/>
              <a:gd name="connsiteY548" fmla="*/ 5140069 h 7718664"/>
              <a:gd name="connsiteX549" fmla="*/ 360806 w 7777150"/>
              <a:gd name="connsiteY549" fmla="*/ 5220465 h 7718664"/>
              <a:gd name="connsiteX550" fmla="*/ 316141 w 7777150"/>
              <a:gd name="connsiteY550" fmla="*/ 5151980 h 7718664"/>
              <a:gd name="connsiteX551" fmla="*/ 268499 w 7777150"/>
              <a:gd name="connsiteY551" fmla="*/ 5044786 h 7718664"/>
              <a:gd name="connsiteX552" fmla="*/ 265523 w 7777150"/>
              <a:gd name="connsiteY552" fmla="*/ 5074562 h 7718664"/>
              <a:gd name="connsiteX553" fmla="*/ 239617 w 7777150"/>
              <a:gd name="connsiteY553" fmla="*/ 4994260 h 7718664"/>
              <a:gd name="connsiteX554" fmla="*/ 220858 w 7777150"/>
              <a:gd name="connsiteY554" fmla="*/ 4997144 h 7718664"/>
              <a:gd name="connsiteX555" fmla="*/ 200013 w 7777150"/>
              <a:gd name="connsiteY555" fmla="*/ 4928662 h 7718664"/>
              <a:gd name="connsiteX556" fmla="*/ 128551 w 7777150"/>
              <a:gd name="connsiteY556" fmla="*/ 4764892 h 7718664"/>
              <a:gd name="connsiteX557" fmla="*/ 83889 w 7777150"/>
              <a:gd name="connsiteY557" fmla="*/ 4618992 h 7718664"/>
              <a:gd name="connsiteX558" fmla="*/ 80909 w 7777150"/>
              <a:gd name="connsiteY558" fmla="*/ 4496909 h 7718664"/>
              <a:gd name="connsiteX559" fmla="*/ 60068 w 7777150"/>
              <a:gd name="connsiteY559" fmla="*/ 4353985 h 7718664"/>
              <a:gd name="connsiteX560" fmla="*/ 45178 w 7777150"/>
              <a:gd name="connsiteY560" fmla="*/ 4211060 h 7718664"/>
              <a:gd name="connsiteX561" fmla="*/ 12426 w 7777150"/>
              <a:gd name="connsiteY561" fmla="*/ 4106846 h 7718664"/>
              <a:gd name="connsiteX562" fmla="*/ 33268 w 7777150"/>
              <a:gd name="connsiteY562" fmla="*/ 3553014 h 7718664"/>
              <a:gd name="connsiteX563" fmla="*/ 54112 w 7777150"/>
              <a:gd name="connsiteY563" fmla="*/ 3410089 h 7718664"/>
              <a:gd name="connsiteX564" fmla="*/ 36247 w 7777150"/>
              <a:gd name="connsiteY564" fmla="*/ 3332672 h 7718664"/>
              <a:gd name="connsiteX565" fmla="*/ 71978 w 7777150"/>
              <a:gd name="connsiteY565" fmla="*/ 3118285 h 7718664"/>
              <a:gd name="connsiteX566" fmla="*/ 80909 w 7777150"/>
              <a:gd name="connsiteY566" fmla="*/ 3067664 h 7718664"/>
              <a:gd name="connsiteX567" fmla="*/ 104730 w 7777150"/>
              <a:gd name="connsiteY567" fmla="*/ 2894964 h 7718664"/>
              <a:gd name="connsiteX568" fmla="*/ 167261 w 7777150"/>
              <a:gd name="connsiteY568" fmla="*/ 2769905 h 7718664"/>
              <a:gd name="connsiteX569" fmla="*/ 152372 w 7777150"/>
              <a:gd name="connsiteY569" fmla="*/ 2939630 h 7718664"/>
              <a:gd name="connsiteX570" fmla="*/ 167255 w 7777150"/>
              <a:gd name="connsiteY570" fmla="*/ 2910538 h 7718664"/>
              <a:gd name="connsiteX571" fmla="*/ 176192 w 7777150"/>
              <a:gd name="connsiteY571" fmla="*/ 2840995 h 7718664"/>
              <a:gd name="connsiteX572" fmla="*/ 179172 w 7777150"/>
              <a:gd name="connsiteY572" fmla="*/ 2763950 h 7718664"/>
              <a:gd name="connsiteX573" fmla="*/ 205968 w 7777150"/>
              <a:gd name="connsiteY573" fmla="*/ 2665688 h 7718664"/>
              <a:gd name="connsiteX574" fmla="*/ 247655 w 7777150"/>
              <a:gd name="connsiteY574" fmla="*/ 2516808 h 7718664"/>
              <a:gd name="connsiteX575" fmla="*/ 298275 w 7777150"/>
              <a:gd name="connsiteY575" fmla="*/ 2364953 h 7718664"/>
              <a:gd name="connsiteX576" fmla="*/ 302067 w 7777150"/>
              <a:gd name="connsiteY576" fmla="*/ 2360685 h 7718664"/>
              <a:gd name="connsiteX577" fmla="*/ 325075 w 7777150"/>
              <a:gd name="connsiteY577" fmla="*/ 2239894 h 7718664"/>
              <a:gd name="connsiteX578" fmla="*/ 357827 w 7777150"/>
              <a:gd name="connsiteY578" fmla="*/ 2153542 h 7718664"/>
              <a:gd name="connsiteX579" fmla="*/ 396537 w 7777150"/>
              <a:gd name="connsiteY579" fmla="*/ 2082080 h 7718664"/>
              <a:gd name="connsiteX580" fmla="*/ 473955 w 7777150"/>
              <a:gd name="connsiteY580" fmla="*/ 1933200 h 7718664"/>
              <a:gd name="connsiteX581" fmla="*/ 536483 w 7777150"/>
              <a:gd name="connsiteY581" fmla="*/ 1799210 h 7718664"/>
              <a:gd name="connsiteX582" fmla="*/ 625810 w 7777150"/>
              <a:gd name="connsiteY582" fmla="*/ 1626509 h 7718664"/>
              <a:gd name="connsiteX583" fmla="*/ 691317 w 7777150"/>
              <a:gd name="connsiteY583" fmla="*/ 1552068 h 7718664"/>
              <a:gd name="connsiteX584" fmla="*/ 744914 w 7777150"/>
              <a:gd name="connsiteY584" fmla="*/ 1447854 h 7718664"/>
              <a:gd name="connsiteX585" fmla="*/ 789580 w 7777150"/>
              <a:gd name="connsiteY585" fmla="*/ 1382347 h 7718664"/>
              <a:gd name="connsiteX586" fmla="*/ 837221 w 7777150"/>
              <a:gd name="connsiteY586" fmla="*/ 1358526 h 7718664"/>
              <a:gd name="connsiteX587" fmla="*/ 849132 w 7777150"/>
              <a:gd name="connsiteY587" fmla="*/ 1340660 h 7718664"/>
              <a:gd name="connsiteX588" fmla="*/ 896773 w 7777150"/>
              <a:gd name="connsiteY588" fmla="*/ 1245378 h 7718664"/>
              <a:gd name="connsiteX589" fmla="*/ 919989 w 7777150"/>
              <a:gd name="connsiteY589" fmla="*/ 1217322 h 77186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</a:cxnLst>
            <a:rect l="l" t="t" r="r" b="b"/>
            <a:pathLst>
              <a:path w="7777150" h="7718664">
                <a:moveTo>
                  <a:pt x="6564153" y="6753221"/>
                </a:moveTo>
                <a:lnTo>
                  <a:pt x="6563132" y="6753924"/>
                </a:lnTo>
                <a:lnTo>
                  <a:pt x="6563132" y="6754775"/>
                </a:lnTo>
                <a:lnTo>
                  <a:pt x="6567865" y="6755450"/>
                </a:lnTo>
                <a:lnTo>
                  <a:pt x="6569087" y="6753925"/>
                </a:lnTo>
                <a:close/>
                <a:moveTo>
                  <a:pt x="6628482" y="6708774"/>
                </a:moveTo>
                <a:lnTo>
                  <a:pt x="6610901" y="6720920"/>
                </a:lnTo>
                <a:lnTo>
                  <a:pt x="6607794" y="6724148"/>
                </a:lnTo>
                <a:lnTo>
                  <a:pt x="6619848" y="6716434"/>
                </a:lnTo>
                <a:close/>
                <a:moveTo>
                  <a:pt x="6839305" y="6558707"/>
                </a:moveTo>
                <a:lnTo>
                  <a:pt x="6839039" y="6558801"/>
                </a:lnTo>
                <a:lnTo>
                  <a:pt x="6837070" y="6572293"/>
                </a:lnTo>
                <a:cubicBezTo>
                  <a:pt x="6813249" y="6596113"/>
                  <a:pt x="6804315" y="6611000"/>
                  <a:pt x="6789429" y="6625890"/>
                </a:cubicBezTo>
                <a:cubicBezTo>
                  <a:pt x="6777518" y="6640776"/>
                  <a:pt x="6762628" y="6658642"/>
                  <a:pt x="6732852" y="6688418"/>
                </a:cubicBezTo>
                <a:lnTo>
                  <a:pt x="6736263" y="6687633"/>
                </a:lnTo>
                <a:lnTo>
                  <a:pt x="6789429" y="6628865"/>
                </a:lnTo>
                <a:cubicBezTo>
                  <a:pt x="6801339" y="6613980"/>
                  <a:pt x="6813249" y="6599089"/>
                  <a:pt x="6837070" y="6575269"/>
                </a:cubicBezTo>
                <a:cubicBezTo>
                  <a:pt x="6840793" y="6565594"/>
                  <a:pt x="6841353" y="6560383"/>
                  <a:pt x="6839305" y="6558707"/>
                </a:cubicBezTo>
                <a:close/>
                <a:moveTo>
                  <a:pt x="2782054" y="7594165"/>
                </a:moveTo>
                <a:cubicBezTo>
                  <a:pt x="2789033" y="7592490"/>
                  <a:pt x="2799082" y="7592862"/>
                  <a:pt x="2812852" y="7595094"/>
                </a:cubicBezTo>
                <a:cubicBezTo>
                  <a:pt x="2840396" y="7599561"/>
                  <a:pt x="2882826" y="7611472"/>
                  <a:pt x="2945354" y="7629337"/>
                </a:cubicBezTo>
                <a:cubicBezTo>
                  <a:pt x="2963219" y="7632313"/>
                  <a:pt x="2984064" y="7632313"/>
                  <a:pt x="3001930" y="7632313"/>
                </a:cubicBezTo>
                <a:lnTo>
                  <a:pt x="3143116" y="7701578"/>
                </a:lnTo>
                <a:lnTo>
                  <a:pt x="3082549" y="7717806"/>
                </a:lnTo>
                <a:lnTo>
                  <a:pt x="3037661" y="7703779"/>
                </a:lnTo>
                <a:cubicBezTo>
                  <a:pt x="3013840" y="7691865"/>
                  <a:pt x="2987040" y="7679958"/>
                  <a:pt x="2957265" y="7668047"/>
                </a:cubicBezTo>
                <a:cubicBezTo>
                  <a:pt x="2924512" y="7659113"/>
                  <a:pt x="2894737" y="7650182"/>
                  <a:pt x="2864960" y="7638271"/>
                </a:cubicBezTo>
                <a:cubicBezTo>
                  <a:pt x="2832206" y="7626361"/>
                  <a:pt x="2802430" y="7617427"/>
                  <a:pt x="2769678" y="7605516"/>
                </a:cubicBezTo>
                <a:cubicBezTo>
                  <a:pt x="2771167" y="7599561"/>
                  <a:pt x="2775076" y="7595839"/>
                  <a:pt x="2782054" y="7594165"/>
                </a:cubicBezTo>
                <a:close/>
                <a:moveTo>
                  <a:pt x="2608887" y="7429840"/>
                </a:moveTo>
                <a:cubicBezTo>
                  <a:pt x="2647598" y="7438771"/>
                  <a:pt x="2683329" y="7444726"/>
                  <a:pt x="2719060" y="7450682"/>
                </a:cubicBezTo>
                <a:cubicBezTo>
                  <a:pt x="2736926" y="7465571"/>
                  <a:pt x="2751812" y="7477482"/>
                  <a:pt x="2766702" y="7492368"/>
                </a:cubicBezTo>
                <a:cubicBezTo>
                  <a:pt x="2808388" y="7501302"/>
                  <a:pt x="2853050" y="7519168"/>
                  <a:pt x="2930467" y="7540009"/>
                </a:cubicBezTo>
                <a:cubicBezTo>
                  <a:pt x="3049571" y="7584675"/>
                  <a:pt x="3147833" y="7605516"/>
                  <a:pt x="3255027" y="7623382"/>
                </a:cubicBezTo>
                <a:cubicBezTo>
                  <a:pt x="3281824" y="7629337"/>
                  <a:pt x="3308623" y="7632316"/>
                  <a:pt x="3335420" y="7638271"/>
                </a:cubicBezTo>
                <a:lnTo>
                  <a:pt x="3362169" y="7642882"/>
                </a:lnTo>
                <a:lnTo>
                  <a:pt x="3252495" y="7672270"/>
                </a:lnTo>
                <a:lnTo>
                  <a:pt x="3231206" y="7668047"/>
                </a:lnTo>
                <a:cubicBezTo>
                  <a:pt x="3189520" y="7659113"/>
                  <a:pt x="3150809" y="7650181"/>
                  <a:pt x="3115079" y="7644226"/>
                </a:cubicBezTo>
                <a:cubicBezTo>
                  <a:pt x="3079347" y="7635292"/>
                  <a:pt x="3046595" y="7629337"/>
                  <a:pt x="3013840" y="7626361"/>
                </a:cubicBezTo>
                <a:cubicBezTo>
                  <a:pt x="2975133" y="7608496"/>
                  <a:pt x="2933447" y="7590630"/>
                  <a:pt x="2891760" y="7569785"/>
                </a:cubicBezTo>
                <a:cubicBezTo>
                  <a:pt x="2850074" y="7554898"/>
                  <a:pt x="2805409" y="7537033"/>
                  <a:pt x="2739902" y="7513213"/>
                </a:cubicBezTo>
                <a:cubicBezTo>
                  <a:pt x="2686305" y="7492368"/>
                  <a:pt x="2632708" y="7471526"/>
                  <a:pt x="2582091" y="7450681"/>
                </a:cubicBezTo>
                <a:cubicBezTo>
                  <a:pt x="2596977" y="7435795"/>
                  <a:pt x="2602932" y="7432816"/>
                  <a:pt x="2608887" y="7429840"/>
                </a:cubicBezTo>
                <a:close/>
                <a:moveTo>
                  <a:pt x="2305173" y="7420905"/>
                </a:moveTo>
                <a:cubicBezTo>
                  <a:pt x="2462984" y="7477478"/>
                  <a:pt x="2564222" y="7528099"/>
                  <a:pt x="2647595" y="7566806"/>
                </a:cubicBezTo>
                <a:cubicBezTo>
                  <a:pt x="2686305" y="7581695"/>
                  <a:pt x="2727991" y="7593606"/>
                  <a:pt x="2769678" y="7605516"/>
                </a:cubicBezTo>
                <a:cubicBezTo>
                  <a:pt x="2802430" y="7617427"/>
                  <a:pt x="2832205" y="7626358"/>
                  <a:pt x="2861982" y="7638268"/>
                </a:cubicBezTo>
                <a:cubicBezTo>
                  <a:pt x="2891757" y="7650179"/>
                  <a:pt x="2921533" y="7659113"/>
                  <a:pt x="2954288" y="7668044"/>
                </a:cubicBezTo>
                <a:cubicBezTo>
                  <a:pt x="2984064" y="7679954"/>
                  <a:pt x="3010861" y="7691865"/>
                  <a:pt x="3034682" y="7703775"/>
                </a:cubicBezTo>
                <a:cubicBezTo>
                  <a:pt x="3028726" y="7706755"/>
                  <a:pt x="3022772" y="7712710"/>
                  <a:pt x="3016816" y="7718664"/>
                </a:cubicBezTo>
                <a:cubicBezTo>
                  <a:pt x="3001930" y="7715685"/>
                  <a:pt x="2984064" y="7712709"/>
                  <a:pt x="2969175" y="7709731"/>
                </a:cubicBezTo>
                <a:cubicBezTo>
                  <a:pt x="2912602" y="7691865"/>
                  <a:pt x="2856026" y="7668044"/>
                  <a:pt x="2799453" y="7647203"/>
                </a:cubicBezTo>
                <a:lnTo>
                  <a:pt x="2716081" y="7614447"/>
                </a:lnTo>
                <a:cubicBezTo>
                  <a:pt x="2689281" y="7602537"/>
                  <a:pt x="2659505" y="7590627"/>
                  <a:pt x="2632708" y="7578716"/>
                </a:cubicBezTo>
                <a:cubicBezTo>
                  <a:pt x="2593998" y="7566806"/>
                  <a:pt x="2558267" y="7551920"/>
                  <a:pt x="2522536" y="7540009"/>
                </a:cubicBezTo>
                <a:cubicBezTo>
                  <a:pt x="2489784" y="7525120"/>
                  <a:pt x="2457029" y="7513209"/>
                  <a:pt x="2427252" y="7498323"/>
                </a:cubicBezTo>
                <a:cubicBezTo>
                  <a:pt x="2397477" y="7486413"/>
                  <a:pt x="2373656" y="7471523"/>
                  <a:pt x="2352815" y="7459612"/>
                </a:cubicBezTo>
                <a:cubicBezTo>
                  <a:pt x="2331970" y="7444726"/>
                  <a:pt x="2317084" y="7432816"/>
                  <a:pt x="2305173" y="7420905"/>
                </a:cubicBezTo>
                <a:close/>
                <a:moveTo>
                  <a:pt x="2397480" y="7349443"/>
                </a:moveTo>
                <a:cubicBezTo>
                  <a:pt x="2415345" y="7349443"/>
                  <a:pt x="2427256" y="7349443"/>
                  <a:pt x="2445122" y="7346467"/>
                </a:cubicBezTo>
                <a:cubicBezTo>
                  <a:pt x="2501694" y="7376243"/>
                  <a:pt x="2549336" y="7403040"/>
                  <a:pt x="2608887" y="7429840"/>
                </a:cubicBezTo>
                <a:cubicBezTo>
                  <a:pt x="2602932" y="7432816"/>
                  <a:pt x="2596977" y="7435795"/>
                  <a:pt x="2588046" y="7441750"/>
                </a:cubicBezTo>
                <a:cubicBezTo>
                  <a:pt x="2525515" y="7411974"/>
                  <a:pt x="2460008" y="7379219"/>
                  <a:pt x="2397480" y="7349443"/>
                </a:cubicBezTo>
                <a:close/>
                <a:moveTo>
                  <a:pt x="7605289" y="5949975"/>
                </a:moveTo>
                <a:lnTo>
                  <a:pt x="7603779" y="5950622"/>
                </a:lnTo>
                <a:lnTo>
                  <a:pt x="7571259" y="6028673"/>
                </a:lnTo>
                <a:close/>
                <a:moveTo>
                  <a:pt x="7768327" y="5740775"/>
                </a:moveTo>
                <a:lnTo>
                  <a:pt x="7777150" y="5773700"/>
                </a:lnTo>
                <a:lnTo>
                  <a:pt x="7775014" y="5777274"/>
                </a:lnTo>
                <a:cubicBezTo>
                  <a:pt x="7751193" y="5824915"/>
                  <a:pt x="7727372" y="5869581"/>
                  <a:pt x="7706527" y="5905312"/>
                </a:cubicBezTo>
                <a:cubicBezTo>
                  <a:pt x="7682706" y="5941043"/>
                  <a:pt x="7661865" y="5967840"/>
                  <a:pt x="7644000" y="5985706"/>
                </a:cubicBezTo>
                <a:lnTo>
                  <a:pt x="7685686" y="5902333"/>
                </a:lnTo>
                <a:cubicBezTo>
                  <a:pt x="7694617" y="5875536"/>
                  <a:pt x="7709507" y="5848737"/>
                  <a:pt x="7721417" y="5818960"/>
                </a:cubicBezTo>
                <a:cubicBezTo>
                  <a:pt x="7733327" y="5801095"/>
                  <a:pt x="7739283" y="5789184"/>
                  <a:pt x="7748213" y="5774298"/>
                </a:cubicBezTo>
                <a:close/>
                <a:moveTo>
                  <a:pt x="2195719" y="7067587"/>
                </a:moveTo>
                <a:lnTo>
                  <a:pt x="2195748" y="7068434"/>
                </a:lnTo>
                <a:lnTo>
                  <a:pt x="2205804" y="7080606"/>
                </a:lnTo>
                <a:lnTo>
                  <a:pt x="2206911" y="7075504"/>
                </a:lnTo>
                <a:close/>
                <a:moveTo>
                  <a:pt x="1840668" y="7143991"/>
                </a:moveTo>
                <a:cubicBezTo>
                  <a:pt x="1938928" y="7185677"/>
                  <a:pt x="1989548" y="7224384"/>
                  <a:pt x="2043145" y="7257140"/>
                </a:cubicBezTo>
                <a:cubicBezTo>
                  <a:pt x="2055055" y="7272026"/>
                  <a:pt x="2093763" y="7301802"/>
                  <a:pt x="2084831" y="7304781"/>
                </a:cubicBezTo>
                <a:cubicBezTo>
                  <a:pt x="2049100" y="7286915"/>
                  <a:pt x="2016345" y="7272026"/>
                  <a:pt x="1989548" y="7254160"/>
                </a:cubicBezTo>
                <a:cubicBezTo>
                  <a:pt x="1962748" y="7239274"/>
                  <a:pt x="1938927" y="7224384"/>
                  <a:pt x="1918086" y="7209498"/>
                </a:cubicBezTo>
                <a:cubicBezTo>
                  <a:pt x="1879376" y="7182698"/>
                  <a:pt x="1855555" y="7161857"/>
                  <a:pt x="1840668" y="7143991"/>
                </a:cubicBezTo>
                <a:close/>
                <a:moveTo>
                  <a:pt x="7574028" y="5576942"/>
                </a:moveTo>
                <a:lnTo>
                  <a:pt x="7562090" y="5594186"/>
                </a:lnTo>
                <a:lnTo>
                  <a:pt x="7533457" y="5631001"/>
                </a:lnTo>
                <a:lnTo>
                  <a:pt x="7503173" y="5679289"/>
                </a:lnTo>
                <a:lnTo>
                  <a:pt x="7495119" y="5690923"/>
                </a:lnTo>
                <a:cubicBezTo>
                  <a:pt x="7480230" y="5714743"/>
                  <a:pt x="7468320" y="5738564"/>
                  <a:pt x="7456410" y="5762384"/>
                </a:cubicBezTo>
                <a:cubicBezTo>
                  <a:pt x="7441523" y="5786206"/>
                  <a:pt x="7429612" y="5807050"/>
                  <a:pt x="7417702" y="5827891"/>
                </a:cubicBezTo>
                <a:cubicBezTo>
                  <a:pt x="7387926" y="5869578"/>
                  <a:pt x="7358151" y="5911264"/>
                  <a:pt x="7325396" y="5949974"/>
                </a:cubicBezTo>
                <a:lnTo>
                  <a:pt x="7292334" y="6001613"/>
                </a:lnTo>
                <a:lnTo>
                  <a:pt x="7279949" y="6020421"/>
                </a:lnTo>
                <a:lnTo>
                  <a:pt x="7245002" y="6072054"/>
                </a:lnTo>
                <a:cubicBezTo>
                  <a:pt x="7221181" y="6104810"/>
                  <a:pt x="7197361" y="6137561"/>
                  <a:pt x="7173540" y="6170317"/>
                </a:cubicBezTo>
                <a:lnTo>
                  <a:pt x="7167581" y="6173958"/>
                </a:lnTo>
                <a:lnTo>
                  <a:pt x="7162704" y="6181183"/>
                </a:lnTo>
                <a:lnTo>
                  <a:pt x="7170561" y="6176272"/>
                </a:lnTo>
                <a:cubicBezTo>
                  <a:pt x="7194381" y="6143519"/>
                  <a:pt x="7218202" y="6110765"/>
                  <a:pt x="7242022" y="6078013"/>
                </a:cubicBezTo>
                <a:lnTo>
                  <a:pt x="7279949" y="6020421"/>
                </a:lnTo>
                <a:lnTo>
                  <a:pt x="7286316" y="6011014"/>
                </a:lnTo>
                <a:lnTo>
                  <a:pt x="7292334" y="6001613"/>
                </a:lnTo>
                <a:lnTo>
                  <a:pt x="7322420" y="5955930"/>
                </a:lnTo>
                <a:cubicBezTo>
                  <a:pt x="7355171" y="5917222"/>
                  <a:pt x="7384947" y="5875536"/>
                  <a:pt x="7414723" y="5833850"/>
                </a:cubicBezTo>
                <a:cubicBezTo>
                  <a:pt x="7426634" y="5813005"/>
                  <a:pt x="7441523" y="5792164"/>
                  <a:pt x="7453434" y="5768343"/>
                </a:cubicBezTo>
                <a:cubicBezTo>
                  <a:pt x="7465343" y="5744522"/>
                  <a:pt x="7480230" y="5720701"/>
                  <a:pt x="7492141" y="5696881"/>
                </a:cubicBezTo>
                <a:lnTo>
                  <a:pt x="7503173" y="5679289"/>
                </a:lnTo>
                <a:lnTo>
                  <a:pt x="7562090" y="5594186"/>
                </a:lnTo>
                <a:lnTo>
                  <a:pt x="7572537" y="5580753"/>
                </a:lnTo>
                <a:close/>
                <a:moveTo>
                  <a:pt x="7695610" y="5469390"/>
                </a:moveTo>
                <a:lnTo>
                  <a:pt x="7767960" y="5739403"/>
                </a:lnTo>
                <a:lnTo>
                  <a:pt x="7745237" y="5777274"/>
                </a:lnTo>
                <a:cubicBezTo>
                  <a:pt x="7736303" y="5789184"/>
                  <a:pt x="7730348" y="5804071"/>
                  <a:pt x="7718437" y="5821936"/>
                </a:cubicBezTo>
                <a:cubicBezTo>
                  <a:pt x="7706527" y="5851713"/>
                  <a:pt x="7694617" y="5878512"/>
                  <a:pt x="7679730" y="5908288"/>
                </a:cubicBezTo>
                <a:lnTo>
                  <a:pt x="7638044" y="5991660"/>
                </a:lnTo>
                <a:cubicBezTo>
                  <a:pt x="7617199" y="6021437"/>
                  <a:pt x="7596358" y="6054189"/>
                  <a:pt x="7572537" y="6080989"/>
                </a:cubicBezTo>
                <a:cubicBezTo>
                  <a:pt x="7551693" y="6107786"/>
                  <a:pt x="7527872" y="6137561"/>
                  <a:pt x="7507030" y="6164361"/>
                </a:cubicBezTo>
                <a:lnTo>
                  <a:pt x="7509759" y="6158741"/>
                </a:lnTo>
                <a:lnTo>
                  <a:pt x="7435565" y="6259644"/>
                </a:lnTo>
                <a:cubicBezTo>
                  <a:pt x="7417699" y="6241778"/>
                  <a:pt x="7319440" y="6381727"/>
                  <a:pt x="7274774" y="6435324"/>
                </a:cubicBezTo>
                <a:lnTo>
                  <a:pt x="7243120" y="6484028"/>
                </a:lnTo>
                <a:lnTo>
                  <a:pt x="7274775" y="6438299"/>
                </a:lnTo>
                <a:cubicBezTo>
                  <a:pt x="7319440" y="6387679"/>
                  <a:pt x="7417699" y="6247734"/>
                  <a:pt x="7435564" y="6262620"/>
                </a:cubicBezTo>
                <a:cubicBezTo>
                  <a:pt x="7426633" y="6325151"/>
                  <a:pt x="7340281" y="6405544"/>
                  <a:pt x="7313485" y="6447231"/>
                </a:cubicBezTo>
                <a:cubicBezTo>
                  <a:pt x="7289664" y="6475519"/>
                  <a:pt x="7269566" y="6496363"/>
                  <a:pt x="7250582" y="6513113"/>
                </a:cubicBezTo>
                <a:lnTo>
                  <a:pt x="7200087" y="6550232"/>
                </a:lnTo>
                <a:lnTo>
                  <a:pt x="7197357" y="6554428"/>
                </a:lnTo>
                <a:lnTo>
                  <a:pt x="7165787" y="6578714"/>
                </a:lnTo>
                <a:lnTo>
                  <a:pt x="7164606" y="6587180"/>
                </a:lnTo>
                <a:lnTo>
                  <a:pt x="7118751" y="6636309"/>
                </a:lnTo>
                <a:lnTo>
                  <a:pt x="6989132" y="6671040"/>
                </a:lnTo>
                <a:lnTo>
                  <a:pt x="7013864" y="6649337"/>
                </a:lnTo>
                <a:cubicBezTo>
                  <a:pt x="7031357" y="6633332"/>
                  <a:pt x="7048478" y="6616955"/>
                  <a:pt x="7066343" y="6599090"/>
                </a:cubicBezTo>
                <a:cubicBezTo>
                  <a:pt x="7081233" y="6572293"/>
                  <a:pt x="7099098" y="6548472"/>
                  <a:pt x="7111009" y="6524651"/>
                </a:cubicBezTo>
                <a:lnTo>
                  <a:pt x="7175165" y="6465841"/>
                </a:lnTo>
                <a:lnTo>
                  <a:pt x="7175681" y="6462146"/>
                </a:lnTo>
                <a:lnTo>
                  <a:pt x="7113987" y="6518697"/>
                </a:lnTo>
                <a:cubicBezTo>
                  <a:pt x="7102077" y="6542517"/>
                  <a:pt x="7084212" y="6566338"/>
                  <a:pt x="7069322" y="6593135"/>
                </a:cubicBezTo>
                <a:cubicBezTo>
                  <a:pt x="7051456" y="6611000"/>
                  <a:pt x="7034336" y="6627377"/>
                  <a:pt x="7016843" y="6643382"/>
                </a:cubicBezTo>
                <a:lnTo>
                  <a:pt x="6983652" y="6672509"/>
                </a:lnTo>
                <a:lnTo>
                  <a:pt x="6761122" y="6732136"/>
                </a:lnTo>
                <a:lnTo>
                  <a:pt x="6831115" y="6682462"/>
                </a:lnTo>
                <a:cubicBezTo>
                  <a:pt x="6854936" y="6658642"/>
                  <a:pt x="6881735" y="6631845"/>
                  <a:pt x="6917467" y="6593134"/>
                </a:cubicBezTo>
                <a:cubicBezTo>
                  <a:pt x="6917467" y="6590158"/>
                  <a:pt x="6917467" y="6587179"/>
                  <a:pt x="6914488" y="6581224"/>
                </a:cubicBezTo>
                <a:cubicBezTo>
                  <a:pt x="6944264" y="6551448"/>
                  <a:pt x="6971063" y="6521672"/>
                  <a:pt x="6997860" y="6488921"/>
                </a:cubicBezTo>
                <a:cubicBezTo>
                  <a:pt x="7012749" y="6477010"/>
                  <a:pt x="7030615" y="6462121"/>
                  <a:pt x="7048480" y="6447234"/>
                </a:cubicBezTo>
                <a:cubicBezTo>
                  <a:pt x="7057412" y="6435324"/>
                  <a:pt x="7069322" y="6420434"/>
                  <a:pt x="7081233" y="6405548"/>
                </a:cubicBezTo>
                <a:cubicBezTo>
                  <a:pt x="7090167" y="6390658"/>
                  <a:pt x="7102078" y="6375772"/>
                  <a:pt x="7111008" y="6363862"/>
                </a:cubicBezTo>
                <a:cubicBezTo>
                  <a:pt x="7140784" y="6331107"/>
                  <a:pt x="7167585" y="6295375"/>
                  <a:pt x="7197360" y="6262624"/>
                </a:cubicBezTo>
                <a:cubicBezTo>
                  <a:pt x="7224157" y="6229868"/>
                  <a:pt x="7250957" y="6194137"/>
                  <a:pt x="7277754" y="6158406"/>
                </a:cubicBezTo>
                <a:cubicBezTo>
                  <a:pt x="7310509" y="6101833"/>
                  <a:pt x="7355171" y="6036326"/>
                  <a:pt x="7399836" y="5973795"/>
                </a:cubicBezTo>
                <a:cubicBezTo>
                  <a:pt x="7444499" y="5908288"/>
                  <a:pt x="7486186" y="5842781"/>
                  <a:pt x="7510006" y="5786208"/>
                </a:cubicBezTo>
                <a:cubicBezTo>
                  <a:pt x="7539782" y="5735588"/>
                  <a:pt x="7575513" y="5699857"/>
                  <a:pt x="7596358" y="5646260"/>
                </a:cubicBezTo>
                <a:cubicBezTo>
                  <a:pt x="7623155" y="5601597"/>
                  <a:pt x="7649954" y="5548001"/>
                  <a:pt x="7676751" y="5503336"/>
                </a:cubicBezTo>
                <a:close/>
                <a:moveTo>
                  <a:pt x="7636506" y="5248812"/>
                </a:moveTo>
                <a:lnTo>
                  <a:pt x="7659314" y="5333933"/>
                </a:lnTo>
                <a:lnTo>
                  <a:pt x="7617200" y="5408052"/>
                </a:lnTo>
                <a:lnTo>
                  <a:pt x="7615871" y="5411110"/>
                </a:lnTo>
                <a:lnTo>
                  <a:pt x="7659444" y="5334418"/>
                </a:lnTo>
                <a:lnTo>
                  <a:pt x="7691259" y="5453153"/>
                </a:lnTo>
                <a:lnTo>
                  <a:pt x="7688661" y="5458673"/>
                </a:lnTo>
                <a:cubicBezTo>
                  <a:pt x="7679730" y="5476538"/>
                  <a:pt x="7670796" y="5494405"/>
                  <a:pt x="7658886" y="5512270"/>
                </a:cubicBezTo>
                <a:cubicBezTo>
                  <a:pt x="7632089" y="5559912"/>
                  <a:pt x="7605289" y="5610529"/>
                  <a:pt x="7578492" y="5655195"/>
                </a:cubicBezTo>
                <a:cubicBezTo>
                  <a:pt x="7557648" y="5708791"/>
                  <a:pt x="7521917" y="5744522"/>
                  <a:pt x="7492140" y="5795139"/>
                </a:cubicBezTo>
                <a:cubicBezTo>
                  <a:pt x="7468320" y="5851715"/>
                  <a:pt x="7426634" y="5920198"/>
                  <a:pt x="7381971" y="5982730"/>
                </a:cubicBezTo>
                <a:cubicBezTo>
                  <a:pt x="7337306" y="6045258"/>
                  <a:pt x="7292643" y="6110765"/>
                  <a:pt x="7259888" y="6167341"/>
                </a:cubicBezTo>
                <a:cubicBezTo>
                  <a:pt x="7233092" y="6203071"/>
                  <a:pt x="7206291" y="6238802"/>
                  <a:pt x="7179495" y="6271554"/>
                </a:cubicBezTo>
                <a:cubicBezTo>
                  <a:pt x="7149719" y="6304309"/>
                  <a:pt x="7122919" y="6337061"/>
                  <a:pt x="7093143" y="6372792"/>
                </a:cubicBezTo>
                <a:cubicBezTo>
                  <a:pt x="7084212" y="6387682"/>
                  <a:pt x="7072301" y="6399592"/>
                  <a:pt x="7063367" y="6414479"/>
                </a:cubicBezTo>
                <a:cubicBezTo>
                  <a:pt x="7051457" y="6429368"/>
                  <a:pt x="7042525" y="6441279"/>
                  <a:pt x="7030615" y="6456165"/>
                </a:cubicBezTo>
                <a:cubicBezTo>
                  <a:pt x="7012749" y="6471055"/>
                  <a:pt x="6994884" y="6485941"/>
                  <a:pt x="6979994" y="6497851"/>
                </a:cubicBezTo>
                <a:lnTo>
                  <a:pt x="6897207" y="6589515"/>
                </a:lnTo>
                <a:lnTo>
                  <a:pt x="6899598" y="6599089"/>
                </a:lnTo>
                <a:cubicBezTo>
                  <a:pt x="6863867" y="6637800"/>
                  <a:pt x="6840046" y="6664597"/>
                  <a:pt x="6813249" y="6688418"/>
                </a:cubicBezTo>
                <a:lnTo>
                  <a:pt x="6745897" y="6736215"/>
                </a:lnTo>
                <a:lnTo>
                  <a:pt x="6404257" y="6827757"/>
                </a:lnTo>
                <a:lnTo>
                  <a:pt x="6411273" y="6822407"/>
                </a:lnTo>
                <a:cubicBezTo>
                  <a:pt x="6432117" y="6807522"/>
                  <a:pt x="6452959" y="6792632"/>
                  <a:pt x="6467849" y="6786676"/>
                </a:cubicBezTo>
                <a:cubicBezTo>
                  <a:pt x="6515490" y="6750945"/>
                  <a:pt x="6566107" y="6715215"/>
                  <a:pt x="6613749" y="6676507"/>
                </a:cubicBezTo>
                <a:cubicBezTo>
                  <a:pt x="6631615" y="6634821"/>
                  <a:pt x="6688191" y="6599089"/>
                  <a:pt x="6717966" y="6578245"/>
                </a:cubicBezTo>
                <a:cubicBezTo>
                  <a:pt x="6756673" y="6545493"/>
                  <a:pt x="6795384" y="6512738"/>
                  <a:pt x="6834091" y="6479986"/>
                </a:cubicBezTo>
                <a:cubicBezTo>
                  <a:pt x="6959150" y="6354927"/>
                  <a:pt x="7099098" y="6203068"/>
                  <a:pt x="7185447" y="6083964"/>
                </a:cubicBezTo>
                <a:lnTo>
                  <a:pt x="7233801" y="6001764"/>
                </a:lnTo>
                <a:lnTo>
                  <a:pt x="7236067" y="5994637"/>
                </a:lnTo>
                <a:cubicBezTo>
                  <a:pt x="7259888" y="5958905"/>
                  <a:pt x="7289664" y="5917219"/>
                  <a:pt x="7313485" y="5875533"/>
                </a:cubicBezTo>
                <a:cubicBezTo>
                  <a:pt x="7322420" y="5863622"/>
                  <a:pt x="7328374" y="5851713"/>
                  <a:pt x="7337306" y="5839802"/>
                </a:cubicBezTo>
                <a:lnTo>
                  <a:pt x="7368979" y="5795871"/>
                </a:lnTo>
                <a:lnTo>
                  <a:pt x="7378992" y="5777274"/>
                </a:lnTo>
                <a:cubicBezTo>
                  <a:pt x="7405789" y="5738564"/>
                  <a:pt x="7426634" y="5699856"/>
                  <a:pt x="7441520" y="5670081"/>
                </a:cubicBezTo>
                <a:cubicBezTo>
                  <a:pt x="7489162" y="5586708"/>
                  <a:pt x="7524893" y="5503335"/>
                  <a:pt x="7563603" y="5416984"/>
                </a:cubicBezTo>
                <a:cubicBezTo>
                  <a:pt x="7581468" y="5373809"/>
                  <a:pt x="7600078" y="5330634"/>
                  <a:pt x="7619804" y="5285970"/>
                </a:cubicBezTo>
                <a:close/>
                <a:moveTo>
                  <a:pt x="1438185" y="6830951"/>
                </a:moveTo>
                <a:lnTo>
                  <a:pt x="1449489" y="6840648"/>
                </a:lnTo>
                <a:lnTo>
                  <a:pt x="1453350" y="6842615"/>
                </a:lnTo>
                <a:close/>
                <a:moveTo>
                  <a:pt x="1486096" y="6491655"/>
                </a:moveTo>
                <a:lnTo>
                  <a:pt x="1491992" y="6498836"/>
                </a:lnTo>
                <a:lnTo>
                  <a:pt x="1492288" y="6497852"/>
                </a:lnTo>
                <a:close/>
                <a:moveTo>
                  <a:pt x="1195061" y="6558794"/>
                </a:moveTo>
                <a:lnTo>
                  <a:pt x="1307518" y="6691203"/>
                </a:lnTo>
                <a:lnTo>
                  <a:pt x="1218350" y="6584200"/>
                </a:lnTo>
                <a:close/>
                <a:moveTo>
                  <a:pt x="1045653" y="6423410"/>
                </a:moveTo>
                <a:cubicBezTo>
                  <a:pt x="1054584" y="6414479"/>
                  <a:pt x="1084360" y="6429366"/>
                  <a:pt x="1123070" y="6474031"/>
                </a:cubicBezTo>
                <a:lnTo>
                  <a:pt x="1126871" y="6478507"/>
                </a:lnTo>
                <a:lnTo>
                  <a:pt x="1162149" y="6486313"/>
                </a:lnTo>
                <a:cubicBezTo>
                  <a:pt x="1180387" y="6498596"/>
                  <a:pt x="1204951" y="6521673"/>
                  <a:pt x="1242171" y="6560379"/>
                </a:cubicBezTo>
                <a:cubicBezTo>
                  <a:pt x="1280881" y="6593135"/>
                  <a:pt x="1322567" y="6622910"/>
                  <a:pt x="1352343" y="6649708"/>
                </a:cubicBezTo>
                <a:cubicBezTo>
                  <a:pt x="1382119" y="6676507"/>
                  <a:pt x="1399984" y="6700328"/>
                  <a:pt x="1399985" y="6715214"/>
                </a:cubicBezTo>
                <a:cubicBezTo>
                  <a:pt x="1408916" y="6727124"/>
                  <a:pt x="1414871" y="6736059"/>
                  <a:pt x="1426782" y="6747970"/>
                </a:cubicBezTo>
                <a:cubicBezTo>
                  <a:pt x="1465492" y="6780722"/>
                  <a:pt x="1498243" y="6810497"/>
                  <a:pt x="1539930" y="6843252"/>
                </a:cubicBezTo>
                <a:lnTo>
                  <a:pt x="1539890" y="6843288"/>
                </a:lnTo>
                <a:lnTo>
                  <a:pt x="1507178" y="6870049"/>
                </a:lnTo>
                <a:lnTo>
                  <a:pt x="1401804" y="6752965"/>
                </a:lnTo>
                <a:lnTo>
                  <a:pt x="1397009" y="6753924"/>
                </a:lnTo>
                <a:lnTo>
                  <a:pt x="1496727" y="6864723"/>
                </a:lnTo>
                <a:lnTo>
                  <a:pt x="1507178" y="6870049"/>
                </a:lnTo>
                <a:cubicBezTo>
                  <a:pt x="1511644" y="6865584"/>
                  <a:pt x="1517599" y="6861862"/>
                  <a:pt x="1523554" y="6857768"/>
                </a:cubicBezTo>
                <a:lnTo>
                  <a:pt x="1539890" y="6843288"/>
                </a:lnTo>
                <a:lnTo>
                  <a:pt x="1539933" y="6843252"/>
                </a:lnTo>
                <a:cubicBezTo>
                  <a:pt x="1629261" y="6920670"/>
                  <a:pt x="1724544" y="6998087"/>
                  <a:pt x="1822803" y="7066570"/>
                </a:cubicBezTo>
                <a:cubicBezTo>
                  <a:pt x="1804937" y="7072526"/>
                  <a:pt x="1790051" y="7078481"/>
                  <a:pt x="1766230" y="7084436"/>
                </a:cubicBezTo>
                <a:cubicBezTo>
                  <a:pt x="1775161" y="7090391"/>
                  <a:pt x="1778141" y="7093370"/>
                  <a:pt x="1787072" y="7099325"/>
                </a:cubicBezTo>
                <a:cubicBezTo>
                  <a:pt x="1757296" y="7099325"/>
                  <a:pt x="1733475" y="7102301"/>
                  <a:pt x="1703699" y="7102302"/>
                </a:cubicBezTo>
                <a:cubicBezTo>
                  <a:pt x="1685834" y="7090391"/>
                  <a:pt x="1667968" y="7078480"/>
                  <a:pt x="1650102" y="7066570"/>
                </a:cubicBezTo>
                <a:cubicBezTo>
                  <a:pt x="1632237" y="7054660"/>
                  <a:pt x="1617350" y="7039774"/>
                  <a:pt x="1599485" y="7027863"/>
                </a:cubicBezTo>
                <a:cubicBezTo>
                  <a:pt x="1557799" y="6992132"/>
                  <a:pt x="1513133" y="6959377"/>
                  <a:pt x="1474426" y="6923646"/>
                </a:cubicBezTo>
                <a:cubicBezTo>
                  <a:pt x="1435716" y="6887914"/>
                  <a:pt x="1397009" y="6852183"/>
                  <a:pt x="1358298" y="6819431"/>
                </a:cubicBezTo>
                <a:cubicBezTo>
                  <a:pt x="1319591" y="6783700"/>
                  <a:pt x="1286836" y="6747970"/>
                  <a:pt x="1251105" y="6715214"/>
                </a:cubicBezTo>
                <a:cubicBezTo>
                  <a:pt x="1233240" y="6697349"/>
                  <a:pt x="1215374" y="6679483"/>
                  <a:pt x="1200487" y="6664597"/>
                </a:cubicBezTo>
                <a:cubicBezTo>
                  <a:pt x="1185598" y="6646731"/>
                  <a:pt x="1167732" y="6628866"/>
                  <a:pt x="1152846" y="6611000"/>
                </a:cubicBezTo>
                <a:cubicBezTo>
                  <a:pt x="1155822" y="6605045"/>
                  <a:pt x="1185598" y="6622911"/>
                  <a:pt x="1170712" y="6587180"/>
                </a:cubicBezTo>
                <a:cubicBezTo>
                  <a:pt x="1191553" y="6605045"/>
                  <a:pt x="1212398" y="6622910"/>
                  <a:pt x="1230264" y="6640776"/>
                </a:cubicBezTo>
                <a:cubicBezTo>
                  <a:pt x="1254084" y="6658642"/>
                  <a:pt x="1274926" y="6676507"/>
                  <a:pt x="1295770" y="6691393"/>
                </a:cubicBezTo>
                <a:cubicBezTo>
                  <a:pt x="1322567" y="6721170"/>
                  <a:pt x="1349367" y="6747969"/>
                  <a:pt x="1376164" y="6777746"/>
                </a:cubicBezTo>
                <a:lnTo>
                  <a:pt x="1382998" y="6783606"/>
                </a:lnTo>
                <a:lnTo>
                  <a:pt x="1295770" y="6691393"/>
                </a:lnTo>
                <a:cubicBezTo>
                  <a:pt x="1274926" y="6673528"/>
                  <a:pt x="1254084" y="6658642"/>
                  <a:pt x="1233240" y="6640776"/>
                </a:cubicBezTo>
                <a:cubicBezTo>
                  <a:pt x="1212398" y="6622910"/>
                  <a:pt x="1194532" y="6605045"/>
                  <a:pt x="1173688" y="6587179"/>
                </a:cubicBezTo>
                <a:cubicBezTo>
                  <a:pt x="1152846" y="6560379"/>
                  <a:pt x="1129025" y="6533583"/>
                  <a:pt x="1108180" y="6506783"/>
                </a:cubicBezTo>
                <a:cubicBezTo>
                  <a:pt x="1087339" y="6479986"/>
                  <a:pt x="1066494" y="6450210"/>
                  <a:pt x="1045653" y="6423410"/>
                </a:cubicBezTo>
                <a:close/>
                <a:moveTo>
                  <a:pt x="419367" y="2532692"/>
                </a:moveTo>
                <a:lnTo>
                  <a:pt x="420849" y="2533433"/>
                </a:lnTo>
                <a:lnTo>
                  <a:pt x="420989" y="2533017"/>
                </a:lnTo>
                <a:close/>
                <a:moveTo>
                  <a:pt x="599014" y="2105903"/>
                </a:moveTo>
                <a:cubicBezTo>
                  <a:pt x="551372" y="2183321"/>
                  <a:pt x="542438" y="2207142"/>
                  <a:pt x="533506" y="2227983"/>
                </a:cubicBezTo>
                <a:lnTo>
                  <a:pt x="509686" y="2251804"/>
                </a:lnTo>
                <a:lnTo>
                  <a:pt x="506708" y="2254409"/>
                </a:lnTo>
                <a:lnTo>
                  <a:pt x="506574" y="2254516"/>
                </a:lnTo>
                <a:lnTo>
                  <a:pt x="479910" y="2272649"/>
                </a:lnTo>
                <a:lnTo>
                  <a:pt x="479782" y="2275500"/>
                </a:lnTo>
                <a:lnTo>
                  <a:pt x="474599" y="2389489"/>
                </a:lnTo>
                <a:lnTo>
                  <a:pt x="474749" y="2389217"/>
                </a:lnTo>
                <a:lnTo>
                  <a:pt x="479910" y="2275624"/>
                </a:lnTo>
                <a:lnTo>
                  <a:pt x="506574" y="2254516"/>
                </a:lnTo>
                <a:lnTo>
                  <a:pt x="507824" y="2253665"/>
                </a:lnTo>
                <a:lnTo>
                  <a:pt x="509686" y="2251804"/>
                </a:lnTo>
                <a:lnTo>
                  <a:pt x="533507" y="2230959"/>
                </a:lnTo>
                <a:cubicBezTo>
                  <a:pt x="542438" y="2210118"/>
                  <a:pt x="554348" y="2186297"/>
                  <a:pt x="599014" y="2108879"/>
                </a:cubicBezTo>
                <a:lnTo>
                  <a:pt x="601246" y="2110368"/>
                </a:lnTo>
                <a:lnTo>
                  <a:pt x="602362" y="2108135"/>
                </a:lnTo>
                <a:close/>
                <a:moveTo>
                  <a:pt x="634742" y="1846851"/>
                </a:moveTo>
                <a:cubicBezTo>
                  <a:pt x="622831" y="1855786"/>
                  <a:pt x="607945" y="1864717"/>
                  <a:pt x="593055" y="1876627"/>
                </a:cubicBezTo>
                <a:cubicBezTo>
                  <a:pt x="572214" y="1915338"/>
                  <a:pt x="557324" y="1948089"/>
                  <a:pt x="530528" y="2007641"/>
                </a:cubicBezTo>
                <a:lnTo>
                  <a:pt x="544832" y="2019086"/>
                </a:lnTo>
                <a:lnTo>
                  <a:pt x="545298" y="2017076"/>
                </a:lnTo>
                <a:lnTo>
                  <a:pt x="533507" y="2007641"/>
                </a:lnTo>
                <a:cubicBezTo>
                  <a:pt x="560303" y="1948089"/>
                  <a:pt x="575193" y="1915334"/>
                  <a:pt x="596034" y="1876627"/>
                </a:cubicBezTo>
                <a:lnTo>
                  <a:pt x="632947" y="1850262"/>
                </a:lnTo>
                <a:close/>
                <a:moveTo>
                  <a:pt x="864018" y="1677130"/>
                </a:moveTo>
                <a:lnTo>
                  <a:pt x="860257" y="1680141"/>
                </a:lnTo>
                <a:lnTo>
                  <a:pt x="844293" y="1741521"/>
                </a:lnTo>
                <a:cubicBezTo>
                  <a:pt x="840197" y="1755291"/>
                  <a:pt x="837221" y="1763482"/>
                  <a:pt x="834242" y="1772413"/>
                </a:cubicBezTo>
                <a:cubicBezTo>
                  <a:pt x="721094" y="1924269"/>
                  <a:pt x="655586" y="2126745"/>
                  <a:pt x="560303" y="2272649"/>
                </a:cubicBezTo>
                <a:cubicBezTo>
                  <a:pt x="548393" y="2311356"/>
                  <a:pt x="536482" y="2353042"/>
                  <a:pt x="521593" y="2394728"/>
                </a:cubicBezTo>
                <a:cubicBezTo>
                  <a:pt x="506707" y="2436415"/>
                  <a:pt x="497773" y="2478101"/>
                  <a:pt x="485862" y="2519787"/>
                </a:cubicBezTo>
                <a:cubicBezTo>
                  <a:pt x="456086" y="2609115"/>
                  <a:pt x="411424" y="2704398"/>
                  <a:pt x="408444" y="2781816"/>
                </a:cubicBezTo>
                <a:cubicBezTo>
                  <a:pt x="390579" y="2841367"/>
                  <a:pt x="372714" y="2900919"/>
                  <a:pt x="357827" y="2960471"/>
                </a:cubicBezTo>
                <a:cubicBezTo>
                  <a:pt x="348893" y="3005137"/>
                  <a:pt x="342937" y="3049799"/>
                  <a:pt x="334006" y="3094464"/>
                </a:cubicBezTo>
                <a:lnTo>
                  <a:pt x="322096" y="3162947"/>
                </a:lnTo>
                <a:cubicBezTo>
                  <a:pt x="319117" y="3186768"/>
                  <a:pt x="316141" y="3207613"/>
                  <a:pt x="313161" y="3231434"/>
                </a:cubicBezTo>
                <a:cubicBezTo>
                  <a:pt x="304230" y="3293962"/>
                  <a:pt x="292320" y="3353513"/>
                  <a:pt x="286365" y="3416044"/>
                </a:cubicBezTo>
                <a:cubicBezTo>
                  <a:pt x="283386" y="3454752"/>
                  <a:pt x="280409" y="3487507"/>
                  <a:pt x="277431" y="3529193"/>
                </a:cubicBezTo>
                <a:cubicBezTo>
                  <a:pt x="280410" y="3558969"/>
                  <a:pt x="286365" y="3588745"/>
                  <a:pt x="292320" y="3648297"/>
                </a:cubicBezTo>
                <a:lnTo>
                  <a:pt x="299297" y="3583399"/>
                </a:lnTo>
                <a:lnTo>
                  <a:pt x="298275" y="3561945"/>
                </a:lnTo>
                <a:cubicBezTo>
                  <a:pt x="301251" y="3520259"/>
                  <a:pt x="307207" y="3475593"/>
                  <a:pt x="310185" y="3436886"/>
                </a:cubicBezTo>
                <a:cubicBezTo>
                  <a:pt x="316141" y="3374355"/>
                  <a:pt x="328051" y="3314803"/>
                  <a:pt x="336982" y="3252275"/>
                </a:cubicBezTo>
                <a:lnTo>
                  <a:pt x="358237" y="3226770"/>
                </a:lnTo>
                <a:lnTo>
                  <a:pt x="389100" y="3020223"/>
                </a:lnTo>
                <a:lnTo>
                  <a:pt x="387603" y="2984292"/>
                </a:lnTo>
                <a:lnTo>
                  <a:pt x="417019" y="2899960"/>
                </a:lnTo>
                <a:lnTo>
                  <a:pt x="434522" y="2829157"/>
                </a:lnTo>
                <a:lnTo>
                  <a:pt x="429289" y="2841367"/>
                </a:lnTo>
                <a:cubicBezTo>
                  <a:pt x="423334" y="2838391"/>
                  <a:pt x="417379" y="2835412"/>
                  <a:pt x="411424" y="2835412"/>
                </a:cubicBezTo>
                <a:cubicBezTo>
                  <a:pt x="396534" y="2874122"/>
                  <a:pt x="381648" y="2918785"/>
                  <a:pt x="366758" y="2963450"/>
                </a:cubicBezTo>
                <a:cubicBezTo>
                  <a:pt x="366758" y="2984292"/>
                  <a:pt x="366758" y="3008113"/>
                  <a:pt x="369737" y="3034913"/>
                </a:cubicBezTo>
                <a:cubicBezTo>
                  <a:pt x="360803" y="3082554"/>
                  <a:pt x="354848" y="3124240"/>
                  <a:pt x="348893" y="3171882"/>
                </a:cubicBezTo>
                <a:cubicBezTo>
                  <a:pt x="348893" y="3177837"/>
                  <a:pt x="345917" y="3186768"/>
                  <a:pt x="345917" y="3195703"/>
                </a:cubicBezTo>
                <a:cubicBezTo>
                  <a:pt x="334006" y="3207613"/>
                  <a:pt x="328051" y="3219523"/>
                  <a:pt x="316141" y="3231434"/>
                </a:cubicBezTo>
                <a:cubicBezTo>
                  <a:pt x="319117" y="3207613"/>
                  <a:pt x="322096" y="3186768"/>
                  <a:pt x="325072" y="3162947"/>
                </a:cubicBezTo>
                <a:lnTo>
                  <a:pt x="336982" y="3094464"/>
                </a:lnTo>
                <a:cubicBezTo>
                  <a:pt x="345916" y="3049799"/>
                  <a:pt x="351872" y="3005137"/>
                  <a:pt x="360803" y="2960471"/>
                </a:cubicBezTo>
                <a:cubicBezTo>
                  <a:pt x="378669" y="2900919"/>
                  <a:pt x="396534" y="2841367"/>
                  <a:pt x="411424" y="2781816"/>
                </a:cubicBezTo>
                <a:cubicBezTo>
                  <a:pt x="414400" y="2704398"/>
                  <a:pt x="459065" y="2612094"/>
                  <a:pt x="488841" y="2519787"/>
                </a:cubicBezTo>
                <a:cubicBezTo>
                  <a:pt x="500752" y="2478101"/>
                  <a:pt x="509683" y="2436415"/>
                  <a:pt x="524572" y="2394728"/>
                </a:cubicBezTo>
                <a:cubicBezTo>
                  <a:pt x="536482" y="2353042"/>
                  <a:pt x="551369" y="2314335"/>
                  <a:pt x="563280" y="2272649"/>
                </a:cubicBezTo>
                <a:cubicBezTo>
                  <a:pt x="658562" y="2126745"/>
                  <a:pt x="721094" y="1924269"/>
                  <a:pt x="837218" y="1772413"/>
                </a:cubicBezTo>
                <a:cubicBezTo>
                  <a:pt x="843173" y="1751568"/>
                  <a:pt x="849129" y="1739658"/>
                  <a:pt x="864018" y="1677130"/>
                </a:cubicBezTo>
                <a:close/>
                <a:moveTo>
                  <a:pt x="5842554" y="212154"/>
                </a:moveTo>
                <a:cubicBezTo>
                  <a:pt x="5911037" y="238951"/>
                  <a:pt x="5958678" y="259796"/>
                  <a:pt x="5994410" y="280637"/>
                </a:cubicBezTo>
                <a:cubicBezTo>
                  <a:pt x="6030140" y="298503"/>
                  <a:pt x="6050986" y="316368"/>
                  <a:pt x="6059917" y="334234"/>
                </a:cubicBezTo>
                <a:cubicBezTo>
                  <a:pt x="6003344" y="304458"/>
                  <a:pt x="5952723" y="283617"/>
                  <a:pt x="5914016" y="262772"/>
                </a:cubicBezTo>
                <a:cubicBezTo>
                  <a:pt x="5875306" y="241930"/>
                  <a:pt x="5851485" y="224065"/>
                  <a:pt x="5842554" y="212154"/>
                </a:cubicBezTo>
                <a:close/>
                <a:moveTo>
                  <a:pt x="917614" y="1379371"/>
                </a:moveTo>
                <a:lnTo>
                  <a:pt x="932501" y="1391281"/>
                </a:lnTo>
                <a:lnTo>
                  <a:pt x="932501" y="1391278"/>
                </a:lnTo>
                <a:lnTo>
                  <a:pt x="917618" y="1379371"/>
                </a:lnTo>
                <a:close/>
                <a:moveTo>
                  <a:pt x="5364411" y="6459"/>
                </a:moveTo>
                <a:lnTo>
                  <a:pt x="5388519" y="0"/>
                </a:lnTo>
                <a:lnTo>
                  <a:pt x="5400009" y="1487"/>
                </a:lnTo>
                <a:cubicBezTo>
                  <a:pt x="5420480" y="5953"/>
                  <a:pt x="5443556" y="12652"/>
                  <a:pt x="5467377" y="21585"/>
                </a:cubicBezTo>
                <a:cubicBezTo>
                  <a:pt x="5517995" y="42430"/>
                  <a:pt x="5574570" y="72206"/>
                  <a:pt x="5634122" y="104958"/>
                </a:cubicBezTo>
                <a:cubicBezTo>
                  <a:pt x="5513531" y="66995"/>
                  <a:pt x="5423086" y="39079"/>
                  <a:pt x="5377863" y="16189"/>
                </a:cubicBezTo>
                <a:close/>
                <a:moveTo>
                  <a:pt x="939465" y="1192120"/>
                </a:moveTo>
                <a:lnTo>
                  <a:pt x="989575" y="1178693"/>
                </a:lnTo>
                <a:lnTo>
                  <a:pt x="991590" y="1182987"/>
                </a:lnTo>
                <a:lnTo>
                  <a:pt x="984857" y="1201819"/>
                </a:lnTo>
                <a:lnTo>
                  <a:pt x="1013565" y="1172265"/>
                </a:lnTo>
                <a:lnTo>
                  <a:pt x="1103330" y="1148213"/>
                </a:lnTo>
                <a:lnTo>
                  <a:pt x="1033742" y="1224536"/>
                </a:lnTo>
                <a:lnTo>
                  <a:pt x="1048629" y="1242398"/>
                </a:lnTo>
                <a:lnTo>
                  <a:pt x="1048913" y="1242148"/>
                </a:lnTo>
                <a:lnTo>
                  <a:pt x="1036718" y="1227512"/>
                </a:lnTo>
                <a:cubicBezTo>
                  <a:pt x="1051606" y="1211136"/>
                  <a:pt x="1067983" y="1194015"/>
                  <a:pt x="1083988" y="1176894"/>
                </a:cubicBezTo>
                <a:lnTo>
                  <a:pt x="1111437" y="1146040"/>
                </a:lnTo>
                <a:lnTo>
                  <a:pt x="1250892" y="1108673"/>
                </a:lnTo>
                <a:lnTo>
                  <a:pt x="1135723" y="1237561"/>
                </a:lnTo>
                <a:cubicBezTo>
                  <a:pt x="1050117" y="1338427"/>
                  <a:pt x="969722" y="1443387"/>
                  <a:pt x="893794" y="1552068"/>
                </a:cubicBezTo>
                <a:cubicBezTo>
                  <a:pt x="849128" y="1614599"/>
                  <a:pt x="813397" y="1659261"/>
                  <a:pt x="789577" y="1694992"/>
                </a:cubicBezTo>
                <a:cubicBezTo>
                  <a:pt x="765756" y="1730724"/>
                  <a:pt x="750869" y="1757523"/>
                  <a:pt x="741935" y="1781344"/>
                </a:cubicBezTo>
                <a:cubicBezTo>
                  <a:pt x="727049" y="1808141"/>
                  <a:pt x="709183" y="1834941"/>
                  <a:pt x="694294" y="1861738"/>
                </a:cubicBezTo>
                <a:cubicBezTo>
                  <a:pt x="664518" y="1918314"/>
                  <a:pt x="634742" y="1974886"/>
                  <a:pt x="604966" y="2028483"/>
                </a:cubicBezTo>
                <a:lnTo>
                  <a:pt x="507798" y="2181601"/>
                </a:lnTo>
                <a:lnTo>
                  <a:pt x="506706" y="2186297"/>
                </a:lnTo>
                <a:cubicBezTo>
                  <a:pt x="494796" y="2213097"/>
                  <a:pt x="485862" y="2245849"/>
                  <a:pt x="473952" y="2275625"/>
                </a:cubicBezTo>
                <a:cubicBezTo>
                  <a:pt x="465020" y="2293490"/>
                  <a:pt x="459065" y="2305401"/>
                  <a:pt x="450131" y="2317311"/>
                </a:cubicBezTo>
                <a:lnTo>
                  <a:pt x="444176" y="2323266"/>
                </a:lnTo>
                <a:lnTo>
                  <a:pt x="417751" y="2411106"/>
                </a:lnTo>
                <a:cubicBezTo>
                  <a:pt x="412915" y="2433439"/>
                  <a:pt x="411424" y="2449816"/>
                  <a:pt x="411424" y="2463215"/>
                </a:cubicBezTo>
                <a:cubicBezTo>
                  <a:pt x="411424" y="2490011"/>
                  <a:pt x="414400" y="2507877"/>
                  <a:pt x="405469" y="2537653"/>
                </a:cubicBezTo>
                <a:cubicBezTo>
                  <a:pt x="390579" y="2579339"/>
                  <a:pt x="378668" y="2618049"/>
                  <a:pt x="363782" y="2659736"/>
                </a:cubicBezTo>
                <a:cubicBezTo>
                  <a:pt x="351872" y="2701422"/>
                  <a:pt x="336982" y="2740129"/>
                  <a:pt x="325072" y="2781816"/>
                </a:cubicBezTo>
                <a:cubicBezTo>
                  <a:pt x="310186" y="2844347"/>
                  <a:pt x="298275" y="2900919"/>
                  <a:pt x="283386" y="2960471"/>
                </a:cubicBezTo>
                <a:cubicBezTo>
                  <a:pt x="274455" y="3017047"/>
                  <a:pt x="268499" y="3070644"/>
                  <a:pt x="259565" y="3124240"/>
                </a:cubicBezTo>
                <a:cubicBezTo>
                  <a:pt x="250633" y="3177837"/>
                  <a:pt x="247655" y="3234410"/>
                  <a:pt x="244678" y="3288006"/>
                </a:cubicBezTo>
                <a:cubicBezTo>
                  <a:pt x="253610" y="3246320"/>
                  <a:pt x="259565" y="3207613"/>
                  <a:pt x="265520" y="3174858"/>
                </a:cubicBezTo>
                <a:lnTo>
                  <a:pt x="267452" y="3165520"/>
                </a:lnTo>
                <a:lnTo>
                  <a:pt x="271475" y="3121261"/>
                </a:lnTo>
                <a:cubicBezTo>
                  <a:pt x="280410" y="3067664"/>
                  <a:pt x="286365" y="3011092"/>
                  <a:pt x="295296" y="2957495"/>
                </a:cubicBezTo>
                <a:lnTo>
                  <a:pt x="302755" y="2959983"/>
                </a:lnTo>
                <a:lnTo>
                  <a:pt x="303402" y="2957217"/>
                </a:lnTo>
                <a:lnTo>
                  <a:pt x="295299" y="2954516"/>
                </a:lnTo>
                <a:cubicBezTo>
                  <a:pt x="310186" y="2891985"/>
                  <a:pt x="322096" y="2835412"/>
                  <a:pt x="336986" y="2775860"/>
                </a:cubicBezTo>
                <a:cubicBezTo>
                  <a:pt x="348896" y="2734174"/>
                  <a:pt x="360806" y="2692488"/>
                  <a:pt x="375693" y="2653777"/>
                </a:cubicBezTo>
                <a:lnTo>
                  <a:pt x="417188" y="2532257"/>
                </a:lnTo>
                <a:lnTo>
                  <a:pt x="414403" y="2531698"/>
                </a:lnTo>
                <a:cubicBezTo>
                  <a:pt x="423334" y="2501922"/>
                  <a:pt x="420358" y="2484056"/>
                  <a:pt x="420358" y="2457259"/>
                </a:cubicBezTo>
                <a:cubicBezTo>
                  <a:pt x="420358" y="2430460"/>
                  <a:pt x="423334" y="2391752"/>
                  <a:pt x="453110" y="2317311"/>
                </a:cubicBezTo>
                <a:cubicBezTo>
                  <a:pt x="459065" y="2305401"/>
                  <a:pt x="465020" y="2290514"/>
                  <a:pt x="476931" y="2275625"/>
                </a:cubicBezTo>
                <a:lnTo>
                  <a:pt x="477731" y="2273449"/>
                </a:lnTo>
                <a:lnTo>
                  <a:pt x="509686" y="2186297"/>
                </a:lnTo>
                <a:cubicBezTo>
                  <a:pt x="542438" y="2132700"/>
                  <a:pt x="572214" y="2082082"/>
                  <a:pt x="607945" y="2031462"/>
                </a:cubicBezTo>
                <a:cubicBezTo>
                  <a:pt x="637721" y="1974889"/>
                  <a:pt x="664521" y="1918314"/>
                  <a:pt x="697273" y="1864717"/>
                </a:cubicBezTo>
                <a:cubicBezTo>
                  <a:pt x="712162" y="1840896"/>
                  <a:pt x="730028" y="1811120"/>
                  <a:pt x="744914" y="1784323"/>
                </a:cubicBezTo>
                <a:cubicBezTo>
                  <a:pt x="753848" y="1760503"/>
                  <a:pt x="768735" y="1733703"/>
                  <a:pt x="792556" y="1697972"/>
                </a:cubicBezTo>
                <a:cubicBezTo>
                  <a:pt x="816376" y="1662241"/>
                  <a:pt x="852108" y="1617578"/>
                  <a:pt x="896773" y="1555047"/>
                </a:cubicBezTo>
                <a:cubicBezTo>
                  <a:pt x="972701" y="1444876"/>
                  <a:pt x="1053096" y="1339916"/>
                  <a:pt x="1138702" y="1239423"/>
                </a:cubicBezTo>
                <a:lnTo>
                  <a:pt x="1257734" y="1106840"/>
                </a:lnTo>
                <a:lnTo>
                  <a:pt x="1346684" y="1083006"/>
                </a:lnTo>
                <a:lnTo>
                  <a:pt x="1309169" y="1125903"/>
                </a:lnTo>
                <a:cubicBezTo>
                  <a:pt x="1278649" y="1161262"/>
                  <a:pt x="1248129" y="1197738"/>
                  <a:pt x="1218353" y="1236446"/>
                </a:cubicBezTo>
                <a:cubicBezTo>
                  <a:pt x="1200488" y="1257288"/>
                  <a:pt x="1182622" y="1275153"/>
                  <a:pt x="1167733" y="1295998"/>
                </a:cubicBezTo>
                <a:cubicBezTo>
                  <a:pt x="1149867" y="1316840"/>
                  <a:pt x="1134980" y="1337685"/>
                  <a:pt x="1117115" y="1358526"/>
                </a:cubicBezTo>
                <a:lnTo>
                  <a:pt x="893284" y="1605921"/>
                </a:lnTo>
                <a:lnTo>
                  <a:pt x="1120091" y="1355550"/>
                </a:lnTo>
                <a:cubicBezTo>
                  <a:pt x="1137957" y="1334705"/>
                  <a:pt x="1152843" y="1313864"/>
                  <a:pt x="1170708" y="1293019"/>
                </a:cubicBezTo>
                <a:cubicBezTo>
                  <a:pt x="1188574" y="1272177"/>
                  <a:pt x="1206439" y="1254312"/>
                  <a:pt x="1221329" y="1233467"/>
                </a:cubicBezTo>
                <a:cubicBezTo>
                  <a:pt x="1251105" y="1194758"/>
                  <a:pt x="1281625" y="1159027"/>
                  <a:pt x="1312145" y="1124040"/>
                </a:cubicBezTo>
                <a:lnTo>
                  <a:pt x="1347941" y="1082669"/>
                </a:lnTo>
                <a:lnTo>
                  <a:pt x="5198604" y="50887"/>
                </a:lnTo>
                <a:lnTo>
                  <a:pt x="5220239" y="57319"/>
                </a:lnTo>
                <a:lnTo>
                  <a:pt x="5273835" y="72206"/>
                </a:lnTo>
                <a:lnTo>
                  <a:pt x="5327432" y="90071"/>
                </a:lnTo>
                <a:lnTo>
                  <a:pt x="5328122" y="90703"/>
                </a:lnTo>
                <a:lnTo>
                  <a:pt x="5366558" y="97330"/>
                </a:lnTo>
                <a:cubicBezTo>
                  <a:pt x="5399776" y="105145"/>
                  <a:pt x="5439136" y="118172"/>
                  <a:pt x="5459700" y="131942"/>
                </a:cubicBezTo>
                <a:lnTo>
                  <a:pt x="5472710" y="151655"/>
                </a:lnTo>
                <a:lnTo>
                  <a:pt x="5476311" y="152602"/>
                </a:lnTo>
                <a:cubicBezTo>
                  <a:pt x="5503108" y="164513"/>
                  <a:pt x="5532884" y="176423"/>
                  <a:pt x="5559684" y="185354"/>
                </a:cubicBezTo>
                <a:cubicBezTo>
                  <a:pt x="5583505" y="194289"/>
                  <a:pt x="5607325" y="203220"/>
                  <a:pt x="5631147" y="215130"/>
                </a:cubicBezTo>
                <a:cubicBezTo>
                  <a:pt x="5654967" y="227041"/>
                  <a:pt x="5678788" y="235975"/>
                  <a:pt x="5702608" y="247885"/>
                </a:cubicBezTo>
                <a:cubicBezTo>
                  <a:pt x="5714519" y="256817"/>
                  <a:pt x="5732385" y="265751"/>
                  <a:pt x="5756205" y="277661"/>
                </a:cubicBezTo>
                <a:cubicBezTo>
                  <a:pt x="5768115" y="283617"/>
                  <a:pt x="5780026" y="289572"/>
                  <a:pt x="5791937" y="295527"/>
                </a:cubicBezTo>
                <a:cubicBezTo>
                  <a:pt x="5803847" y="301482"/>
                  <a:pt x="5818733" y="307437"/>
                  <a:pt x="5830644" y="316368"/>
                </a:cubicBezTo>
                <a:cubicBezTo>
                  <a:pt x="5884240" y="343168"/>
                  <a:pt x="5937837" y="369965"/>
                  <a:pt x="5961658" y="390810"/>
                </a:cubicBezTo>
                <a:cubicBezTo>
                  <a:pt x="6015254" y="426541"/>
                  <a:pt x="6071830" y="459293"/>
                  <a:pt x="6128403" y="498003"/>
                </a:cubicBezTo>
                <a:cubicBezTo>
                  <a:pt x="6155202" y="515869"/>
                  <a:pt x="6184979" y="536710"/>
                  <a:pt x="6214755" y="557555"/>
                </a:cubicBezTo>
                <a:lnTo>
                  <a:pt x="6217256" y="559340"/>
                </a:lnTo>
                <a:lnTo>
                  <a:pt x="6261383" y="586149"/>
                </a:lnTo>
                <a:lnTo>
                  <a:pt x="6417221" y="698379"/>
                </a:lnTo>
                <a:lnTo>
                  <a:pt x="7635473" y="5244954"/>
                </a:lnTo>
                <a:lnTo>
                  <a:pt x="7555824" y="5419713"/>
                </a:lnTo>
                <a:cubicBezTo>
                  <a:pt x="7525349" y="5481984"/>
                  <a:pt x="7493226" y="5543303"/>
                  <a:pt x="7459513" y="5603611"/>
                </a:cubicBezTo>
                <a:lnTo>
                  <a:pt x="7432760" y="5645910"/>
                </a:lnTo>
                <a:lnTo>
                  <a:pt x="7432588" y="5646260"/>
                </a:lnTo>
                <a:cubicBezTo>
                  <a:pt x="7420679" y="5676036"/>
                  <a:pt x="7396857" y="5714746"/>
                  <a:pt x="7370057" y="5753453"/>
                </a:cubicBezTo>
                <a:cubicBezTo>
                  <a:pt x="7343261" y="5792164"/>
                  <a:pt x="7319440" y="5833850"/>
                  <a:pt x="7307530" y="5869581"/>
                </a:cubicBezTo>
                <a:cubicBezTo>
                  <a:pt x="7286685" y="5896378"/>
                  <a:pt x="7259888" y="5926153"/>
                  <a:pt x="7236067" y="5958909"/>
                </a:cubicBezTo>
                <a:cubicBezTo>
                  <a:pt x="7212246" y="5991661"/>
                  <a:pt x="7191402" y="6027392"/>
                  <a:pt x="7176515" y="6060147"/>
                </a:cubicBezTo>
                <a:cubicBezTo>
                  <a:pt x="7090164" y="6179251"/>
                  <a:pt x="6950219" y="6331107"/>
                  <a:pt x="6825159" y="6456166"/>
                </a:cubicBezTo>
                <a:cubicBezTo>
                  <a:pt x="6786450" y="6488920"/>
                  <a:pt x="6747742" y="6521672"/>
                  <a:pt x="6709032" y="6554427"/>
                </a:cubicBezTo>
                <a:lnTo>
                  <a:pt x="6697890" y="6562899"/>
                </a:lnTo>
                <a:lnTo>
                  <a:pt x="6693086" y="6567763"/>
                </a:lnTo>
                <a:lnTo>
                  <a:pt x="6644525" y="6607349"/>
                </a:lnTo>
                <a:lnTo>
                  <a:pt x="6604818" y="6652687"/>
                </a:lnTo>
                <a:cubicBezTo>
                  <a:pt x="6557176" y="6691397"/>
                  <a:pt x="6509535" y="6727128"/>
                  <a:pt x="6458914" y="6762859"/>
                </a:cubicBezTo>
                <a:lnTo>
                  <a:pt x="6436053" y="6777302"/>
                </a:lnTo>
                <a:lnTo>
                  <a:pt x="6373957" y="6827922"/>
                </a:lnTo>
                <a:lnTo>
                  <a:pt x="6364991" y="6833746"/>
                </a:lnTo>
                <a:lnTo>
                  <a:pt x="6358255" y="6840083"/>
                </a:lnTo>
                <a:lnTo>
                  <a:pt x="3387117" y="7636198"/>
                </a:lnTo>
                <a:lnTo>
                  <a:pt x="3347331" y="7629337"/>
                </a:lnTo>
                <a:cubicBezTo>
                  <a:pt x="3320534" y="7623382"/>
                  <a:pt x="3293734" y="7620405"/>
                  <a:pt x="3266937" y="7614450"/>
                </a:cubicBezTo>
                <a:cubicBezTo>
                  <a:pt x="3159744" y="7596585"/>
                  <a:pt x="3061482" y="7575741"/>
                  <a:pt x="2942378" y="7531078"/>
                </a:cubicBezTo>
                <a:cubicBezTo>
                  <a:pt x="2864961" y="7513212"/>
                  <a:pt x="2820299" y="7495347"/>
                  <a:pt x="2778612" y="7483437"/>
                </a:cubicBezTo>
                <a:cubicBezTo>
                  <a:pt x="2760747" y="7471526"/>
                  <a:pt x="2745857" y="7456636"/>
                  <a:pt x="2730970" y="7441750"/>
                </a:cubicBezTo>
                <a:cubicBezTo>
                  <a:pt x="2695239" y="7435795"/>
                  <a:pt x="2659508" y="7429840"/>
                  <a:pt x="2620798" y="7420906"/>
                </a:cubicBezTo>
                <a:cubicBezTo>
                  <a:pt x="2564225" y="7394109"/>
                  <a:pt x="2513604" y="7367309"/>
                  <a:pt x="2457032" y="7337533"/>
                </a:cubicBezTo>
                <a:cubicBezTo>
                  <a:pt x="2439166" y="7337533"/>
                  <a:pt x="2427256" y="7340512"/>
                  <a:pt x="2409390" y="7340512"/>
                </a:cubicBezTo>
                <a:cubicBezTo>
                  <a:pt x="2349839" y="7310736"/>
                  <a:pt x="2296241" y="7283936"/>
                  <a:pt x="2239666" y="7254160"/>
                </a:cubicBezTo>
                <a:cubicBezTo>
                  <a:pt x="2230735" y="7236294"/>
                  <a:pt x="2218824" y="7218429"/>
                  <a:pt x="2209890" y="7200563"/>
                </a:cubicBezTo>
                <a:cubicBezTo>
                  <a:pt x="2209890" y="7200563"/>
                  <a:pt x="2212869" y="7200563"/>
                  <a:pt x="2215845" y="7197588"/>
                </a:cubicBezTo>
                <a:cubicBezTo>
                  <a:pt x="2248600" y="7218429"/>
                  <a:pt x="2284332" y="7236295"/>
                  <a:pt x="2320063" y="7254160"/>
                </a:cubicBezTo>
                <a:cubicBezTo>
                  <a:pt x="2355794" y="7272026"/>
                  <a:pt x="2388546" y="7289891"/>
                  <a:pt x="2424277" y="7310736"/>
                </a:cubicBezTo>
                <a:cubicBezTo>
                  <a:pt x="2436187" y="7304781"/>
                  <a:pt x="2445122" y="7298825"/>
                  <a:pt x="2454053" y="7292870"/>
                </a:cubicBezTo>
                <a:cubicBezTo>
                  <a:pt x="2397480" y="7266071"/>
                  <a:pt x="2361749" y="7236295"/>
                  <a:pt x="2331973" y="7212474"/>
                </a:cubicBezTo>
                <a:cubicBezTo>
                  <a:pt x="2302197" y="7188653"/>
                  <a:pt x="2272421" y="7173767"/>
                  <a:pt x="2230735" y="7167811"/>
                </a:cubicBezTo>
                <a:cubicBezTo>
                  <a:pt x="2147362" y="7108260"/>
                  <a:pt x="2120562" y="7108259"/>
                  <a:pt x="2090786" y="7087415"/>
                </a:cubicBezTo>
                <a:cubicBezTo>
                  <a:pt x="2049100" y="7060618"/>
                  <a:pt x="2010393" y="7036797"/>
                  <a:pt x="1971682" y="7009998"/>
                </a:cubicBezTo>
                <a:cubicBezTo>
                  <a:pt x="1876399" y="6956401"/>
                  <a:pt x="1903199" y="7012976"/>
                  <a:pt x="1784096" y="6929604"/>
                </a:cubicBezTo>
                <a:cubicBezTo>
                  <a:pt x="1760275" y="6911738"/>
                  <a:pt x="1739430" y="6893873"/>
                  <a:pt x="1712634" y="6870053"/>
                </a:cubicBezTo>
                <a:cubicBezTo>
                  <a:pt x="1718589" y="6870053"/>
                  <a:pt x="1724544" y="6867073"/>
                  <a:pt x="1727520" y="6864097"/>
                </a:cubicBezTo>
                <a:cubicBezTo>
                  <a:pt x="1754320" y="6873029"/>
                  <a:pt x="1775161" y="6878983"/>
                  <a:pt x="1798982" y="6884939"/>
                </a:cubicBezTo>
                <a:cubicBezTo>
                  <a:pt x="1748365" y="6828366"/>
                  <a:pt x="1739430" y="6804545"/>
                  <a:pt x="1650103" y="6730104"/>
                </a:cubicBezTo>
                <a:cubicBezTo>
                  <a:pt x="1620327" y="6706283"/>
                  <a:pt x="1593530" y="6682462"/>
                  <a:pt x="1566730" y="6661621"/>
                </a:cubicBezTo>
                <a:cubicBezTo>
                  <a:pt x="1539933" y="6637800"/>
                  <a:pt x="1513133" y="6616955"/>
                  <a:pt x="1489312" y="6593135"/>
                </a:cubicBezTo>
                <a:cubicBezTo>
                  <a:pt x="1471447" y="6575269"/>
                  <a:pt x="1423806" y="6557403"/>
                  <a:pt x="1391053" y="6512741"/>
                </a:cubicBezTo>
                <a:cubicBezTo>
                  <a:pt x="1340433" y="6459144"/>
                  <a:pt x="1298746" y="6408524"/>
                  <a:pt x="1248129" y="6354927"/>
                </a:cubicBezTo>
                <a:lnTo>
                  <a:pt x="1238322" y="6324279"/>
                </a:lnTo>
                <a:lnTo>
                  <a:pt x="1209418" y="6295375"/>
                </a:lnTo>
                <a:cubicBezTo>
                  <a:pt x="1176667" y="6262623"/>
                  <a:pt x="1143912" y="6226892"/>
                  <a:pt x="1111160" y="6188182"/>
                </a:cubicBezTo>
                <a:cubicBezTo>
                  <a:pt x="1105205" y="6167340"/>
                  <a:pt x="1060539" y="6110764"/>
                  <a:pt x="1099249" y="6134585"/>
                </a:cubicBezTo>
                <a:cubicBezTo>
                  <a:pt x="1084360" y="6116720"/>
                  <a:pt x="1072449" y="6095878"/>
                  <a:pt x="1060539" y="6080988"/>
                </a:cubicBezTo>
                <a:lnTo>
                  <a:pt x="1055928" y="6073758"/>
                </a:lnTo>
                <a:lnTo>
                  <a:pt x="1009918" y="6042278"/>
                </a:lnTo>
                <a:cubicBezTo>
                  <a:pt x="974187" y="6000592"/>
                  <a:pt x="944411" y="5955930"/>
                  <a:pt x="920590" y="5914243"/>
                </a:cubicBezTo>
                <a:cubicBezTo>
                  <a:pt x="896770" y="5869578"/>
                  <a:pt x="878904" y="5827891"/>
                  <a:pt x="869973" y="5795139"/>
                </a:cubicBezTo>
                <a:lnTo>
                  <a:pt x="864018" y="5795140"/>
                </a:lnTo>
                <a:cubicBezTo>
                  <a:pt x="840197" y="5753454"/>
                  <a:pt x="816376" y="5708791"/>
                  <a:pt x="795535" y="5664126"/>
                </a:cubicBezTo>
                <a:cubicBezTo>
                  <a:pt x="774690" y="5619463"/>
                  <a:pt x="750869" y="5577777"/>
                  <a:pt x="730028" y="5533111"/>
                </a:cubicBezTo>
                <a:cubicBezTo>
                  <a:pt x="706207" y="5482494"/>
                  <a:pt x="682386" y="5431873"/>
                  <a:pt x="661541" y="5381255"/>
                </a:cubicBezTo>
                <a:cubicBezTo>
                  <a:pt x="640700" y="5330635"/>
                  <a:pt x="619855" y="5277038"/>
                  <a:pt x="599014" y="5226421"/>
                </a:cubicBezTo>
                <a:cubicBezTo>
                  <a:pt x="622834" y="5259173"/>
                  <a:pt x="643676" y="5291928"/>
                  <a:pt x="661541" y="5330635"/>
                </a:cubicBezTo>
                <a:cubicBezTo>
                  <a:pt x="679407" y="5369346"/>
                  <a:pt x="697273" y="5411032"/>
                  <a:pt x="724073" y="5461649"/>
                </a:cubicBezTo>
                <a:cubicBezTo>
                  <a:pt x="735983" y="5479515"/>
                  <a:pt x="738959" y="5509290"/>
                  <a:pt x="744914" y="5533112"/>
                </a:cubicBezTo>
                <a:lnTo>
                  <a:pt x="753530" y="5545744"/>
                </a:lnTo>
                <a:lnTo>
                  <a:pt x="742926" y="5490615"/>
                </a:lnTo>
                <a:lnTo>
                  <a:pt x="715276" y="5440433"/>
                </a:lnTo>
                <a:lnTo>
                  <a:pt x="670266" y="5339222"/>
                </a:lnTo>
                <a:lnTo>
                  <a:pt x="616876" y="5250239"/>
                </a:lnTo>
                <a:cubicBezTo>
                  <a:pt x="596034" y="5190686"/>
                  <a:pt x="572214" y="5131135"/>
                  <a:pt x="551369" y="5071583"/>
                </a:cubicBezTo>
                <a:lnTo>
                  <a:pt x="495246" y="4888441"/>
                </a:lnTo>
                <a:lnTo>
                  <a:pt x="476818" y="4835054"/>
                </a:lnTo>
                <a:cubicBezTo>
                  <a:pt x="445592" y="4730083"/>
                  <a:pt x="418767" y="4623215"/>
                  <a:pt x="396553" y="4514668"/>
                </a:cubicBezTo>
                <a:lnTo>
                  <a:pt x="361056" y="4282085"/>
                </a:lnTo>
                <a:lnTo>
                  <a:pt x="360803" y="4288478"/>
                </a:lnTo>
                <a:cubicBezTo>
                  <a:pt x="360803" y="4303367"/>
                  <a:pt x="360803" y="4315278"/>
                  <a:pt x="363782" y="4336119"/>
                </a:cubicBezTo>
                <a:cubicBezTo>
                  <a:pt x="369737" y="4371850"/>
                  <a:pt x="375692" y="4407581"/>
                  <a:pt x="378669" y="4446292"/>
                </a:cubicBezTo>
                <a:cubicBezTo>
                  <a:pt x="384624" y="4484999"/>
                  <a:pt x="390579" y="4523709"/>
                  <a:pt x="396534" y="4559440"/>
                </a:cubicBezTo>
                <a:cubicBezTo>
                  <a:pt x="381648" y="4532640"/>
                  <a:pt x="375693" y="4496909"/>
                  <a:pt x="366758" y="4461178"/>
                </a:cubicBezTo>
                <a:cubicBezTo>
                  <a:pt x="360803" y="4422471"/>
                  <a:pt x="354848" y="4380785"/>
                  <a:pt x="345917" y="4336119"/>
                </a:cubicBezTo>
                <a:cubicBezTo>
                  <a:pt x="331027" y="4336119"/>
                  <a:pt x="328051" y="4336119"/>
                  <a:pt x="322096" y="4336119"/>
                </a:cubicBezTo>
                <a:cubicBezTo>
                  <a:pt x="319117" y="4303367"/>
                  <a:pt x="316141" y="4273591"/>
                  <a:pt x="307206" y="4222971"/>
                </a:cubicBezTo>
                <a:cubicBezTo>
                  <a:pt x="301251" y="4199150"/>
                  <a:pt x="292320" y="4175329"/>
                  <a:pt x="286365" y="4151508"/>
                </a:cubicBezTo>
                <a:cubicBezTo>
                  <a:pt x="280409" y="4127688"/>
                  <a:pt x="274454" y="4103867"/>
                  <a:pt x="268499" y="4083025"/>
                </a:cubicBezTo>
                <a:cubicBezTo>
                  <a:pt x="250633" y="4062181"/>
                  <a:pt x="235744" y="4047294"/>
                  <a:pt x="217878" y="4029428"/>
                </a:cubicBezTo>
                <a:cubicBezTo>
                  <a:pt x="211924" y="4029429"/>
                  <a:pt x="208947" y="4029429"/>
                  <a:pt x="202992" y="4029429"/>
                </a:cubicBezTo>
                <a:cubicBezTo>
                  <a:pt x="197037" y="4011563"/>
                  <a:pt x="191082" y="3984763"/>
                  <a:pt x="188103" y="3954987"/>
                </a:cubicBezTo>
                <a:cubicBezTo>
                  <a:pt x="185127" y="3925211"/>
                  <a:pt x="182147" y="3892459"/>
                  <a:pt x="182148" y="3859704"/>
                </a:cubicBezTo>
                <a:cubicBezTo>
                  <a:pt x="182148" y="3797176"/>
                  <a:pt x="185127" y="3740600"/>
                  <a:pt x="194058" y="3725714"/>
                </a:cubicBezTo>
                <a:cubicBezTo>
                  <a:pt x="197037" y="3707849"/>
                  <a:pt x="197037" y="3692959"/>
                  <a:pt x="200013" y="3678073"/>
                </a:cubicBezTo>
                <a:lnTo>
                  <a:pt x="210154" y="3645396"/>
                </a:lnTo>
                <a:lnTo>
                  <a:pt x="205224" y="3570879"/>
                </a:lnTo>
                <a:cubicBezTo>
                  <a:pt x="205968" y="3533660"/>
                  <a:pt x="208944" y="3494950"/>
                  <a:pt x="211924" y="3460707"/>
                </a:cubicBezTo>
                <a:lnTo>
                  <a:pt x="223834" y="3438377"/>
                </a:lnTo>
                <a:lnTo>
                  <a:pt x="223834" y="3424976"/>
                </a:lnTo>
                <a:cubicBezTo>
                  <a:pt x="217878" y="3442841"/>
                  <a:pt x="208947" y="3454752"/>
                  <a:pt x="200013" y="3469641"/>
                </a:cubicBezTo>
                <a:cubicBezTo>
                  <a:pt x="194058" y="3457731"/>
                  <a:pt x="185126" y="3451776"/>
                  <a:pt x="179171" y="3439865"/>
                </a:cubicBezTo>
                <a:cubicBezTo>
                  <a:pt x="167261" y="3422000"/>
                  <a:pt x="170237" y="3261210"/>
                  <a:pt x="140461" y="3386268"/>
                </a:cubicBezTo>
                <a:lnTo>
                  <a:pt x="133390" y="3343838"/>
                </a:lnTo>
                <a:lnTo>
                  <a:pt x="131530" y="3347558"/>
                </a:lnTo>
                <a:cubicBezTo>
                  <a:pt x="128551" y="3386268"/>
                  <a:pt x="122595" y="3427955"/>
                  <a:pt x="119620" y="3466662"/>
                </a:cubicBezTo>
                <a:cubicBezTo>
                  <a:pt x="116641" y="3505372"/>
                  <a:pt x="110685" y="3547059"/>
                  <a:pt x="110685" y="3585766"/>
                </a:cubicBezTo>
                <a:cubicBezTo>
                  <a:pt x="107709" y="3615542"/>
                  <a:pt x="104730" y="3648297"/>
                  <a:pt x="101754" y="3678073"/>
                </a:cubicBezTo>
                <a:lnTo>
                  <a:pt x="101754" y="3868635"/>
                </a:lnTo>
                <a:cubicBezTo>
                  <a:pt x="101754" y="3901390"/>
                  <a:pt x="101754" y="3934142"/>
                  <a:pt x="104730" y="3966898"/>
                </a:cubicBezTo>
                <a:cubicBezTo>
                  <a:pt x="107709" y="3999649"/>
                  <a:pt x="110685" y="4032405"/>
                  <a:pt x="110685" y="4065157"/>
                </a:cubicBezTo>
                <a:cubicBezTo>
                  <a:pt x="98775" y="4068136"/>
                  <a:pt x="101754" y="4178305"/>
                  <a:pt x="83888" y="4157464"/>
                </a:cubicBezTo>
                <a:cubicBezTo>
                  <a:pt x="80909" y="4157464"/>
                  <a:pt x="80909" y="4157464"/>
                  <a:pt x="77933" y="4157464"/>
                </a:cubicBezTo>
                <a:cubicBezTo>
                  <a:pt x="60068" y="4091957"/>
                  <a:pt x="60068" y="4035380"/>
                  <a:pt x="60068" y="3978808"/>
                </a:cubicBezTo>
                <a:cubicBezTo>
                  <a:pt x="60068" y="3922232"/>
                  <a:pt x="68999" y="3865659"/>
                  <a:pt x="60068" y="3794197"/>
                </a:cubicBezTo>
                <a:cubicBezTo>
                  <a:pt x="63044" y="3743576"/>
                  <a:pt x="68999" y="3698914"/>
                  <a:pt x="74954" y="3651272"/>
                </a:cubicBezTo>
                <a:lnTo>
                  <a:pt x="101742" y="3678057"/>
                </a:lnTo>
                <a:lnTo>
                  <a:pt x="77933" y="3648296"/>
                </a:lnTo>
                <a:cubicBezTo>
                  <a:pt x="71978" y="3618521"/>
                  <a:pt x="71978" y="3585766"/>
                  <a:pt x="71978" y="3541103"/>
                </a:cubicBezTo>
                <a:cubicBezTo>
                  <a:pt x="71978" y="3496438"/>
                  <a:pt x="74954" y="3442841"/>
                  <a:pt x="77933" y="3377334"/>
                </a:cubicBezTo>
                <a:cubicBezTo>
                  <a:pt x="77933" y="3362448"/>
                  <a:pt x="80909" y="3347558"/>
                  <a:pt x="80909" y="3332672"/>
                </a:cubicBezTo>
                <a:cubicBezTo>
                  <a:pt x="83888" y="3308851"/>
                  <a:pt x="86864" y="3282051"/>
                  <a:pt x="89844" y="3258230"/>
                </a:cubicBezTo>
                <a:cubicBezTo>
                  <a:pt x="101754" y="3216544"/>
                  <a:pt x="113664" y="3165927"/>
                  <a:pt x="125575" y="3124240"/>
                </a:cubicBezTo>
                <a:lnTo>
                  <a:pt x="143378" y="3035228"/>
                </a:lnTo>
                <a:lnTo>
                  <a:pt x="137485" y="3014068"/>
                </a:lnTo>
                <a:cubicBezTo>
                  <a:pt x="131530" y="3052778"/>
                  <a:pt x="122595" y="3088509"/>
                  <a:pt x="116640" y="3133172"/>
                </a:cubicBezTo>
                <a:cubicBezTo>
                  <a:pt x="104730" y="3174858"/>
                  <a:pt x="92820" y="3225478"/>
                  <a:pt x="80910" y="3267165"/>
                </a:cubicBezTo>
                <a:cubicBezTo>
                  <a:pt x="77933" y="3290986"/>
                  <a:pt x="74954" y="3317782"/>
                  <a:pt x="71978" y="3341603"/>
                </a:cubicBezTo>
                <a:cubicBezTo>
                  <a:pt x="71978" y="3356493"/>
                  <a:pt x="68999" y="3371379"/>
                  <a:pt x="68999" y="3386268"/>
                </a:cubicBezTo>
                <a:cubicBezTo>
                  <a:pt x="68999" y="3451776"/>
                  <a:pt x="66023" y="3505372"/>
                  <a:pt x="63044" y="3550035"/>
                </a:cubicBezTo>
                <a:cubicBezTo>
                  <a:pt x="63044" y="3594700"/>
                  <a:pt x="66023" y="3627452"/>
                  <a:pt x="68999" y="3657228"/>
                </a:cubicBezTo>
                <a:cubicBezTo>
                  <a:pt x="63044" y="3707849"/>
                  <a:pt x="57089" y="3752511"/>
                  <a:pt x="54113" y="3800152"/>
                </a:cubicBezTo>
                <a:cubicBezTo>
                  <a:pt x="63044" y="3871615"/>
                  <a:pt x="54112" y="3928190"/>
                  <a:pt x="54112" y="3984763"/>
                </a:cubicBezTo>
                <a:cubicBezTo>
                  <a:pt x="54112" y="4041339"/>
                  <a:pt x="54112" y="4097911"/>
                  <a:pt x="71978" y="4163419"/>
                </a:cubicBezTo>
                <a:cubicBezTo>
                  <a:pt x="71978" y="4163419"/>
                  <a:pt x="74954" y="4163419"/>
                  <a:pt x="77933" y="4163419"/>
                </a:cubicBezTo>
                <a:cubicBezTo>
                  <a:pt x="89843" y="4219995"/>
                  <a:pt x="101754" y="4273591"/>
                  <a:pt x="116640" y="4333143"/>
                </a:cubicBezTo>
                <a:cubicBezTo>
                  <a:pt x="119620" y="4371850"/>
                  <a:pt x="128551" y="4407581"/>
                  <a:pt x="137485" y="4473088"/>
                </a:cubicBezTo>
                <a:cubicBezTo>
                  <a:pt x="152372" y="4523709"/>
                  <a:pt x="167261" y="4571351"/>
                  <a:pt x="182148" y="4616013"/>
                </a:cubicBezTo>
                <a:cubicBezTo>
                  <a:pt x="188847" y="4700874"/>
                  <a:pt x="234069" y="4835983"/>
                  <a:pt x="252494" y="4923357"/>
                </a:cubicBezTo>
                <a:lnTo>
                  <a:pt x="258633" y="4982258"/>
                </a:lnTo>
                <a:lnTo>
                  <a:pt x="271478" y="4982258"/>
                </a:lnTo>
                <a:cubicBezTo>
                  <a:pt x="304230" y="5065631"/>
                  <a:pt x="325075" y="5110293"/>
                  <a:pt x="336985" y="5140069"/>
                </a:cubicBezTo>
                <a:cubicBezTo>
                  <a:pt x="351872" y="5169845"/>
                  <a:pt x="357827" y="5190690"/>
                  <a:pt x="360806" y="5220465"/>
                </a:cubicBezTo>
                <a:cubicBezTo>
                  <a:pt x="348896" y="5217487"/>
                  <a:pt x="334006" y="5187711"/>
                  <a:pt x="316141" y="5151980"/>
                </a:cubicBezTo>
                <a:cubicBezTo>
                  <a:pt x="298275" y="5116248"/>
                  <a:pt x="283389" y="5074562"/>
                  <a:pt x="268499" y="5044786"/>
                </a:cubicBezTo>
                <a:cubicBezTo>
                  <a:pt x="253613" y="5006079"/>
                  <a:pt x="280410" y="5113273"/>
                  <a:pt x="265523" y="5074562"/>
                </a:cubicBezTo>
                <a:lnTo>
                  <a:pt x="239617" y="4994260"/>
                </a:lnTo>
                <a:lnTo>
                  <a:pt x="220858" y="4997144"/>
                </a:lnTo>
                <a:cubicBezTo>
                  <a:pt x="211923" y="4973324"/>
                  <a:pt x="205968" y="4949503"/>
                  <a:pt x="200013" y="4928662"/>
                </a:cubicBezTo>
                <a:cubicBezTo>
                  <a:pt x="167261" y="4895906"/>
                  <a:pt x="143440" y="4827423"/>
                  <a:pt x="128551" y="4764892"/>
                </a:cubicBezTo>
                <a:cubicBezTo>
                  <a:pt x="113664" y="4702365"/>
                  <a:pt x="101754" y="4642812"/>
                  <a:pt x="83889" y="4618992"/>
                </a:cubicBezTo>
                <a:cubicBezTo>
                  <a:pt x="68999" y="4565395"/>
                  <a:pt x="68999" y="4508820"/>
                  <a:pt x="80909" y="4496909"/>
                </a:cubicBezTo>
                <a:cubicBezTo>
                  <a:pt x="74954" y="4449268"/>
                  <a:pt x="66023" y="4401626"/>
                  <a:pt x="60068" y="4353985"/>
                </a:cubicBezTo>
                <a:cubicBezTo>
                  <a:pt x="54113" y="4306343"/>
                  <a:pt x="51134" y="4258702"/>
                  <a:pt x="45178" y="4211060"/>
                </a:cubicBezTo>
                <a:cubicBezTo>
                  <a:pt x="33268" y="4175329"/>
                  <a:pt x="21357" y="4145553"/>
                  <a:pt x="12426" y="4106846"/>
                </a:cubicBezTo>
                <a:cubicBezTo>
                  <a:pt x="-5440" y="3904370"/>
                  <a:pt x="-8418" y="3669139"/>
                  <a:pt x="33268" y="3553014"/>
                </a:cubicBezTo>
                <a:cubicBezTo>
                  <a:pt x="36247" y="3502393"/>
                  <a:pt x="39223" y="3439865"/>
                  <a:pt x="54112" y="3410089"/>
                </a:cubicBezTo>
                <a:cubicBezTo>
                  <a:pt x="48157" y="3383289"/>
                  <a:pt x="42202" y="3359469"/>
                  <a:pt x="36247" y="3332672"/>
                </a:cubicBezTo>
                <a:cubicBezTo>
                  <a:pt x="42202" y="3282051"/>
                  <a:pt x="36247" y="3165927"/>
                  <a:pt x="71978" y="3118285"/>
                </a:cubicBezTo>
                <a:cubicBezTo>
                  <a:pt x="74954" y="3097440"/>
                  <a:pt x="77933" y="3082554"/>
                  <a:pt x="80909" y="3067664"/>
                </a:cubicBezTo>
                <a:cubicBezTo>
                  <a:pt x="86864" y="2993226"/>
                  <a:pt x="92820" y="2942606"/>
                  <a:pt x="104730" y="2894964"/>
                </a:cubicBezTo>
                <a:cubicBezTo>
                  <a:pt x="125575" y="2853278"/>
                  <a:pt x="152371" y="2784795"/>
                  <a:pt x="167261" y="2769905"/>
                </a:cubicBezTo>
                <a:cubicBezTo>
                  <a:pt x="182147" y="2802660"/>
                  <a:pt x="146416" y="2886033"/>
                  <a:pt x="152372" y="2939630"/>
                </a:cubicBezTo>
                <a:lnTo>
                  <a:pt x="167255" y="2910538"/>
                </a:lnTo>
                <a:lnTo>
                  <a:pt x="176192" y="2840995"/>
                </a:lnTo>
                <a:cubicBezTo>
                  <a:pt x="182148" y="2809356"/>
                  <a:pt x="186615" y="2780328"/>
                  <a:pt x="179172" y="2763950"/>
                </a:cubicBezTo>
                <a:cubicBezTo>
                  <a:pt x="188103" y="2728219"/>
                  <a:pt x="197037" y="2701419"/>
                  <a:pt x="205968" y="2665688"/>
                </a:cubicBezTo>
                <a:cubicBezTo>
                  <a:pt x="220858" y="2618046"/>
                  <a:pt x="232768" y="2567429"/>
                  <a:pt x="247655" y="2516808"/>
                </a:cubicBezTo>
                <a:cubicBezTo>
                  <a:pt x="262544" y="2466191"/>
                  <a:pt x="280409" y="2415570"/>
                  <a:pt x="298275" y="2364953"/>
                </a:cubicBezTo>
                <a:lnTo>
                  <a:pt x="302067" y="2360685"/>
                </a:lnTo>
                <a:lnTo>
                  <a:pt x="325075" y="2239894"/>
                </a:lnTo>
                <a:cubicBezTo>
                  <a:pt x="336985" y="2216073"/>
                  <a:pt x="348896" y="2183318"/>
                  <a:pt x="357827" y="2153542"/>
                </a:cubicBezTo>
                <a:cubicBezTo>
                  <a:pt x="369738" y="2123766"/>
                  <a:pt x="384627" y="2099945"/>
                  <a:pt x="396537" y="2082080"/>
                </a:cubicBezTo>
                <a:cubicBezTo>
                  <a:pt x="423334" y="2031462"/>
                  <a:pt x="444179" y="1980841"/>
                  <a:pt x="473955" y="1933200"/>
                </a:cubicBezTo>
                <a:cubicBezTo>
                  <a:pt x="494796" y="1885558"/>
                  <a:pt x="515641" y="1846851"/>
                  <a:pt x="536483" y="1799210"/>
                </a:cubicBezTo>
                <a:cubicBezTo>
                  <a:pt x="539462" y="1757523"/>
                  <a:pt x="599013" y="1680106"/>
                  <a:pt x="625810" y="1626509"/>
                </a:cubicBezTo>
                <a:cubicBezTo>
                  <a:pt x="640700" y="1608644"/>
                  <a:pt x="658565" y="1590778"/>
                  <a:pt x="691317" y="1552068"/>
                </a:cubicBezTo>
                <a:cubicBezTo>
                  <a:pt x="712162" y="1507406"/>
                  <a:pt x="730028" y="1474651"/>
                  <a:pt x="744914" y="1447854"/>
                </a:cubicBezTo>
                <a:cubicBezTo>
                  <a:pt x="759804" y="1421054"/>
                  <a:pt x="774690" y="1403188"/>
                  <a:pt x="789580" y="1382347"/>
                </a:cubicBezTo>
                <a:cubicBezTo>
                  <a:pt x="807445" y="1364481"/>
                  <a:pt x="834242" y="1334705"/>
                  <a:pt x="837221" y="1358526"/>
                </a:cubicBezTo>
                <a:cubicBezTo>
                  <a:pt x="840197" y="1355547"/>
                  <a:pt x="846152" y="1346616"/>
                  <a:pt x="849132" y="1340660"/>
                </a:cubicBezTo>
                <a:cubicBezTo>
                  <a:pt x="864018" y="1307905"/>
                  <a:pt x="878907" y="1278129"/>
                  <a:pt x="896773" y="1245378"/>
                </a:cubicBezTo>
                <a:cubicBezTo>
                  <a:pt x="904217" y="1237189"/>
                  <a:pt x="912033" y="1227511"/>
                  <a:pt x="919989" y="1217322"/>
                </a:cubicBezTo>
                <a:close/>
              </a:path>
            </a:pathLst>
          </a:custGeom>
          <a:solidFill>
            <a:schemeClr val="bg1">
              <a:alpha val="46000"/>
            </a:schemeClr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lvl="0" rtl="0"/>
            <a:endParaRPr lang="ru-RU" noProof="0" dirty="0"/>
          </a:p>
        </p:txBody>
      </p:sp>
      <p:sp>
        <p:nvSpPr>
          <p:cNvPr id="3" name="Рисунок 2" descr="Изображение">
            <a:extLst>
              <a:ext uri="{FF2B5EF4-FFF2-40B4-BE49-F238E27FC236}">
                <a16:creationId xmlns:a16="http://schemas.microsoft.com/office/drawing/2014/main" id="{6E51F880-E841-47CE-8E64-B0D1C6EF00F8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5181291" y="359999"/>
            <a:ext cx="6579708" cy="5764938"/>
          </a:xfrm>
          <a:solidFill>
            <a:schemeClr val="bg1">
              <a:lumMod val="95000"/>
            </a:schemeClr>
          </a:solidFill>
        </p:spPr>
        <p:txBody>
          <a:bodyPr rtlCol="0" anchor="ctr"/>
          <a:lstStyle>
            <a:lvl1pPr marL="0" indent="0" algn="ctr">
              <a:buNone/>
              <a:defRPr sz="1200" i="1">
                <a:latin typeface="+mn-lt"/>
                <a:cs typeface="Times New Roman" panose="02020603050405020304" pitchFamily="18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ru-RU" noProof="0" dirty="0"/>
              <a:t>Вставьте или перетащите свое фото</a:t>
            </a:r>
          </a:p>
        </p:txBody>
      </p:sp>
      <p:sp>
        <p:nvSpPr>
          <p:cNvPr id="2" name="Заголовок 1">
            <a:extLst>
              <a:ext uri="{FF2B5EF4-FFF2-40B4-BE49-F238E27FC236}">
                <a16:creationId xmlns:a16="http://schemas.microsoft.com/office/drawing/2014/main" id="{82207D3A-6D77-4068-8652-5FE1DE2DBC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" y="359998"/>
            <a:ext cx="4186799" cy="3400228"/>
          </a:xfrm>
        </p:spPr>
        <p:txBody>
          <a:bodyPr rtlCol="0" anchor="b"/>
          <a:lstStyle>
            <a:lvl1pPr>
              <a:defRPr sz="3200"/>
            </a:lvl1pPr>
          </a:lstStyle>
          <a:p>
            <a:pPr rtl="0"/>
            <a:r>
              <a:rPr lang="ru-RU" noProof="0" smtClean="0"/>
              <a:t>Образец заголовка</a:t>
            </a:r>
            <a:endParaRPr lang="ru-RU" noProof="0" dirty="0"/>
          </a:p>
        </p:txBody>
      </p:sp>
      <p:sp>
        <p:nvSpPr>
          <p:cNvPr id="11" name="Текст 3">
            <a:extLst>
              <a:ext uri="{FF2B5EF4-FFF2-40B4-BE49-F238E27FC236}">
                <a16:creationId xmlns:a16="http://schemas.microsoft.com/office/drawing/2014/main" id="{917DEB87-DE66-4311-84F4-4A1AE244A9D6}"/>
              </a:ext>
            </a:extLst>
          </p:cNvPr>
          <p:cNvSpPr>
            <a:spLocks noGrp="1"/>
          </p:cNvSpPr>
          <p:nvPr>
            <p:ph type="body" sz="half" idx="13"/>
          </p:nvPr>
        </p:nvSpPr>
        <p:spPr>
          <a:xfrm>
            <a:off x="359999" y="3960000"/>
            <a:ext cx="4186799" cy="2164938"/>
          </a:xfrm>
        </p:spPr>
        <p:txBody>
          <a:bodyPr rtlCol="0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ru-RU" noProof="0" smtClean="0"/>
              <a:t>Образец текста</a:t>
            </a:r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BEF37FB2-C8E4-48B7-AD0B-D7D416D5BA06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 rtlCol="0"/>
          <a:lstStyle/>
          <a:p>
            <a:pPr rtl="0"/>
            <a:endParaRPr lang="ru-RU" noProof="0" dirty="0"/>
          </a:p>
        </p:txBody>
      </p:sp>
      <p:sp>
        <p:nvSpPr>
          <p:cNvPr id="5" name="Номер слайда 4">
            <a:extLst>
              <a:ext uri="{FF2B5EF4-FFF2-40B4-BE49-F238E27FC236}">
                <a16:creationId xmlns:a16="http://schemas.microsoft.com/office/drawing/2014/main" id="{15922EC6-D3E6-47C7-AA58-7987C644DB64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pPr algn="ctr" rtl="0"/>
            <a:fld id="{B67B645E-C5E5-4727-B977-D372A0AA71D9}" type="slidenum">
              <a:rPr lang="ru-RU" noProof="0" smtClean="0"/>
              <a:pPr algn="ctr"/>
              <a:t>‹#›</a:t>
            </a:fld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15715054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141822"/>
            </a:gs>
            <a:gs pos="92690">
              <a:srgbClr val="141822"/>
            </a:gs>
            <a:gs pos="76000">
              <a:schemeClr val="accent3">
                <a:lumMod val="75000"/>
              </a:schemeClr>
            </a:gs>
          </a:gsLst>
          <a:path path="rect">
            <a:fillToRect l="100000" t="100000"/>
          </a:path>
          <a:tileRect r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90298CD5-6C1E-4009-B41F-6DF62E31D3BE}" type="datetimeFigureOut">
              <a:rPr lang="en-US" dirty="0"/>
              <a:pPr/>
              <a:t>7/15/2026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pPr rtl="0"/>
            <a:endParaRPr lang="ru-RU" noProof="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pPr rtl="0"/>
            <a:fld id="{B67B645E-C5E5-4727-B977-D372A0AA71D9}" type="slidenum">
              <a:rPr lang="ru-RU" noProof="0" smtClean="0"/>
              <a:pPr/>
              <a:t>‹#›</a:t>
            </a:fld>
            <a:endParaRPr lang="ru-RU" noProof="0" dirty="0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0B6E215A-5CBB-4D87-AC07-D4489F92376D}"/>
              </a:ext>
            </a:extLst>
          </p:cNvPr>
          <p:cNvPicPr>
            <a:picLocks noChangeAspect="1"/>
          </p:cNvPicPr>
          <p:nvPr userDrawn="1"/>
        </p:nvPicPr>
        <p:blipFill>
          <a:blip r:embed="rId22" cstate="screen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755241" y="6359430"/>
            <a:ext cx="881183" cy="3399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702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  <p:sldLayoutId id="2147483684" r:id="rId2"/>
    <p:sldLayoutId id="2147483685" r:id="rId3"/>
    <p:sldLayoutId id="2147483686" r:id="rId4"/>
    <p:sldLayoutId id="2147483687" r:id="rId5"/>
    <p:sldLayoutId id="2147483688" r:id="rId6"/>
    <p:sldLayoutId id="2147483689" r:id="rId7"/>
    <p:sldLayoutId id="2147483690" r:id="rId8"/>
    <p:sldLayoutId id="2147483691" r:id="rId9"/>
    <p:sldLayoutId id="2147483692" r:id="rId10"/>
    <p:sldLayoutId id="2147483693" r:id="rId11"/>
    <p:sldLayoutId id="2147483694" r:id="rId12"/>
    <p:sldLayoutId id="2147483675" r:id="rId13"/>
    <p:sldLayoutId id="2147483650" r:id="rId14"/>
    <p:sldLayoutId id="2147483652" r:id="rId15"/>
    <p:sldLayoutId id="2147483653" r:id="rId16"/>
    <p:sldLayoutId id="2147483654" r:id="rId17"/>
    <p:sldLayoutId id="2147483655" r:id="rId18"/>
    <p:sldLayoutId id="2147483677" r:id="rId19"/>
    <p:sldLayoutId id="2147483678" r:id="rId20"/>
  </p:sldLayoutIdLst>
  <p:hf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diagramLayout" Target="../diagrams/layout1.xml"/><Relationship Id="rId7" Type="http://schemas.openxmlformats.org/officeDocument/2006/relationships/image" Target="../media/image4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0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6.webp"/><Relationship Id="rId1" Type="http://schemas.openxmlformats.org/officeDocument/2006/relationships/slideLayout" Target="../slideLayouts/slideLayout20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0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0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5.png"/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12" Type="http://schemas.openxmlformats.org/officeDocument/2006/relationships/image" Target="../media/image14.pn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0.xml"/><Relationship Id="rId6" Type="http://schemas.openxmlformats.org/officeDocument/2006/relationships/diagramColors" Target="../diagrams/colors5.xml"/><Relationship Id="rId11" Type="http://schemas.openxmlformats.org/officeDocument/2006/relationships/image" Target="../media/image13.png"/><Relationship Id="rId5" Type="http://schemas.openxmlformats.org/officeDocument/2006/relationships/diagramQuickStyle" Target="../diagrams/quickStyle5.xml"/><Relationship Id="rId10" Type="http://schemas.openxmlformats.org/officeDocument/2006/relationships/image" Target="../media/image12.png"/><Relationship Id="rId4" Type="http://schemas.openxmlformats.org/officeDocument/2006/relationships/diagramLayout" Target="../diagrams/layout5.xml"/><Relationship Id="rId9" Type="http://schemas.openxmlformats.org/officeDocument/2006/relationships/image" Target="../media/image11.png"/><Relationship Id="rId14" Type="http://schemas.microsoft.com/office/2007/relationships/hdphoto" Target="../media/hdphoto1.wdp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webp"/><Relationship Id="rId13" Type="http://schemas.openxmlformats.org/officeDocument/2006/relationships/diagramColors" Target="../diagrams/colors7.xml"/><Relationship Id="rId3" Type="http://schemas.openxmlformats.org/officeDocument/2006/relationships/diagramData" Target="../diagrams/data6.xml"/><Relationship Id="rId7" Type="http://schemas.microsoft.com/office/2007/relationships/diagramDrawing" Target="../diagrams/drawing6.xml"/><Relationship Id="rId12" Type="http://schemas.openxmlformats.org/officeDocument/2006/relationships/diagramQuickStyle" Target="../diagrams/quickStyle7.xml"/><Relationship Id="rId2" Type="http://schemas.openxmlformats.org/officeDocument/2006/relationships/image" Target="../media/image16.webp"/><Relationship Id="rId1" Type="http://schemas.openxmlformats.org/officeDocument/2006/relationships/slideLayout" Target="../slideLayouts/slideLayout20.xml"/><Relationship Id="rId6" Type="http://schemas.openxmlformats.org/officeDocument/2006/relationships/diagramColors" Target="../diagrams/colors6.xml"/><Relationship Id="rId11" Type="http://schemas.openxmlformats.org/officeDocument/2006/relationships/diagramLayout" Target="../diagrams/layout7.xml"/><Relationship Id="rId5" Type="http://schemas.openxmlformats.org/officeDocument/2006/relationships/diagramQuickStyle" Target="../diagrams/quickStyle6.xml"/><Relationship Id="rId10" Type="http://schemas.openxmlformats.org/officeDocument/2006/relationships/diagramData" Target="../diagrams/data7.xml"/><Relationship Id="rId4" Type="http://schemas.openxmlformats.org/officeDocument/2006/relationships/diagramLayout" Target="../diagrams/layout6.xml"/><Relationship Id="rId9" Type="http://schemas.openxmlformats.org/officeDocument/2006/relationships/image" Target="../media/image18.png"/><Relationship Id="rId14" Type="http://schemas.microsoft.com/office/2007/relationships/diagramDrawing" Target="../diagrams/drawing7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9.xml"/><Relationship Id="rId3" Type="http://schemas.openxmlformats.org/officeDocument/2006/relationships/diagramData" Target="../diagrams/data8.xml"/><Relationship Id="rId7" Type="http://schemas.microsoft.com/office/2007/relationships/diagramDrawing" Target="../diagrams/drawing8.xml"/><Relationship Id="rId12" Type="http://schemas.microsoft.com/office/2007/relationships/diagramDrawing" Target="../diagrams/drawing9.xml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0.xml"/><Relationship Id="rId6" Type="http://schemas.openxmlformats.org/officeDocument/2006/relationships/diagramColors" Target="../diagrams/colors8.xml"/><Relationship Id="rId11" Type="http://schemas.openxmlformats.org/officeDocument/2006/relationships/diagramColors" Target="../diagrams/colors9.xml"/><Relationship Id="rId5" Type="http://schemas.openxmlformats.org/officeDocument/2006/relationships/diagramQuickStyle" Target="../diagrams/quickStyle8.xml"/><Relationship Id="rId10" Type="http://schemas.openxmlformats.org/officeDocument/2006/relationships/diagramQuickStyle" Target="../diagrams/quickStyle9.xml"/><Relationship Id="rId4" Type="http://schemas.openxmlformats.org/officeDocument/2006/relationships/diagramLayout" Target="../diagrams/layout8.xml"/><Relationship Id="rId9" Type="http://schemas.openxmlformats.org/officeDocument/2006/relationships/diagramLayout" Target="../diagrams/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g"/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2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0.xml"/><Relationship Id="rId7" Type="http://schemas.microsoft.com/office/2007/relationships/diagramDrawing" Target="../diagrams/drawing10.xm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Relationship Id="rId6" Type="http://schemas.openxmlformats.org/officeDocument/2006/relationships/diagramColors" Target="../diagrams/colors10.xml"/><Relationship Id="rId5" Type="http://schemas.openxmlformats.org/officeDocument/2006/relationships/diagramQuickStyle" Target="../diagrams/quickStyle10.xml"/><Relationship Id="rId4" Type="http://schemas.openxmlformats.org/officeDocument/2006/relationships/diagramLayout" Target="../diagrams/layout1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5.png"/><Relationship Id="rId5" Type="http://schemas.openxmlformats.org/officeDocument/2006/relationships/image" Target="../media/image3.jpg"/><Relationship Id="rId4" Type="http://schemas.microsoft.com/office/2007/relationships/hdphoto" Target="../media/hdphoto2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5"/>
          <p:cNvSpPr>
            <a:spLocks noGrp="1"/>
          </p:cNvSpPr>
          <p:nvPr>
            <p:ph type="ctrTitle"/>
          </p:nvPr>
        </p:nvSpPr>
        <p:spPr>
          <a:xfrm>
            <a:off x="1319841" y="511294"/>
            <a:ext cx="9950407" cy="1008383"/>
          </a:xfrm>
        </p:spPr>
        <p:txBody>
          <a:bodyPr>
            <a:normAutofit/>
          </a:bodyPr>
          <a:lstStyle/>
          <a:p>
            <a:r>
              <a:rPr lang="ru-RU" dirty="0" smtClean="0"/>
              <a:t>Отчет о прохождении стажировки</a:t>
            </a:r>
            <a:endParaRPr lang="ru-RU" dirty="0"/>
          </a:p>
        </p:txBody>
      </p:sp>
      <p:sp>
        <p:nvSpPr>
          <p:cNvPr id="7" name="Подзаголовок 6"/>
          <p:cNvSpPr>
            <a:spLocks noGrp="1"/>
          </p:cNvSpPr>
          <p:nvPr>
            <p:ph type="subTitle" idx="1"/>
          </p:nvPr>
        </p:nvSpPr>
        <p:spPr>
          <a:xfrm>
            <a:off x="4266836" y="1617130"/>
            <a:ext cx="5636289" cy="1427995"/>
          </a:xfrm>
        </p:spPr>
        <p:txBody>
          <a:bodyPr>
            <a:normAutofit fontScale="55000" lnSpcReduction="20000"/>
          </a:bodyPr>
          <a:lstStyle/>
          <a:p>
            <a:pPr algn="l"/>
            <a:r>
              <a:rPr lang="ru-RU" sz="4400" cap="none" dirty="0" smtClean="0">
                <a:latin typeface="Arial Black" panose="020B0A04020102020204" pitchFamily="34" charset="0"/>
              </a:rPr>
              <a:t>Школа 21 · основное обучение</a:t>
            </a:r>
          </a:p>
          <a:p>
            <a:pPr lvl="0" algn="l">
              <a:buClr>
                <a:srgbClr val="1CADE4"/>
              </a:buClr>
            </a:pPr>
            <a:r>
              <a:rPr lang="en-US" sz="4400" dirty="0" smtClean="0">
                <a:solidFill>
                  <a:srgbClr val="25B99A"/>
                </a:solidFill>
                <a:latin typeface="Arial Black" panose="020B0A04020102020204" pitchFamily="34" charset="0"/>
              </a:rPr>
              <a:t>QA-</a:t>
            </a:r>
            <a:r>
              <a:rPr lang="ru-RU" sz="4400" cap="none" dirty="0">
                <a:solidFill>
                  <a:srgbClr val="25B99A"/>
                </a:solidFill>
                <a:latin typeface="Arial Black" panose="020B0A04020102020204" pitchFamily="34" charset="0"/>
              </a:rPr>
              <a:t>стажёр</a:t>
            </a:r>
            <a:r>
              <a:rPr lang="ru-RU" sz="4400" dirty="0">
                <a:solidFill>
                  <a:srgbClr val="25B99A"/>
                </a:solidFill>
                <a:latin typeface="Arial Black" panose="020B0A04020102020204" pitchFamily="34" charset="0"/>
              </a:rPr>
              <a:t> </a:t>
            </a:r>
            <a:r>
              <a:rPr lang="ru-RU" sz="4400" cap="none" dirty="0">
                <a:solidFill>
                  <a:srgbClr val="25B99A"/>
                </a:solidFill>
                <a:latin typeface="Arial Black" panose="020B0A04020102020204" pitchFamily="34" charset="0"/>
              </a:rPr>
              <a:t>в</a:t>
            </a:r>
            <a:r>
              <a:rPr lang="en-US" sz="4400" dirty="0">
                <a:solidFill>
                  <a:srgbClr val="25B99A"/>
                </a:solidFill>
                <a:latin typeface="Arial Black" panose="020B0A04020102020204" pitchFamily="34" charset="0"/>
              </a:rPr>
              <a:t> </a:t>
            </a:r>
            <a:r>
              <a:rPr lang="en-US" sz="4400" dirty="0" err="1" smtClean="0">
                <a:solidFill>
                  <a:srgbClr val="25B99A"/>
                </a:solidFill>
                <a:latin typeface="Arial Black" panose="020B0A04020102020204" pitchFamily="34" charset="0"/>
              </a:rPr>
              <a:t>S</a:t>
            </a:r>
            <a:r>
              <a:rPr lang="en-US" sz="4400" cap="none" dirty="0" err="1" smtClean="0">
                <a:solidFill>
                  <a:srgbClr val="25B99A"/>
                </a:solidFill>
                <a:latin typeface="Arial Black" panose="020B0A04020102020204" pitchFamily="34" charset="0"/>
              </a:rPr>
              <a:t>killSpace</a:t>
            </a:r>
            <a:endParaRPr lang="ru-RU" sz="4400" cap="none" dirty="0" smtClean="0">
              <a:solidFill>
                <a:srgbClr val="25B99A"/>
              </a:solidFill>
              <a:latin typeface="Arial Black" panose="020B0A04020102020204" pitchFamily="34" charset="0"/>
            </a:endParaRPr>
          </a:p>
          <a:p>
            <a:pPr lvl="0" algn="l">
              <a:buClr>
                <a:srgbClr val="1CADE4"/>
              </a:buClr>
            </a:pPr>
            <a:r>
              <a:rPr lang="ru-RU" sz="4400" cap="none" dirty="0" smtClean="0">
                <a:solidFill>
                  <a:srgbClr val="FFFF00"/>
                </a:solidFill>
                <a:latin typeface="Arial Black" panose="020B0A04020102020204" pitchFamily="34" charset="0"/>
              </a:rPr>
              <a:t>16.06.2026 – 12.09.2026</a:t>
            </a:r>
            <a:r>
              <a:rPr lang="ru-RU" sz="4400" dirty="0" smtClean="0">
                <a:solidFill>
                  <a:srgbClr val="FFFF00"/>
                </a:solidFill>
                <a:latin typeface="Arial Black" panose="020B0A04020102020204" pitchFamily="34" charset="0"/>
              </a:rPr>
              <a:t>  </a:t>
            </a:r>
            <a:endParaRPr lang="ru-RU" sz="4400" dirty="0">
              <a:solidFill>
                <a:srgbClr val="FFFF00"/>
              </a:solidFill>
            </a:endParaRPr>
          </a:p>
          <a:p>
            <a:pPr algn="l"/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4294967295"/>
          </p:nvPr>
        </p:nvSpPr>
        <p:spPr>
          <a:xfrm>
            <a:off x="11218863" y="6470650"/>
            <a:ext cx="973137" cy="274638"/>
          </a:xfrm>
        </p:spPr>
        <p:txBody>
          <a:bodyPr/>
          <a:lstStyle/>
          <a:p>
            <a:fld id="{4FAB73BC-B049-4115-A692-8D63A059BFB8}" type="slidenum">
              <a:rPr lang="en-US" smtClean="0"/>
              <a:t>1</a:t>
            </a:fld>
            <a:endParaRPr lang="en-US" dirty="0"/>
          </a:p>
        </p:txBody>
      </p:sp>
      <p:pic>
        <p:nvPicPr>
          <p:cNvPr id="9" name="Рисунок 8"/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58" r="4858"/>
          <a:stretch>
            <a:fillRect/>
          </a:stretch>
        </p:blipFill>
        <p:spPr>
          <a:xfrm>
            <a:off x="615022" y="1581196"/>
            <a:ext cx="3481387" cy="4957762"/>
          </a:xfrm>
        </p:spPr>
      </p:pic>
      <p:sp>
        <p:nvSpPr>
          <p:cNvPr id="15" name="Прямоугольник 14"/>
          <p:cNvSpPr/>
          <p:nvPr/>
        </p:nvSpPr>
        <p:spPr>
          <a:xfrm>
            <a:off x="6783056" y="5900083"/>
            <a:ext cx="4835876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ru-RU" sz="4000" b="1" cap="all" spc="100" dirty="0">
                <a:solidFill>
                  <a:srgbClr val="A474FF"/>
                </a:solidFill>
              </a:rPr>
              <a:t>Щербинина Ольга</a:t>
            </a:r>
            <a:endParaRPr lang="ru-RU" sz="1600" dirty="0">
              <a:solidFill>
                <a:srgbClr val="A474FF"/>
              </a:solidFill>
            </a:endParaRPr>
          </a:p>
        </p:txBody>
      </p:sp>
      <p:sp>
        <p:nvSpPr>
          <p:cNvPr id="16" name="Горизонтальный свиток 15"/>
          <p:cNvSpPr/>
          <p:nvPr/>
        </p:nvSpPr>
        <p:spPr>
          <a:xfrm>
            <a:off x="3899140" y="2907102"/>
            <a:ext cx="7944928" cy="2208362"/>
          </a:xfrm>
          <a:prstGeom prst="horizontalScroll">
            <a:avLst/>
          </a:prstGeom>
          <a:gradFill flip="none" rotWithShape="1">
            <a:gsLst>
              <a:gs pos="0">
                <a:srgbClr val="19676E">
                  <a:shade val="30000"/>
                  <a:satMod val="115000"/>
                </a:srgbClr>
              </a:gs>
              <a:gs pos="50000">
                <a:srgbClr val="19676E">
                  <a:shade val="67500"/>
                  <a:satMod val="115000"/>
                </a:srgbClr>
              </a:gs>
              <a:gs pos="100000">
                <a:srgbClr val="19676E">
                  <a:shade val="100000"/>
                  <a:satMod val="115000"/>
                </a:srgbClr>
              </a:gs>
            </a:gsLst>
            <a:path path="circle">
              <a:fillToRect r="100000" b="100000"/>
            </a:path>
            <a:tileRect l="-100000" t="-100000"/>
          </a:gradFill>
          <a:ln w="28575">
            <a:solidFill>
              <a:srgbClr val="B1EAE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i="1" dirty="0"/>
              <a:t>Здравствуйте, коллеги! Меня зовут Ольга. Сегодня я расскажу о своей трёхмесячной стажировке в роли QA-стажёра в компании SkillSpace. Я работала 20 часов в неделю в команде тестирования и успела не только освоить реальные процессы, но и внести свой вклад в качество продукта.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29258846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Текст 6"/>
          <p:cNvSpPr>
            <a:spLocks noGrp="1"/>
          </p:cNvSpPr>
          <p:nvPr>
            <p:ph type="body" sz="half" idx="13"/>
          </p:nvPr>
        </p:nvSpPr>
        <p:spPr>
          <a:xfrm>
            <a:off x="3630762" y="1503487"/>
            <a:ext cx="4974001" cy="2662736"/>
          </a:xfrm>
          <a:gradFill flip="none" rotWithShape="1">
            <a:gsLst>
              <a:gs pos="0">
                <a:srgbClr val="1A6F77"/>
              </a:gs>
              <a:gs pos="74000">
                <a:srgbClr val="2E3C49"/>
              </a:gs>
              <a:gs pos="83000">
                <a:srgbClr val="29384C"/>
              </a:gs>
              <a:gs pos="100000">
                <a:srgbClr val="19676E"/>
              </a:gs>
            </a:gsLst>
            <a:path path="rect">
              <a:fillToRect l="100000" t="100000"/>
            </a:path>
            <a:tileRect r="-100000" b="-100000"/>
          </a:gradFill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400" b="1" dirty="0" smtClean="0">
                <a:solidFill>
                  <a:srgbClr val="25B99A"/>
                </a:solidFill>
              </a:rPr>
              <a:t>Конструктор </a:t>
            </a:r>
            <a:r>
              <a:rPr lang="ru-RU" sz="1400" b="1" dirty="0">
                <a:solidFill>
                  <a:srgbClr val="25B99A"/>
                </a:solidFill>
              </a:rPr>
              <a:t>курсов</a:t>
            </a:r>
            <a:r>
              <a:rPr lang="ru-RU" sz="1400" b="1" dirty="0">
                <a:solidFill>
                  <a:schemeClr val="bg1"/>
                </a:solidFill>
              </a:rPr>
              <a:t> </a:t>
            </a:r>
            <a:r>
              <a:rPr lang="ru-RU" sz="1400" b="1" dirty="0">
                <a:solidFill>
                  <a:srgbClr val="25B99A"/>
                </a:solidFill>
              </a:rPr>
              <a:t>—</a:t>
            </a:r>
            <a:r>
              <a:rPr lang="ru-RU" sz="1400" dirty="0">
                <a:solidFill>
                  <a:schemeClr val="bg1"/>
                </a:solidFill>
              </a:rPr>
              <a:t> уроки с контентом, 9 типов </a:t>
            </a:r>
            <a:r>
              <a:rPr lang="ru-RU" sz="1400" dirty="0" smtClean="0">
                <a:solidFill>
                  <a:schemeClr val="bg1"/>
                </a:solidFill>
              </a:rPr>
              <a:t>тестов, </a:t>
            </a:r>
            <a:r>
              <a:rPr lang="ru-RU" sz="1400" dirty="0">
                <a:solidFill>
                  <a:schemeClr val="bg1"/>
                </a:solidFill>
              </a:rPr>
              <a:t>практические </a:t>
            </a:r>
            <a:r>
              <a:rPr lang="ru-RU" sz="1400" dirty="0" smtClean="0">
                <a:solidFill>
                  <a:schemeClr val="bg1"/>
                </a:solidFill>
              </a:rPr>
              <a:t>задания.</a:t>
            </a:r>
            <a:endParaRPr lang="ru-RU" sz="1400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400" b="1" dirty="0">
                <a:solidFill>
                  <a:srgbClr val="25B99A"/>
                </a:solidFill>
              </a:rPr>
              <a:t>Вебинарная платформа</a:t>
            </a:r>
            <a:r>
              <a:rPr lang="ru-RU" sz="1400" dirty="0">
                <a:solidFill>
                  <a:schemeClr val="bg1"/>
                </a:solidFill>
              </a:rPr>
              <a:t> </a:t>
            </a:r>
            <a:r>
              <a:rPr lang="ru-RU" sz="1400" b="1" dirty="0">
                <a:solidFill>
                  <a:srgbClr val="25B99A"/>
                </a:solidFill>
              </a:rPr>
              <a:t>—</a:t>
            </a:r>
            <a:r>
              <a:rPr lang="ru-RU" sz="1400" dirty="0">
                <a:solidFill>
                  <a:schemeClr val="bg1"/>
                </a:solidFill>
              </a:rPr>
              <a:t> встроенные трансляции, авто-запись, </a:t>
            </a:r>
            <a:r>
              <a:rPr lang="ru-RU" sz="1400" dirty="0" smtClean="0">
                <a:solidFill>
                  <a:schemeClr val="bg1"/>
                </a:solidFill>
              </a:rPr>
              <a:t>каталог.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400" b="1" dirty="0">
                <a:solidFill>
                  <a:srgbClr val="25B99A"/>
                </a:solidFill>
              </a:rPr>
              <a:t>Аналитика</a:t>
            </a:r>
            <a:r>
              <a:rPr lang="ru-RU" sz="1400" dirty="0">
                <a:solidFill>
                  <a:schemeClr val="bg1"/>
                </a:solidFill>
              </a:rPr>
              <a:t> </a:t>
            </a:r>
            <a:r>
              <a:rPr lang="ru-RU" sz="1400" b="1" dirty="0">
                <a:solidFill>
                  <a:srgbClr val="25B99A"/>
                </a:solidFill>
              </a:rPr>
              <a:t>—</a:t>
            </a:r>
            <a:r>
              <a:rPr lang="ru-RU" sz="1400" dirty="0">
                <a:solidFill>
                  <a:schemeClr val="bg1"/>
                </a:solidFill>
              </a:rPr>
              <a:t> детальная статистика по ученикам, прогрессу, результатам </a:t>
            </a:r>
            <a:r>
              <a:rPr lang="ru-RU" sz="1400" dirty="0" smtClean="0">
                <a:solidFill>
                  <a:schemeClr val="bg1"/>
                </a:solidFill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400" b="1" dirty="0" smtClean="0">
                <a:solidFill>
                  <a:srgbClr val="25B99A"/>
                </a:solidFill>
              </a:rPr>
              <a:t>Интеграции</a:t>
            </a:r>
            <a:r>
              <a:rPr lang="ru-RU" sz="1400" b="1" dirty="0">
                <a:solidFill>
                  <a:srgbClr val="25B99A"/>
                </a:solidFill>
              </a:rPr>
              <a:t> —</a:t>
            </a:r>
            <a:r>
              <a:rPr lang="ru-RU" sz="1400" b="1" dirty="0" smtClean="0">
                <a:solidFill>
                  <a:srgbClr val="25B99A"/>
                </a:solidFill>
              </a:rPr>
              <a:t> </a:t>
            </a:r>
            <a:r>
              <a:rPr lang="ru-RU" sz="1400" dirty="0" err="1">
                <a:solidFill>
                  <a:schemeClr val="bg1"/>
                </a:solidFill>
              </a:rPr>
              <a:t>Tilda</a:t>
            </a:r>
            <a:r>
              <a:rPr lang="ru-RU" sz="1400" dirty="0">
                <a:solidFill>
                  <a:schemeClr val="bg1"/>
                </a:solidFill>
              </a:rPr>
              <a:t> (конструктор сайтов), Bitrix24 (система для управления бизнесом и CRM), Telegram, оплата через </a:t>
            </a:r>
            <a:r>
              <a:rPr lang="ru-RU" sz="1400" dirty="0" err="1" smtClean="0">
                <a:solidFill>
                  <a:schemeClr val="bg1"/>
                </a:solidFill>
              </a:rPr>
              <a:t>эквайринг</a:t>
            </a:r>
            <a:r>
              <a:rPr lang="ru-RU" sz="1400" dirty="0" smtClean="0">
                <a:solidFill>
                  <a:schemeClr val="bg1"/>
                </a:solidFill>
              </a:rPr>
              <a:t>.</a:t>
            </a:r>
            <a:endParaRPr lang="ru-RU" sz="1400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ru-RU" dirty="0" smtClean="0">
              <a:solidFill>
                <a:schemeClr val="bg1"/>
              </a:solidFill>
            </a:endParaRPr>
          </a:p>
          <a:p>
            <a:endParaRPr lang="ru-RU" dirty="0"/>
          </a:p>
        </p:txBody>
      </p:sp>
      <p:sp>
        <p:nvSpPr>
          <p:cNvPr id="11" name="Подзаголовок 2">
            <a:extLst>
              <a:ext uri="{FF2B5EF4-FFF2-40B4-BE49-F238E27FC236}">
                <a16:creationId xmlns:a16="http://schemas.microsoft.com/office/drawing/2014/main" id="{72258620-D380-473B-A288-E14928A16BDB}"/>
              </a:ext>
            </a:extLst>
          </p:cNvPr>
          <p:cNvSpPr txBox="1">
            <a:spLocks/>
          </p:cNvSpPr>
          <p:nvPr/>
        </p:nvSpPr>
        <p:spPr>
          <a:xfrm>
            <a:off x="1002710" y="53869"/>
            <a:ext cx="4053809" cy="543464"/>
          </a:xfrm>
          <a:prstGeom prst="rect">
            <a:avLst/>
          </a:prstGeom>
          <a:noFill/>
        </p:spPr>
        <p:txBody>
          <a:bodyPr vert="horz" lIns="45720" tIns="45720" rIns="45720" bIns="45720" rtlCol="0" anchor="ctr">
            <a:normAutofit fontScale="85000"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Tw Cen MT" panose="020B0602020104020603" pitchFamily="34" charset="0"/>
              <a:buNone/>
              <a:defRPr sz="1200" i="1" kern="1200">
                <a:solidFill>
                  <a:schemeClr val="tx1"/>
                </a:solidFill>
                <a:latin typeface="+mn-lt"/>
                <a:ea typeface="+mn-ea"/>
                <a:cs typeface="Times New Roman" panose="02020603050405020304" pitchFamily="18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2800" dirty="0" smtClean="0">
                <a:solidFill>
                  <a:srgbClr val="25B99A"/>
                </a:solidFill>
                <a:latin typeface="Arial Black" panose="020B0A04020102020204" pitchFamily="34" charset="0"/>
              </a:rPr>
              <a:t>О компании</a:t>
            </a:r>
            <a:r>
              <a:rPr lang="en-US" sz="2800" dirty="0" smtClean="0">
                <a:solidFill>
                  <a:srgbClr val="25B99A"/>
                </a:solidFill>
                <a:latin typeface="Arial Black" panose="020B0A04020102020204" pitchFamily="34" charset="0"/>
              </a:rPr>
              <a:t> SkillSpace</a:t>
            </a:r>
            <a:r>
              <a:rPr lang="ru-RU" sz="2800" dirty="0" smtClean="0">
                <a:solidFill>
                  <a:srgbClr val="25B99A"/>
                </a:solidFill>
                <a:latin typeface="Arial Black" panose="020B0A04020102020204" pitchFamily="34" charset="0"/>
              </a:rPr>
              <a:t>  </a:t>
            </a:r>
            <a:endParaRPr lang="ru-RU" sz="2800" dirty="0"/>
          </a:p>
        </p:txBody>
      </p:sp>
      <p:graphicFrame>
        <p:nvGraphicFramePr>
          <p:cNvPr id="13" name="Схема 12"/>
          <p:cNvGraphicFramePr/>
          <p:nvPr>
            <p:extLst>
              <p:ext uri="{D42A27DB-BD31-4B8C-83A1-F6EECF244321}">
                <p14:modId xmlns:p14="http://schemas.microsoft.com/office/powerpoint/2010/main" val="1111856723"/>
              </p:ext>
            </p:extLst>
          </p:nvPr>
        </p:nvGraphicFramePr>
        <p:xfrm>
          <a:off x="252422" y="4356846"/>
          <a:ext cx="11730682" cy="240057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4" name="Номер слайда 13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algn="ctr" rtl="0"/>
            <a:fld id="{B67B645E-C5E5-4727-B977-D372A0AA71D9}" type="slidenum">
              <a:rPr lang="ru-RU" noProof="0" smtClean="0"/>
              <a:pPr algn="ctr" rtl="0"/>
              <a:t>2</a:t>
            </a:fld>
            <a:endParaRPr lang="ru-RU" noProof="0" dirty="0"/>
          </a:p>
        </p:txBody>
      </p:sp>
      <p:sp>
        <p:nvSpPr>
          <p:cNvPr id="15" name="Овал 14"/>
          <p:cNvSpPr/>
          <p:nvPr/>
        </p:nvSpPr>
        <p:spPr>
          <a:xfrm>
            <a:off x="252422" y="88266"/>
            <a:ext cx="403412" cy="394447"/>
          </a:xfrm>
          <a:prstGeom prst="ellipse">
            <a:avLst/>
          </a:prstGeom>
          <a:solidFill>
            <a:srgbClr val="00957B"/>
          </a:solidFill>
          <a:ln w="28575">
            <a:solidFill>
              <a:srgbClr val="EBEBE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2</a:t>
            </a:r>
          </a:p>
        </p:txBody>
      </p:sp>
      <p:sp>
        <p:nvSpPr>
          <p:cNvPr id="10" name="Подзаголовок 2">
            <a:extLst>
              <a:ext uri="{FF2B5EF4-FFF2-40B4-BE49-F238E27FC236}">
                <a16:creationId xmlns:a16="http://schemas.microsoft.com/office/drawing/2014/main" id="{72258620-D380-473B-A288-E14928A16BDB}"/>
              </a:ext>
            </a:extLst>
          </p:cNvPr>
          <p:cNvSpPr txBox="1">
            <a:spLocks/>
          </p:cNvSpPr>
          <p:nvPr/>
        </p:nvSpPr>
        <p:spPr>
          <a:xfrm>
            <a:off x="655834" y="726958"/>
            <a:ext cx="11327269" cy="543464"/>
          </a:xfrm>
          <a:prstGeom prst="rect">
            <a:avLst/>
          </a:prstGeom>
          <a:noFill/>
        </p:spPr>
        <p:txBody>
          <a:bodyPr vert="horz" lIns="45720" tIns="45720" rIns="45720" bIns="4572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Tw Cen MT" panose="020B0602020104020603" pitchFamily="34" charset="0"/>
              <a:buNone/>
              <a:defRPr sz="1200" i="1" kern="1200">
                <a:solidFill>
                  <a:schemeClr val="tx1"/>
                </a:solidFill>
                <a:latin typeface="+mn-lt"/>
                <a:ea typeface="+mn-ea"/>
                <a:cs typeface="Times New Roman" panose="02020603050405020304" pitchFamily="18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1600" dirty="0">
                <a:solidFill>
                  <a:schemeClr val="bg1"/>
                </a:solidFill>
                <a:latin typeface="Arial Black" panose="020B0A04020102020204" pitchFamily="34" charset="0"/>
              </a:rPr>
              <a:t>Полный набор инструментов для запуска онлайн-школы: от конструктора курсов до аналитики успеваемости.</a:t>
            </a:r>
            <a:endParaRPr lang="ru-RU" sz="1400" dirty="0">
              <a:solidFill>
                <a:schemeClr val="bg1"/>
              </a:solidFill>
            </a:endParaRP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62276" y="1270422"/>
            <a:ext cx="3893038" cy="2895801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93346" y="1270422"/>
            <a:ext cx="3662880" cy="28958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4782210"/>
      </p:ext>
    </p:extLst>
  </p:cSld>
  <p:clrMapOvr>
    <a:masterClrMapping/>
  </p:clrMapOvr>
  <p:transition spd="med">
    <p:pull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Рисунок 8"/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87788" y="1102273"/>
            <a:ext cx="4895316" cy="3055659"/>
          </a:xfrm>
          <a:prstGeom prst="roundRect">
            <a:avLst>
              <a:gd name="adj" fmla="val 8594"/>
            </a:avLst>
          </a:prstGeom>
          <a:noFill/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7" name="Текст 6"/>
          <p:cNvSpPr>
            <a:spLocks noGrp="1"/>
          </p:cNvSpPr>
          <p:nvPr>
            <p:ph type="body" sz="half" idx="13"/>
          </p:nvPr>
        </p:nvSpPr>
        <p:spPr>
          <a:xfrm>
            <a:off x="252422" y="2321829"/>
            <a:ext cx="6159280" cy="1799690"/>
          </a:xfrm>
          <a:gradFill>
            <a:gsLst>
              <a:gs pos="78365">
                <a:srgbClr val="356A6B"/>
              </a:gs>
              <a:gs pos="0">
                <a:srgbClr val="1F2534"/>
              </a:gs>
              <a:gs pos="26000">
                <a:srgbClr val="1F2534"/>
              </a:gs>
              <a:gs pos="83000">
                <a:srgbClr val="356A6B"/>
              </a:gs>
              <a:gs pos="100000">
                <a:srgbClr val="1F2534"/>
              </a:gs>
            </a:gsLst>
            <a:lin ang="5400000" scaled="1"/>
          </a:gradFill>
        </p:spPr>
        <p:txBody>
          <a:bodyPr>
            <a:normAutofit fontScale="92500"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400" b="1" dirty="0">
                <a:solidFill>
                  <a:srgbClr val="1C8BF5"/>
                </a:solidFill>
              </a:rPr>
              <a:t>Открытость и гибкость</a:t>
            </a:r>
            <a:r>
              <a:rPr lang="ru-RU" sz="1400" b="1" dirty="0" smtClean="0">
                <a:solidFill>
                  <a:srgbClr val="1C8BF5"/>
                </a:solidFill>
              </a:rPr>
              <a:t>: </a:t>
            </a:r>
            <a:r>
              <a:rPr lang="ru-RU" sz="1400" dirty="0">
                <a:solidFill>
                  <a:schemeClr val="bg1"/>
                </a:solidFill>
              </a:rPr>
              <a:t> идеи каждого имеют вес, а процессы умеют меняться</a:t>
            </a:r>
            <a:r>
              <a:rPr lang="ru-RU" sz="1400" dirty="0" smtClean="0">
                <a:solidFill>
                  <a:schemeClr val="bg1"/>
                </a:solidFill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400" b="1" dirty="0">
                <a:solidFill>
                  <a:srgbClr val="1C8BF5"/>
                </a:solidFill>
              </a:rPr>
              <a:t>Поддержка новичков:</a:t>
            </a:r>
            <a:r>
              <a:rPr lang="ru-RU" sz="1400" b="1" dirty="0">
                <a:solidFill>
                  <a:schemeClr val="bg1"/>
                </a:solidFill>
              </a:rPr>
              <a:t> </a:t>
            </a:r>
            <a:r>
              <a:rPr lang="ru-RU" sz="1400" dirty="0" err="1">
                <a:solidFill>
                  <a:schemeClr val="bg1"/>
                </a:solidFill>
              </a:rPr>
              <a:t>онбординг</a:t>
            </a:r>
            <a:r>
              <a:rPr lang="ru-RU" sz="1400" dirty="0">
                <a:solidFill>
                  <a:schemeClr val="bg1"/>
                </a:solidFill>
              </a:rPr>
              <a:t> — это путь с наставником, а не просто галочка</a:t>
            </a:r>
            <a:r>
              <a:rPr lang="ru-RU" sz="1400" dirty="0" smtClean="0">
                <a:solidFill>
                  <a:schemeClr val="bg1"/>
                </a:solidFill>
              </a:rPr>
              <a:t>.</a:t>
            </a:r>
            <a:endParaRPr lang="en-US" sz="1400" dirty="0" smtClean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400" b="1" dirty="0" smtClean="0">
                <a:solidFill>
                  <a:srgbClr val="1C8BF5"/>
                </a:solidFill>
              </a:rPr>
              <a:t>Фокус </a:t>
            </a:r>
            <a:r>
              <a:rPr lang="ru-RU" sz="1400" b="1" dirty="0">
                <a:solidFill>
                  <a:srgbClr val="1C8BF5"/>
                </a:solidFill>
              </a:rPr>
              <a:t>на развитии:</a:t>
            </a:r>
            <a:r>
              <a:rPr lang="ru-RU" sz="1400" dirty="0">
                <a:solidFill>
                  <a:schemeClr val="bg1"/>
                </a:solidFill>
              </a:rPr>
              <a:t> доступ к обучению и карьерному росту через платформу</a:t>
            </a:r>
            <a:r>
              <a:rPr lang="ru-RU" sz="1400" dirty="0" smtClean="0">
                <a:solidFill>
                  <a:schemeClr val="bg1"/>
                </a:solidFill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400" b="1" dirty="0">
                <a:solidFill>
                  <a:srgbClr val="1C8BF5"/>
                </a:solidFill>
              </a:rPr>
              <a:t>Прозрачная коммуникация: </a:t>
            </a:r>
            <a:r>
              <a:rPr lang="ru-RU" sz="1400" dirty="0">
                <a:solidFill>
                  <a:schemeClr val="bg1"/>
                </a:solidFill>
              </a:rPr>
              <a:t>  открытые каналы обмена информацией, регулярные обсуждения.</a:t>
            </a:r>
            <a:endParaRPr lang="ru-RU" dirty="0" smtClean="0">
              <a:solidFill>
                <a:schemeClr val="bg1"/>
              </a:solidFill>
            </a:endParaRPr>
          </a:p>
          <a:p>
            <a:endParaRPr lang="ru-RU" dirty="0"/>
          </a:p>
        </p:txBody>
      </p:sp>
      <p:sp>
        <p:nvSpPr>
          <p:cNvPr id="11" name="Подзаголовок 2">
            <a:extLst>
              <a:ext uri="{FF2B5EF4-FFF2-40B4-BE49-F238E27FC236}">
                <a16:creationId xmlns:a16="http://schemas.microsoft.com/office/drawing/2014/main" id="{72258620-D380-473B-A288-E14928A16BDB}"/>
              </a:ext>
            </a:extLst>
          </p:cNvPr>
          <p:cNvSpPr txBox="1">
            <a:spLocks/>
          </p:cNvSpPr>
          <p:nvPr/>
        </p:nvSpPr>
        <p:spPr>
          <a:xfrm>
            <a:off x="1002710" y="53869"/>
            <a:ext cx="5501607" cy="543464"/>
          </a:xfrm>
          <a:prstGeom prst="rect">
            <a:avLst/>
          </a:prstGeom>
          <a:noFill/>
        </p:spPr>
        <p:txBody>
          <a:bodyPr vert="horz" lIns="45720" tIns="45720" rIns="45720" bIns="4572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Tw Cen MT" panose="020B0602020104020603" pitchFamily="34" charset="0"/>
              <a:buNone/>
              <a:defRPr sz="1200" i="1" kern="1200">
                <a:solidFill>
                  <a:schemeClr val="tx1"/>
                </a:solidFill>
                <a:latin typeface="+mn-lt"/>
                <a:ea typeface="+mn-ea"/>
                <a:cs typeface="Times New Roman" panose="02020603050405020304" pitchFamily="18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2400" dirty="0" smtClean="0">
                <a:solidFill>
                  <a:srgbClr val="25B99A"/>
                </a:solidFill>
                <a:latin typeface="Arial Black" panose="020B0A04020102020204" pitchFamily="34" charset="0"/>
              </a:rPr>
              <a:t>Культура компании </a:t>
            </a:r>
            <a:r>
              <a:rPr lang="en-US" sz="2400" dirty="0" err="1" smtClean="0">
                <a:solidFill>
                  <a:srgbClr val="25B99A"/>
                </a:solidFill>
                <a:latin typeface="Arial Black" panose="020B0A04020102020204" pitchFamily="34" charset="0"/>
              </a:rPr>
              <a:t>SkiilSpace</a:t>
            </a:r>
            <a:r>
              <a:rPr lang="ru-RU" sz="2400" dirty="0" smtClean="0">
                <a:solidFill>
                  <a:srgbClr val="25B99A"/>
                </a:solidFill>
                <a:latin typeface="Arial Black" panose="020B0A04020102020204" pitchFamily="34" charset="0"/>
              </a:rPr>
              <a:t> </a:t>
            </a:r>
            <a:endParaRPr lang="ru-RU" sz="2400" dirty="0"/>
          </a:p>
        </p:txBody>
      </p:sp>
      <p:graphicFrame>
        <p:nvGraphicFramePr>
          <p:cNvPr id="13" name="Схема 12"/>
          <p:cNvGraphicFramePr/>
          <p:nvPr>
            <p:extLst>
              <p:ext uri="{D42A27DB-BD31-4B8C-83A1-F6EECF244321}">
                <p14:modId xmlns:p14="http://schemas.microsoft.com/office/powerpoint/2010/main" val="2737304121"/>
              </p:ext>
            </p:extLst>
          </p:nvPr>
        </p:nvGraphicFramePr>
        <p:xfrm>
          <a:off x="252422" y="4485736"/>
          <a:ext cx="11730682" cy="227168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14" name="Номер слайда 13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algn="ctr" rtl="0"/>
            <a:fld id="{B67B645E-C5E5-4727-B977-D372A0AA71D9}" type="slidenum">
              <a:rPr lang="ru-RU" noProof="0" smtClean="0"/>
              <a:pPr algn="ctr" rtl="0"/>
              <a:t>3</a:t>
            </a:fld>
            <a:endParaRPr lang="ru-RU" noProof="0" dirty="0"/>
          </a:p>
        </p:txBody>
      </p:sp>
      <p:sp>
        <p:nvSpPr>
          <p:cNvPr id="15" name="Овал 14"/>
          <p:cNvSpPr/>
          <p:nvPr/>
        </p:nvSpPr>
        <p:spPr>
          <a:xfrm>
            <a:off x="252422" y="88266"/>
            <a:ext cx="403412" cy="394447"/>
          </a:xfrm>
          <a:prstGeom prst="ellipse">
            <a:avLst/>
          </a:prstGeom>
          <a:solidFill>
            <a:srgbClr val="25B99A"/>
          </a:solidFill>
          <a:ln w="28575">
            <a:solidFill>
              <a:srgbClr val="EBEBE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3</a:t>
            </a:r>
          </a:p>
        </p:txBody>
      </p:sp>
      <p:sp>
        <p:nvSpPr>
          <p:cNvPr id="2" name="Прямоугольник 1"/>
          <p:cNvSpPr/>
          <p:nvPr/>
        </p:nvSpPr>
        <p:spPr>
          <a:xfrm>
            <a:off x="655834" y="578539"/>
            <a:ext cx="7237336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ru-RU" sz="1600" dirty="0">
                <a:solidFill>
                  <a:prstClr val="white"/>
                </a:solidFill>
                <a:latin typeface="Arial Black" panose="020B0A04020102020204" pitchFamily="34" charset="0"/>
              </a:rPr>
              <a:t>SkillSpace создаёт гармоничную внутреннюю </a:t>
            </a:r>
            <a:r>
              <a:rPr lang="ru-RU" sz="1600" dirty="0" smtClean="0">
                <a:solidFill>
                  <a:prstClr val="white"/>
                </a:solidFill>
                <a:latin typeface="Arial Black" panose="020B0A04020102020204" pitchFamily="34" charset="0"/>
              </a:rPr>
              <a:t>среду.</a:t>
            </a:r>
            <a:r>
              <a:rPr lang="ru-RU" sz="1600" dirty="0">
                <a:solidFill>
                  <a:prstClr val="white"/>
                </a:solidFill>
                <a:latin typeface="Arial Black" panose="020B0A04020102020204" pitchFamily="34" charset="0"/>
              </a:rPr>
              <a:t> </a:t>
            </a:r>
            <a:endParaRPr lang="ru-RU" sz="1400" dirty="0">
              <a:solidFill>
                <a:prstClr val="white"/>
              </a:solidFill>
            </a:endParaRPr>
          </a:p>
        </p:txBody>
      </p:sp>
      <p:sp>
        <p:nvSpPr>
          <p:cNvPr id="5" name="Горизонтальный свиток 4"/>
          <p:cNvSpPr/>
          <p:nvPr/>
        </p:nvSpPr>
        <p:spPr>
          <a:xfrm>
            <a:off x="252422" y="1007383"/>
            <a:ext cx="6159280" cy="1314446"/>
          </a:xfrm>
          <a:prstGeom prst="horizontalScroll">
            <a:avLst/>
          </a:prstGeom>
          <a:gradFill flip="none" rotWithShape="1">
            <a:gsLst>
              <a:gs pos="0">
                <a:srgbClr val="19676E">
                  <a:shade val="30000"/>
                  <a:satMod val="115000"/>
                </a:srgbClr>
              </a:gs>
              <a:gs pos="50000">
                <a:srgbClr val="19676E">
                  <a:shade val="67500"/>
                  <a:satMod val="115000"/>
                </a:srgbClr>
              </a:gs>
              <a:gs pos="100000">
                <a:srgbClr val="19676E">
                  <a:shade val="100000"/>
                  <a:satMod val="115000"/>
                </a:srgbClr>
              </a:gs>
            </a:gsLst>
            <a:lin ang="18900000" scaled="1"/>
            <a:tileRect/>
          </a:gradFill>
          <a:ln>
            <a:solidFill>
              <a:srgbClr val="EBEBE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/>
            <a:r>
              <a:rPr lang="ru-RU" sz="1600" b="1" i="1" dirty="0">
                <a:solidFill>
                  <a:prstClr val="white"/>
                </a:solidFill>
              </a:rPr>
              <a:t>В ней живут ценности, рождаются доверительные нормы общения и органично выстраиваются подходы к адаптации, воплощённые в собственных инструментах компании.</a:t>
            </a:r>
            <a:endParaRPr lang="ru-RU" sz="1400" b="1" i="1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419931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Рисунок 8"/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2422" y="1561014"/>
            <a:ext cx="3920415" cy="2447926"/>
          </a:xfrm>
          <a:prstGeom prst="roundRect">
            <a:avLst>
              <a:gd name="adj" fmla="val 8594"/>
            </a:avLst>
          </a:prstGeom>
          <a:noFill/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7" name="Текст 6"/>
          <p:cNvSpPr>
            <a:spLocks noGrp="1"/>
          </p:cNvSpPr>
          <p:nvPr>
            <p:ph type="body" sz="half" idx="13"/>
          </p:nvPr>
        </p:nvSpPr>
        <p:spPr>
          <a:xfrm>
            <a:off x="4485736" y="1561014"/>
            <a:ext cx="7497368" cy="2430727"/>
          </a:xfrm>
          <a:gradFill>
            <a:gsLst>
              <a:gs pos="78365">
                <a:srgbClr val="356A6B"/>
              </a:gs>
              <a:gs pos="0">
                <a:srgbClr val="1F2534"/>
              </a:gs>
              <a:gs pos="26000">
                <a:srgbClr val="1F2534"/>
              </a:gs>
              <a:gs pos="83000">
                <a:srgbClr val="356A6B"/>
              </a:gs>
              <a:gs pos="100000">
                <a:srgbClr val="1F2534"/>
              </a:gs>
            </a:gsLst>
            <a:lin ang="5400000" scaled="1"/>
          </a:gradFill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400" b="1" dirty="0">
                <a:solidFill>
                  <a:srgbClr val="1C8BF5"/>
                </a:solidFill>
              </a:rPr>
              <a:t>Новое </a:t>
            </a:r>
            <a:r>
              <a:rPr lang="ru-RU" sz="1400" b="1" dirty="0" err="1">
                <a:solidFill>
                  <a:srgbClr val="1C8BF5"/>
                </a:solidFill>
              </a:rPr>
              <a:t>iOS</a:t>
            </a:r>
            <a:r>
              <a:rPr lang="ru-RU" sz="1400" b="1" dirty="0">
                <a:solidFill>
                  <a:srgbClr val="1C8BF5"/>
                </a:solidFill>
              </a:rPr>
              <a:t> </a:t>
            </a:r>
            <a:r>
              <a:rPr lang="ru-RU" sz="1400" b="1" dirty="0" smtClean="0">
                <a:solidFill>
                  <a:srgbClr val="1C8BF5"/>
                </a:solidFill>
              </a:rPr>
              <a:t>приложение: </a:t>
            </a:r>
            <a:r>
              <a:rPr lang="ru-RU" sz="1400" dirty="0">
                <a:solidFill>
                  <a:schemeClr val="bg1"/>
                </a:solidFill>
              </a:rPr>
              <a:t>— исправление критических ошибок </a:t>
            </a:r>
            <a:r>
              <a:rPr lang="ru-RU" sz="1400" dirty="0" smtClean="0">
                <a:solidFill>
                  <a:schemeClr val="bg1"/>
                </a:solidFill>
              </a:rPr>
              <a:t>и </a:t>
            </a:r>
            <a:r>
              <a:rPr lang="ru-RU" sz="1400" dirty="0">
                <a:solidFill>
                  <a:schemeClr val="bg1"/>
                </a:solidFill>
              </a:rPr>
              <a:t>перевод приложения на новый аккаунт </a:t>
            </a:r>
            <a:r>
              <a:rPr lang="ru-RU" sz="1400" dirty="0" err="1">
                <a:solidFill>
                  <a:schemeClr val="bg1"/>
                </a:solidFill>
              </a:rPr>
              <a:t>AppStore</a:t>
            </a:r>
            <a:r>
              <a:rPr lang="ru-RU" sz="1400" dirty="0" smtClean="0">
                <a:solidFill>
                  <a:schemeClr val="bg1"/>
                </a:solidFill>
              </a:rPr>
              <a:t>.</a:t>
            </a:r>
            <a:endParaRPr lang="en-US" sz="1400" dirty="0" smtClean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400" b="1" dirty="0">
                <a:solidFill>
                  <a:srgbClr val="1C8BF5"/>
                </a:solidFill>
              </a:rPr>
              <a:t>Обновление к</a:t>
            </a:r>
            <a:r>
              <a:rPr lang="ru-RU" sz="1400" b="1" dirty="0" smtClean="0">
                <a:solidFill>
                  <a:srgbClr val="1C8BF5"/>
                </a:solidFill>
              </a:rPr>
              <a:t>аталога </a:t>
            </a:r>
            <a:r>
              <a:rPr lang="ru-RU" sz="1400" b="1" dirty="0">
                <a:solidFill>
                  <a:srgbClr val="1C8BF5"/>
                </a:solidFill>
              </a:rPr>
              <a:t>курсов и </a:t>
            </a:r>
            <a:r>
              <a:rPr lang="ru-RU" sz="1400" b="1" dirty="0" err="1" smtClean="0">
                <a:solidFill>
                  <a:srgbClr val="1C8BF5"/>
                </a:solidFill>
              </a:rPr>
              <a:t>вебинаров</a:t>
            </a:r>
            <a:r>
              <a:rPr lang="ru-RU" sz="1400" b="1" dirty="0" smtClean="0">
                <a:solidFill>
                  <a:srgbClr val="1C8BF5"/>
                </a:solidFill>
              </a:rPr>
              <a:t>:</a:t>
            </a:r>
            <a:r>
              <a:rPr lang="ru-RU" sz="1400" b="1" dirty="0">
                <a:solidFill>
                  <a:schemeClr val="bg1"/>
                </a:solidFill>
              </a:rPr>
              <a:t> </a:t>
            </a:r>
            <a:r>
              <a:rPr lang="ru-RU" sz="1400" dirty="0" smtClean="0">
                <a:solidFill>
                  <a:schemeClr val="bg1"/>
                </a:solidFill>
              </a:rPr>
              <a:t> </a:t>
            </a:r>
            <a:r>
              <a:rPr lang="ru-RU" sz="1400" dirty="0">
                <a:solidFill>
                  <a:schemeClr val="bg1"/>
                </a:solidFill>
              </a:rPr>
              <a:t>мобильная версия для администраторов, визуальные доработки.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400" b="1" dirty="0" smtClean="0">
                <a:solidFill>
                  <a:srgbClr val="1C8BF5"/>
                </a:solidFill>
              </a:rPr>
              <a:t>Доработки </a:t>
            </a:r>
            <a:r>
              <a:rPr lang="ru-RU" sz="1400" b="1" dirty="0" err="1" smtClean="0">
                <a:solidFill>
                  <a:srgbClr val="1C8BF5"/>
                </a:solidFill>
              </a:rPr>
              <a:t>вебинаров</a:t>
            </a:r>
            <a:r>
              <a:rPr lang="ru-RU" sz="1400" b="1" dirty="0" smtClean="0">
                <a:solidFill>
                  <a:srgbClr val="1C8BF5"/>
                </a:solidFill>
              </a:rPr>
              <a:t>: </a:t>
            </a:r>
            <a:r>
              <a:rPr lang="ru-RU" sz="1400" dirty="0">
                <a:solidFill>
                  <a:schemeClr val="bg1"/>
                </a:solidFill>
              </a:rPr>
              <a:t> — </a:t>
            </a:r>
            <a:r>
              <a:rPr lang="ru-RU" sz="1400" dirty="0" smtClean="0">
                <a:solidFill>
                  <a:schemeClr val="bg1"/>
                </a:solidFill>
              </a:rPr>
              <a:t> </a:t>
            </a:r>
            <a:r>
              <a:rPr lang="ru-RU" sz="1400" dirty="0">
                <a:solidFill>
                  <a:schemeClr val="bg1"/>
                </a:solidFill>
              </a:rPr>
              <a:t>решение проблем с </a:t>
            </a:r>
            <a:r>
              <a:rPr lang="ru-RU" sz="1400" dirty="0" err="1">
                <a:solidFill>
                  <a:schemeClr val="bg1"/>
                </a:solidFill>
              </a:rPr>
              <a:t>автозаписью</a:t>
            </a:r>
            <a:r>
              <a:rPr lang="ru-RU" sz="1400" dirty="0">
                <a:solidFill>
                  <a:schemeClr val="bg1"/>
                </a:solidFill>
              </a:rPr>
              <a:t>, новый дизайн писем-напоминаний, функция удаления участников</a:t>
            </a:r>
            <a:r>
              <a:rPr lang="ru-RU" sz="1400" dirty="0" smtClean="0">
                <a:solidFill>
                  <a:schemeClr val="bg1"/>
                </a:solidFill>
              </a:rPr>
              <a:t>.</a:t>
            </a:r>
            <a:endParaRPr lang="en-US" sz="1400" dirty="0" smtClean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400" b="1" dirty="0" err="1">
                <a:solidFill>
                  <a:srgbClr val="1C8BF5"/>
                </a:solidFill>
              </a:rPr>
              <a:t>Редизайн</a:t>
            </a:r>
            <a:r>
              <a:rPr lang="ru-RU" sz="1400" b="1" dirty="0">
                <a:solidFill>
                  <a:srgbClr val="1C8BF5"/>
                </a:solidFill>
              </a:rPr>
              <a:t> </a:t>
            </a:r>
            <a:r>
              <a:rPr lang="ru-RU" sz="1400" b="1" dirty="0" err="1">
                <a:solidFill>
                  <a:srgbClr val="1C8BF5"/>
                </a:solidFill>
              </a:rPr>
              <a:t>раздела«Проверка</a:t>
            </a:r>
            <a:r>
              <a:rPr lang="ru-RU" sz="1400" b="1" dirty="0">
                <a:solidFill>
                  <a:srgbClr val="1C8BF5"/>
                </a:solidFill>
              </a:rPr>
              <a:t> заданий</a:t>
            </a:r>
            <a:r>
              <a:rPr lang="ru-RU" sz="1400" b="1" dirty="0" smtClean="0">
                <a:solidFill>
                  <a:srgbClr val="1C8BF5"/>
                </a:solidFill>
              </a:rPr>
              <a:t>»: </a:t>
            </a:r>
            <a:r>
              <a:rPr lang="ru-RU" sz="1400" dirty="0" smtClean="0">
                <a:solidFill>
                  <a:schemeClr val="bg1"/>
                </a:solidFill>
              </a:rPr>
              <a:t> </a:t>
            </a:r>
            <a:r>
              <a:rPr lang="ru-RU" sz="1400" dirty="0">
                <a:solidFill>
                  <a:schemeClr val="bg1"/>
                </a:solidFill>
              </a:rPr>
              <a:t>мобильная версия, </a:t>
            </a:r>
            <a:r>
              <a:rPr lang="ru-RU" sz="1400" dirty="0" smtClean="0">
                <a:solidFill>
                  <a:schemeClr val="bg1"/>
                </a:solidFill>
              </a:rPr>
              <a:t>новое окно </a:t>
            </a:r>
            <a:r>
              <a:rPr lang="ru-RU" sz="1400" dirty="0">
                <a:solidFill>
                  <a:schemeClr val="bg1"/>
                </a:solidFill>
              </a:rPr>
              <a:t>проверки с улучшениями по обратной связи</a:t>
            </a:r>
            <a:r>
              <a:rPr lang="ru-RU" sz="1400" dirty="0" smtClean="0">
                <a:solidFill>
                  <a:schemeClr val="bg1"/>
                </a:solidFill>
              </a:rPr>
              <a:t>.</a:t>
            </a:r>
            <a:endParaRPr lang="en-US" sz="1400" dirty="0" smtClean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ru-RU" dirty="0" smtClean="0">
              <a:solidFill>
                <a:schemeClr val="bg1"/>
              </a:solidFill>
            </a:endParaRPr>
          </a:p>
          <a:p>
            <a:endParaRPr lang="ru-RU" dirty="0"/>
          </a:p>
        </p:txBody>
      </p:sp>
      <p:sp>
        <p:nvSpPr>
          <p:cNvPr id="11" name="Подзаголовок 2">
            <a:extLst>
              <a:ext uri="{FF2B5EF4-FFF2-40B4-BE49-F238E27FC236}">
                <a16:creationId xmlns:a16="http://schemas.microsoft.com/office/drawing/2014/main" id="{72258620-D380-473B-A288-E14928A16BDB}"/>
              </a:ext>
            </a:extLst>
          </p:cNvPr>
          <p:cNvSpPr txBox="1">
            <a:spLocks/>
          </p:cNvSpPr>
          <p:nvPr/>
        </p:nvSpPr>
        <p:spPr>
          <a:xfrm>
            <a:off x="1002711" y="53869"/>
            <a:ext cx="5388662" cy="543464"/>
          </a:xfrm>
          <a:prstGeom prst="rect">
            <a:avLst/>
          </a:prstGeom>
          <a:noFill/>
        </p:spPr>
        <p:txBody>
          <a:bodyPr vert="horz" lIns="45720" tIns="45720" rIns="45720" bIns="4572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Tw Cen MT" panose="020B0602020104020603" pitchFamily="34" charset="0"/>
              <a:buNone/>
              <a:defRPr sz="1200" i="1" kern="1200">
                <a:solidFill>
                  <a:schemeClr val="tx1"/>
                </a:solidFill>
                <a:latin typeface="+mn-lt"/>
                <a:ea typeface="+mn-ea"/>
                <a:cs typeface="Times New Roman" panose="02020603050405020304" pitchFamily="18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2400" dirty="0" smtClean="0">
                <a:solidFill>
                  <a:srgbClr val="25B99A"/>
                </a:solidFill>
                <a:latin typeface="Arial Black" panose="020B0A04020102020204" pitchFamily="34" charset="0"/>
              </a:rPr>
              <a:t>Проекты компании </a:t>
            </a:r>
            <a:r>
              <a:rPr lang="en-US" sz="2400" dirty="0" err="1" smtClean="0">
                <a:solidFill>
                  <a:srgbClr val="25B99A"/>
                </a:solidFill>
                <a:latin typeface="Arial Black" panose="020B0A04020102020204" pitchFamily="34" charset="0"/>
              </a:rPr>
              <a:t>SkillSpace</a:t>
            </a:r>
            <a:r>
              <a:rPr lang="ru-RU" sz="2400" dirty="0" smtClean="0">
                <a:solidFill>
                  <a:srgbClr val="25B99A"/>
                </a:solidFill>
                <a:latin typeface="Arial Black" panose="020B0A04020102020204" pitchFamily="34" charset="0"/>
              </a:rPr>
              <a:t>  </a:t>
            </a:r>
            <a:endParaRPr lang="ru-RU" sz="2400" dirty="0"/>
          </a:p>
        </p:txBody>
      </p:sp>
      <p:graphicFrame>
        <p:nvGraphicFramePr>
          <p:cNvPr id="13" name="Схема 12"/>
          <p:cNvGraphicFramePr/>
          <p:nvPr>
            <p:extLst>
              <p:ext uri="{D42A27DB-BD31-4B8C-83A1-F6EECF244321}">
                <p14:modId xmlns:p14="http://schemas.microsoft.com/office/powerpoint/2010/main" val="1598657689"/>
              </p:ext>
            </p:extLst>
          </p:nvPr>
        </p:nvGraphicFramePr>
        <p:xfrm>
          <a:off x="252422" y="4468490"/>
          <a:ext cx="11730682" cy="228893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14" name="Номер слайда 13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algn="ctr" rtl="0"/>
            <a:fld id="{B67B645E-C5E5-4727-B977-D372A0AA71D9}" type="slidenum">
              <a:rPr lang="ru-RU" noProof="0" smtClean="0"/>
              <a:pPr algn="ctr" rtl="0"/>
              <a:t>4</a:t>
            </a:fld>
            <a:endParaRPr lang="ru-RU" noProof="0" dirty="0"/>
          </a:p>
        </p:txBody>
      </p:sp>
      <p:sp>
        <p:nvSpPr>
          <p:cNvPr id="15" name="Овал 14"/>
          <p:cNvSpPr/>
          <p:nvPr/>
        </p:nvSpPr>
        <p:spPr>
          <a:xfrm>
            <a:off x="252422" y="88266"/>
            <a:ext cx="403412" cy="394447"/>
          </a:xfrm>
          <a:prstGeom prst="ellipse">
            <a:avLst/>
          </a:prstGeom>
          <a:solidFill>
            <a:srgbClr val="25B99A"/>
          </a:solidFill>
          <a:ln w="28575">
            <a:solidFill>
              <a:srgbClr val="EBEBE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  <a:endParaRPr lang="ru-RU" dirty="0"/>
          </a:p>
        </p:txBody>
      </p:sp>
      <p:sp>
        <p:nvSpPr>
          <p:cNvPr id="8" name="Подзаголовок 2">
            <a:extLst>
              <a:ext uri="{FF2B5EF4-FFF2-40B4-BE49-F238E27FC236}">
                <a16:creationId xmlns:a16="http://schemas.microsoft.com/office/drawing/2014/main" id="{72258620-D380-473B-A288-E14928A16BDB}"/>
              </a:ext>
            </a:extLst>
          </p:cNvPr>
          <p:cNvSpPr txBox="1">
            <a:spLocks/>
          </p:cNvSpPr>
          <p:nvPr/>
        </p:nvSpPr>
        <p:spPr>
          <a:xfrm>
            <a:off x="655834" y="601527"/>
            <a:ext cx="5735539" cy="543464"/>
          </a:xfrm>
          <a:prstGeom prst="rect">
            <a:avLst/>
          </a:prstGeom>
          <a:noFill/>
        </p:spPr>
        <p:txBody>
          <a:bodyPr vert="horz" lIns="45720" tIns="45720" rIns="45720" bIns="4572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Tw Cen MT" panose="020B0602020104020603" pitchFamily="34" charset="0"/>
              <a:buNone/>
              <a:defRPr sz="1200" i="1" kern="1200">
                <a:solidFill>
                  <a:schemeClr val="tx1"/>
                </a:solidFill>
                <a:latin typeface="+mn-lt"/>
                <a:ea typeface="+mn-ea"/>
                <a:cs typeface="Times New Roman" panose="02020603050405020304" pitchFamily="18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1600" dirty="0">
                <a:solidFill>
                  <a:schemeClr val="bg1"/>
                </a:solidFill>
                <a:latin typeface="Arial Black" panose="020B0A04020102020204" pitchFamily="34" charset="0"/>
              </a:rPr>
              <a:t>Ключевые проекты, </a:t>
            </a:r>
            <a:r>
              <a:rPr lang="ru-RU" sz="1600" dirty="0" smtClean="0">
                <a:solidFill>
                  <a:schemeClr val="bg1"/>
                </a:solidFill>
                <a:latin typeface="Arial Black" panose="020B0A04020102020204" pitchFamily="34" charset="0"/>
              </a:rPr>
              <a:t>в </a:t>
            </a:r>
            <a:r>
              <a:rPr lang="ru-RU" sz="1600" dirty="0">
                <a:solidFill>
                  <a:schemeClr val="bg1"/>
                </a:solidFill>
                <a:latin typeface="Arial Black" panose="020B0A04020102020204" pitchFamily="34" charset="0"/>
              </a:rPr>
              <a:t>период моей стажировки:</a:t>
            </a:r>
            <a:endParaRPr lang="ru-RU" sz="1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412472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Рисунок 8"/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85682" y="967480"/>
            <a:ext cx="4497422" cy="3054862"/>
          </a:xfrm>
          <a:prstGeom prst="roundRect">
            <a:avLst>
              <a:gd name="adj" fmla="val 8594"/>
            </a:avLst>
          </a:prstGeom>
          <a:noFill/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11" name="Подзаголовок 2">
            <a:extLst>
              <a:ext uri="{FF2B5EF4-FFF2-40B4-BE49-F238E27FC236}">
                <a16:creationId xmlns:a16="http://schemas.microsoft.com/office/drawing/2014/main" id="{72258620-D380-473B-A288-E14928A16BDB}"/>
              </a:ext>
            </a:extLst>
          </p:cNvPr>
          <p:cNvSpPr txBox="1">
            <a:spLocks/>
          </p:cNvSpPr>
          <p:nvPr/>
        </p:nvSpPr>
        <p:spPr>
          <a:xfrm>
            <a:off x="776377" y="13757"/>
            <a:ext cx="5158597" cy="543464"/>
          </a:xfrm>
          <a:prstGeom prst="rect">
            <a:avLst/>
          </a:prstGeom>
          <a:noFill/>
        </p:spPr>
        <p:txBody>
          <a:bodyPr vert="horz" lIns="45720" tIns="45720" rIns="45720" bIns="4572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Tw Cen MT" panose="020B0602020104020603" pitchFamily="34" charset="0"/>
              <a:buNone/>
              <a:defRPr sz="1200" i="1" kern="1200">
                <a:solidFill>
                  <a:schemeClr val="tx1"/>
                </a:solidFill>
                <a:latin typeface="+mn-lt"/>
                <a:ea typeface="+mn-ea"/>
                <a:cs typeface="Times New Roman" panose="02020603050405020304" pitchFamily="18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2400" dirty="0">
                <a:solidFill>
                  <a:srgbClr val="25B99A"/>
                </a:solidFill>
                <a:latin typeface="Arial Black" panose="020B0A04020102020204" pitchFamily="34" charset="0"/>
              </a:rPr>
              <a:t>Моя должность: </a:t>
            </a:r>
            <a:r>
              <a:rPr lang="en-US" sz="2400" dirty="0">
                <a:solidFill>
                  <a:srgbClr val="25B99A"/>
                </a:solidFill>
                <a:latin typeface="Arial Black" panose="020B0A04020102020204" pitchFamily="34" charset="0"/>
              </a:rPr>
              <a:t>QA-</a:t>
            </a:r>
            <a:r>
              <a:rPr lang="ru-RU" sz="2400" dirty="0">
                <a:solidFill>
                  <a:srgbClr val="25B99A"/>
                </a:solidFill>
                <a:latin typeface="Arial Black" panose="020B0A04020102020204" pitchFamily="34" charset="0"/>
              </a:rPr>
              <a:t>стажёр</a:t>
            </a:r>
            <a:endParaRPr lang="ru-RU" sz="2400" dirty="0"/>
          </a:p>
        </p:txBody>
      </p:sp>
      <p:graphicFrame>
        <p:nvGraphicFramePr>
          <p:cNvPr id="13" name="Схема 12"/>
          <p:cNvGraphicFramePr/>
          <p:nvPr>
            <p:extLst>
              <p:ext uri="{D42A27DB-BD31-4B8C-83A1-F6EECF244321}">
                <p14:modId xmlns:p14="http://schemas.microsoft.com/office/powerpoint/2010/main" val="3260901289"/>
              </p:ext>
            </p:extLst>
          </p:nvPr>
        </p:nvGraphicFramePr>
        <p:xfrm>
          <a:off x="252422" y="4511615"/>
          <a:ext cx="11730682" cy="224580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14" name="Номер слайда 13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algn="ctr" rtl="0"/>
            <a:fld id="{B67B645E-C5E5-4727-B977-D372A0AA71D9}" type="slidenum">
              <a:rPr lang="ru-RU" noProof="0" smtClean="0"/>
              <a:pPr algn="ctr" rtl="0"/>
              <a:t>5</a:t>
            </a:fld>
            <a:endParaRPr lang="ru-RU" noProof="0" dirty="0"/>
          </a:p>
        </p:txBody>
      </p:sp>
      <p:sp>
        <p:nvSpPr>
          <p:cNvPr id="15" name="Овал 14"/>
          <p:cNvSpPr/>
          <p:nvPr/>
        </p:nvSpPr>
        <p:spPr>
          <a:xfrm>
            <a:off x="252422" y="88266"/>
            <a:ext cx="403412" cy="394447"/>
          </a:xfrm>
          <a:prstGeom prst="ellipse">
            <a:avLst/>
          </a:prstGeom>
          <a:solidFill>
            <a:srgbClr val="25B99A"/>
          </a:solidFill>
          <a:ln w="28575">
            <a:solidFill>
              <a:srgbClr val="EBEBE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5</a:t>
            </a:r>
          </a:p>
        </p:txBody>
      </p:sp>
      <p:sp>
        <p:nvSpPr>
          <p:cNvPr id="8" name="Текст 6"/>
          <p:cNvSpPr txBox="1">
            <a:spLocks/>
          </p:cNvSpPr>
          <p:nvPr/>
        </p:nvSpPr>
        <p:spPr>
          <a:xfrm>
            <a:off x="252422" y="1039239"/>
            <a:ext cx="6807789" cy="2983103"/>
          </a:xfrm>
          <a:prstGeom prst="rect">
            <a:avLst/>
          </a:prstGeom>
          <a:gradFill>
            <a:gsLst>
              <a:gs pos="78365">
                <a:srgbClr val="356A6B"/>
              </a:gs>
              <a:gs pos="0">
                <a:srgbClr val="1F2534"/>
              </a:gs>
              <a:gs pos="26000">
                <a:srgbClr val="1F2534"/>
              </a:gs>
              <a:gs pos="83000">
                <a:srgbClr val="356A6B"/>
              </a:gs>
              <a:gs pos="100000">
                <a:srgbClr val="1F2534"/>
              </a:gs>
            </a:gsLst>
            <a:lin ang="5400000" scaled="1"/>
          </a:gradFill>
        </p:spPr>
        <p:txBody>
          <a:bodyPr vert="horz" lIns="45720" tIns="45720" rIns="45720" bIns="45720" rtlCol="0">
            <a:normAutofit lnSpcReduction="1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Tw Cen MT" panose="020B0602020104020603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400" b="1" dirty="0">
                <a:solidFill>
                  <a:srgbClr val="2BD4B6"/>
                </a:solidFill>
              </a:rPr>
              <a:t>Тестирование каталога </a:t>
            </a:r>
            <a:r>
              <a:rPr lang="ru-RU" sz="1400" b="1" dirty="0" smtClean="0">
                <a:solidFill>
                  <a:srgbClr val="2BD4B6"/>
                </a:solidFill>
              </a:rPr>
              <a:t>курсов</a:t>
            </a:r>
            <a:r>
              <a:rPr lang="ru-RU" sz="1400" dirty="0">
                <a:solidFill>
                  <a:srgbClr val="2BD4B6"/>
                </a:solidFill>
              </a:rPr>
              <a:t>:</a:t>
            </a:r>
            <a:r>
              <a:rPr lang="ru-RU" sz="1400" dirty="0" smtClean="0">
                <a:solidFill>
                  <a:srgbClr val="2BD4B6"/>
                </a:solidFill>
              </a:rPr>
              <a:t> </a:t>
            </a:r>
            <a:r>
              <a:rPr lang="ru-RU" sz="1400" dirty="0">
                <a:solidFill>
                  <a:schemeClr val="bg1"/>
                </a:solidFill>
              </a:rPr>
              <a:t>проверка нового интерфейса и мобильной версии для администраторов</a:t>
            </a:r>
            <a:r>
              <a:rPr lang="ru-RU" sz="1400" dirty="0" smtClean="0">
                <a:solidFill>
                  <a:schemeClr val="bg1"/>
                </a:solidFill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400" b="1" dirty="0">
                <a:solidFill>
                  <a:srgbClr val="2BD4B6"/>
                </a:solidFill>
              </a:rPr>
              <a:t>Тестирование </a:t>
            </a:r>
            <a:r>
              <a:rPr lang="en-US" sz="1400" b="1" dirty="0">
                <a:solidFill>
                  <a:srgbClr val="2BD4B6"/>
                </a:solidFill>
              </a:rPr>
              <a:t>iOS </a:t>
            </a:r>
            <a:r>
              <a:rPr lang="ru-RU" sz="1400" b="1" dirty="0" smtClean="0">
                <a:solidFill>
                  <a:srgbClr val="2BD4B6"/>
                </a:solidFill>
              </a:rPr>
              <a:t>приложения: </a:t>
            </a:r>
            <a:r>
              <a:rPr lang="ru-RU" sz="1400" dirty="0" smtClean="0">
                <a:solidFill>
                  <a:schemeClr val="bg1"/>
                </a:solidFill>
              </a:rPr>
              <a:t> </a:t>
            </a:r>
            <a:r>
              <a:rPr lang="ru-RU" sz="1400" dirty="0">
                <a:solidFill>
                  <a:schemeClr val="bg1"/>
                </a:solidFill>
              </a:rPr>
              <a:t>поиск и документирование ошибок (например, вылеты при записи голосовых сообщений</a:t>
            </a:r>
            <a:r>
              <a:rPr lang="ru-RU" sz="1400" dirty="0" smtClean="0">
                <a:solidFill>
                  <a:schemeClr val="bg1"/>
                </a:solidFill>
              </a:rPr>
              <a:t>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400" b="1" dirty="0">
                <a:solidFill>
                  <a:srgbClr val="2BD4B6"/>
                </a:solidFill>
              </a:rPr>
              <a:t>Регресс </a:t>
            </a:r>
            <a:r>
              <a:rPr lang="ru-RU" sz="1400" b="1" dirty="0" err="1" smtClean="0">
                <a:solidFill>
                  <a:srgbClr val="2BD4B6"/>
                </a:solidFill>
              </a:rPr>
              <a:t>вебинаров</a:t>
            </a:r>
            <a:r>
              <a:rPr lang="ru-RU" sz="1400" b="1" dirty="0" smtClean="0">
                <a:solidFill>
                  <a:srgbClr val="2BD4B6"/>
                </a:solidFill>
              </a:rPr>
              <a:t>: </a:t>
            </a:r>
            <a:r>
              <a:rPr lang="ru-RU" sz="1400" dirty="0">
                <a:solidFill>
                  <a:srgbClr val="2BD4B6"/>
                </a:solidFill>
              </a:rPr>
              <a:t> </a:t>
            </a:r>
            <a:r>
              <a:rPr lang="ru-RU" sz="1400" dirty="0" smtClean="0">
                <a:solidFill>
                  <a:schemeClr val="bg1"/>
                </a:solidFill>
              </a:rPr>
              <a:t>проверка </a:t>
            </a:r>
            <a:r>
              <a:rPr lang="ru-RU" sz="1400" dirty="0" err="1">
                <a:solidFill>
                  <a:schemeClr val="bg1"/>
                </a:solidFill>
              </a:rPr>
              <a:t>автозаписей</a:t>
            </a:r>
            <a:r>
              <a:rPr lang="ru-RU" sz="1400" dirty="0">
                <a:solidFill>
                  <a:schemeClr val="bg1"/>
                </a:solidFill>
              </a:rPr>
              <a:t> на разных устройствах и браузерах после исправлений</a:t>
            </a:r>
            <a:r>
              <a:rPr lang="ru-RU" sz="1400" dirty="0" smtClean="0">
                <a:solidFill>
                  <a:schemeClr val="bg1"/>
                </a:solidFill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400" b="1" dirty="0">
                <a:solidFill>
                  <a:srgbClr val="2BD4B6"/>
                </a:solidFill>
              </a:rPr>
              <a:t>Приёмочное тестирование раздела «Проверка заданий</a:t>
            </a:r>
            <a:r>
              <a:rPr lang="ru-RU" sz="1400" b="1" dirty="0" smtClean="0">
                <a:solidFill>
                  <a:srgbClr val="2BD4B6"/>
                </a:solidFill>
              </a:rPr>
              <a:t>»: </a:t>
            </a:r>
            <a:r>
              <a:rPr lang="ru-RU" sz="1400" dirty="0" smtClean="0">
                <a:solidFill>
                  <a:schemeClr val="bg1"/>
                </a:solidFill>
              </a:rPr>
              <a:t>тестирование </a:t>
            </a:r>
            <a:r>
              <a:rPr lang="ru-RU" sz="1400" dirty="0">
                <a:solidFill>
                  <a:schemeClr val="bg1"/>
                </a:solidFill>
              </a:rPr>
              <a:t>нового дизайна </a:t>
            </a:r>
            <a:r>
              <a:rPr lang="ru-RU" sz="1400" dirty="0" smtClean="0">
                <a:solidFill>
                  <a:schemeClr val="bg1"/>
                </a:solidFill>
              </a:rPr>
              <a:t>перед </a:t>
            </a:r>
            <a:r>
              <a:rPr lang="ru-RU" sz="1400" dirty="0">
                <a:solidFill>
                  <a:schemeClr val="bg1"/>
                </a:solidFill>
              </a:rPr>
              <a:t>релизом</a:t>
            </a:r>
            <a:r>
              <a:rPr lang="ru-RU" sz="1400" dirty="0" smtClean="0">
                <a:solidFill>
                  <a:schemeClr val="bg1"/>
                </a:solidFill>
              </a:rPr>
              <a:t>.</a:t>
            </a:r>
          </a:p>
          <a:p>
            <a:pPr marL="285750" lvl="0" indent="-285750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ru-RU" sz="1400" b="1" dirty="0">
                <a:solidFill>
                  <a:srgbClr val="2BD4B6"/>
                </a:solidFill>
              </a:rPr>
              <a:t>Ведение </a:t>
            </a:r>
            <a:r>
              <a:rPr lang="ru-RU" sz="1400" b="1" dirty="0" smtClean="0">
                <a:solidFill>
                  <a:srgbClr val="2BD4B6"/>
                </a:solidFill>
              </a:rPr>
              <a:t>документации: </a:t>
            </a:r>
            <a:r>
              <a:rPr lang="ru-RU" sz="1400" dirty="0" smtClean="0">
                <a:solidFill>
                  <a:srgbClr val="2BD4B6"/>
                </a:solidFill>
              </a:rPr>
              <a:t> </a:t>
            </a:r>
            <a:r>
              <a:rPr lang="ru-RU" sz="1400" dirty="0">
                <a:solidFill>
                  <a:prstClr val="white"/>
                </a:solidFill>
              </a:rPr>
              <a:t>написание тест-кейсов в </a:t>
            </a:r>
            <a:r>
              <a:rPr lang="ru-RU" sz="1400" dirty="0" err="1">
                <a:solidFill>
                  <a:prstClr val="white"/>
                </a:solidFill>
              </a:rPr>
              <a:t>TestIT</a:t>
            </a:r>
            <a:r>
              <a:rPr lang="ru-RU" sz="1400" dirty="0">
                <a:solidFill>
                  <a:prstClr val="white"/>
                </a:solidFill>
              </a:rPr>
              <a:t>, оформление баг-репортов в </a:t>
            </a:r>
            <a:r>
              <a:rPr lang="ru-RU" sz="1400" dirty="0" err="1">
                <a:solidFill>
                  <a:prstClr val="white"/>
                </a:solidFill>
              </a:rPr>
              <a:t>YouTrack</a:t>
            </a:r>
            <a:r>
              <a:rPr lang="ru-RU" sz="1400" dirty="0" smtClean="0">
                <a:solidFill>
                  <a:prstClr val="white"/>
                </a:solidFill>
              </a:rPr>
              <a:t>.</a:t>
            </a:r>
          </a:p>
          <a:p>
            <a:pPr marL="285750" lvl="0" indent="-285750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ru-RU" sz="1400" b="1" dirty="0">
                <a:solidFill>
                  <a:srgbClr val="2BD4B6"/>
                </a:solidFill>
              </a:rPr>
              <a:t>Ежедневные </a:t>
            </a:r>
            <a:r>
              <a:rPr lang="ru-RU" sz="1400" b="1" dirty="0" err="1">
                <a:solidFill>
                  <a:srgbClr val="2BD4B6"/>
                </a:solidFill>
              </a:rPr>
              <a:t>стендапы</a:t>
            </a:r>
            <a:r>
              <a:rPr lang="ru-RU" sz="1400" b="1" dirty="0">
                <a:solidFill>
                  <a:srgbClr val="2BD4B6"/>
                </a:solidFill>
              </a:rPr>
              <a:t>:  </a:t>
            </a:r>
            <a:r>
              <a:rPr lang="ru-RU" sz="1400" dirty="0">
                <a:solidFill>
                  <a:prstClr val="white"/>
                </a:solidFill>
              </a:rPr>
              <a:t>синхронизация с командой тестирования и разработчиками.</a:t>
            </a:r>
            <a:endParaRPr lang="ru-RU" sz="1400" dirty="0" smtClean="0">
              <a:solidFill>
                <a:prstClr val="white"/>
              </a:solidFill>
            </a:endParaRPr>
          </a:p>
          <a:p>
            <a:pPr marL="285750" lvl="0" indent="-285750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</a:pPr>
            <a:endParaRPr lang="ru-RU" sz="1800" dirty="0">
              <a:solidFill>
                <a:prstClr val="white"/>
              </a:solidFill>
            </a:endParaRPr>
          </a:p>
          <a:p>
            <a:endParaRPr lang="ru-RU" dirty="0" smtClean="0">
              <a:solidFill>
                <a:schemeClr val="bg1"/>
              </a:solidFill>
            </a:endParaRPr>
          </a:p>
          <a:p>
            <a:endParaRPr lang="ru-RU" dirty="0"/>
          </a:p>
        </p:txBody>
      </p:sp>
      <p:sp>
        <p:nvSpPr>
          <p:cNvPr id="2" name="Прямоугольник 1"/>
          <p:cNvSpPr/>
          <p:nvPr/>
        </p:nvSpPr>
        <p:spPr>
          <a:xfrm>
            <a:off x="655834" y="591699"/>
            <a:ext cx="2355132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600" dirty="0">
                <a:solidFill>
                  <a:prstClr val="white"/>
                </a:solidFill>
                <a:latin typeface="Arial Black" panose="020B0A04020102020204" pitchFamily="34" charset="0"/>
              </a:rPr>
              <a:t>Мои </a:t>
            </a:r>
            <a:r>
              <a:rPr lang="ru-RU" sz="1600" dirty="0" smtClean="0">
                <a:solidFill>
                  <a:prstClr val="white"/>
                </a:solidFill>
                <a:latin typeface="Arial Black" panose="020B0A04020102020204" pitchFamily="34" charset="0"/>
              </a:rPr>
              <a:t>обязанности: </a:t>
            </a:r>
            <a:endParaRPr lang="ru-RU" sz="1600" dirty="0">
              <a:solidFill>
                <a:prstClr val="white"/>
              </a:solidFill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43897518"/>
      </p:ext>
    </p:extLst>
  </p:cSld>
  <p:clrMapOvr>
    <a:masterClrMapping/>
  </p:clrMapOvr>
  <p:transition spd="med">
    <p:pull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Рисунок 8"/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7075" y="936702"/>
            <a:ext cx="4686029" cy="2635891"/>
          </a:xfrm>
          <a:prstGeom prst="roundRect">
            <a:avLst>
              <a:gd name="adj" fmla="val 8594"/>
            </a:avLst>
          </a:prstGeom>
          <a:noFill/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7" name="Текст 6"/>
          <p:cNvSpPr>
            <a:spLocks noGrp="1"/>
          </p:cNvSpPr>
          <p:nvPr>
            <p:ph type="body" sz="half" idx="13"/>
          </p:nvPr>
        </p:nvSpPr>
        <p:spPr>
          <a:xfrm>
            <a:off x="252422" y="1484717"/>
            <a:ext cx="7044653" cy="2087876"/>
          </a:xfrm>
          <a:gradFill flip="none" rotWithShape="1">
            <a:gsLst>
              <a:gs pos="0">
                <a:srgbClr val="19676E">
                  <a:shade val="30000"/>
                  <a:satMod val="115000"/>
                </a:srgbClr>
              </a:gs>
              <a:gs pos="50000">
                <a:srgbClr val="19676E">
                  <a:shade val="67500"/>
                  <a:satMod val="115000"/>
                </a:srgbClr>
              </a:gs>
              <a:gs pos="100000">
                <a:srgbClr val="19676E">
                  <a:shade val="100000"/>
                  <a:satMod val="115000"/>
                </a:srgbClr>
              </a:gs>
            </a:gsLst>
            <a:path path="circle">
              <a:fillToRect r="100000" b="100000"/>
            </a:path>
            <a:tileRect l="-100000" t="-100000"/>
          </a:gradFill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400" b="1" dirty="0" err="1">
                <a:solidFill>
                  <a:srgbClr val="0AB59D"/>
                </a:solidFill>
              </a:rPr>
              <a:t>YouTrack</a:t>
            </a:r>
            <a:r>
              <a:rPr lang="ru-RU" sz="1400" b="1" dirty="0">
                <a:solidFill>
                  <a:srgbClr val="A474FF"/>
                </a:solidFill>
              </a:rPr>
              <a:t> — </a:t>
            </a:r>
            <a:r>
              <a:rPr lang="ru-RU" sz="1400" b="1" dirty="0">
                <a:solidFill>
                  <a:schemeClr val="bg1"/>
                </a:solidFill>
              </a:rPr>
              <a:t>баг-</a:t>
            </a:r>
            <a:r>
              <a:rPr lang="ru-RU" sz="1400" b="1" dirty="0" err="1">
                <a:solidFill>
                  <a:schemeClr val="bg1"/>
                </a:solidFill>
              </a:rPr>
              <a:t>трекер</a:t>
            </a:r>
            <a:r>
              <a:rPr lang="ru-RU" sz="1400" b="1" dirty="0">
                <a:solidFill>
                  <a:schemeClr val="bg1"/>
                </a:solidFill>
              </a:rPr>
              <a:t> и управление задачами.</a:t>
            </a:r>
            <a:endParaRPr lang="ru-RU" sz="1400" dirty="0" smtClean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400" dirty="0" err="1">
                <a:solidFill>
                  <a:srgbClr val="0AB59D"/>
                </a:solidFill>
              </a:rPr>
              <a:t>TestIT</a:t>
            </a:r>
            <a:r>
              <a:rPr lang="ru-RU" sz="1400" dirty="0">
                <a:solidFill>
                  <a:srgbClr val="A474FF"/>
                </a:solidFill>
              </a:rPr>
              <a:t> — </a:t>
            </a:r>
            <a:r>
              <a:rPr lang="ru-RU" sz="1400" dirty="0">
                <a:solidFill>
                  <a:schemeClr val="bg1"/>
                </a:solidFill>
              </a:rPr>
              <a:t> написание и хранение тест-кейсов</a:t>
            </a:r>
            <a:r>
              <a:rPr lang="ru-RU" sz="1400" dirty="0" smtClean="0">
                <a:solidFill>
                  <a:schemeClr val="bg1"/>
                </a:solidFill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400" b="1" dirty="0" err="1" smtClean="0">
                <a:solidFill>
                  <a:srgbClr val="0AB59D"/>
                </a:solidFill>
              </a:rPr>
              <a:t>Figma</a:t>
            </a:r>
            <a:r>
              <a:rPr lang="ru-RU" sz="1400" b="1" dirty="0" smtClean="0">
                <a:solidFill>
                  <a:srgbClr val="0AB59D"/>
                </a:solidFill>
              </a:rPr>
              <a:t> </a:t>
            </a:r>
            <a:r>
              <a:rPr lang="ru-RU" sz="1400" b="1" dirty="0">
                <a:solidFill>
                  <a:srgbClr val="A474FF"/>
                </a:solidFill>
              </a:rPr>
              <a:t>— </a:t>
            </a:r>
            <a:r>
              <a:rPr lang="ru-RU" sz="1400" b="1" dirty="0">
                <a:solidFill>
                  <a:schemeClr val="bg1"/>
                </a:solidFill>
              </a:rPr>
              <a:t>сверка вёрстки с макетами</a:t>
            </a:r>
            <a:r>
              <a:rPr lang="ru-RU" sz="1400" b="1" dirty="0" smtClean="0">
                <a:solidFill>
                  <a:schemeClr val="bg1"/>
                </a:solidFill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400" b="1" dirty="0" err="1" smtClean="0">
                <a:solidFill>
                  <a:srgbClr val="0AB59D"/>
                </a:solidFill>
              </a:rPr>
              <a:t>Chrome</a:t>
            </a:r>
            <a:r>
              <a:rPr lang="ru-RU" sz="1400" b="1" dirty="0" smtClean="0">
                <a:solidFill>
                  <a:srgbClr val="0AB59D"/>
                </a:solidFill>
              </a:rPr>
              <a:t> </a:t>
            </a:r>
            <a:r>
              <a:rPr lang="ru-RU" sz="1400" b="1" dirty="0" err="1">
                <a:solidFill>
                  <a:srgbClr val="0AB59D"/>
                </a:solidFill>
              </a:rPr>
              <a:t>DevTools</a:t>
            </a:r>
            <a:r>
              <a:rPr lang="ru-RU" sz="1400" b="1" dirty="0">
                <a:solidFill>
                  <a:srgbClr val="0AB59D"/>
                </a:solidFill>
              </a:rPr>
              <a:t> </a:t>
            </a:r>
            <a:r>
              <a:rPr lang="ru-RU" sz="1400" b="1" dirty="0">
                <a:solidFill>
                  <a:srgbClr val="A474FF"/>
                </a:solidFill>
              </a:rPr>
              <a:t>— </a:t>
            </a:r>
            <a:r>
              <a:rPr lang="ru-RU" sz="1400" b="1" dirty="0">
                <a:solidFill>
                  <a:schemeClr val="bg1"/>
                </a:solidFill>
              </a:rPr>
              <a:t>отладка </a:t>
            </a:r>
            <a:r>
              <a:rPr lang="ru-RU" sz="1400" b="1" dirty="0" err="1">
                <a:solidFill>
                  <a:schemeClr val="bg1"/>
                </a:solidFill>
              </a:rPr>
              <a:t>фронтенда</a:t>
            </a:r>
            <a:r>
              <a:rPr lang="ru-RU" sz="1400" b="1" dirty="0">
                <a:solidFill>
                  <a:schemeClr val="bg1"/>
                </a:solidFill>
              </a:rPr>
              <a:t> и анализ API</a:t>
            </a:r>
            <a:r>
              <a:rPr lang="ru-RU" sz="1400" b="1" dirty="0" smtClean="0">
                <a:solidFill>
                  <a:schemeClr val="bg1"/>
                </a:solidFill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400" b="1" dirty="0" err="1" smtClean="0">
                <a:solidFill>
                  <a:srgbClr val="0AB59D"/>
                </a:solidFill>
              </a:rPr>
              <a:t>Confluence</a:t>
            </a:r>
            <a:r>
              <a:rPr lang="ru-RU" sz="1400" b="1" dirty="0" smtClean="0">
                <a:solidFill>
                  <a:srgbClr val="A474FF"/>
                </a:solidFill>
              </a:rPr>
              <a:t> </a:t>
            </a:r>
            <a:r>
              <a:rPr lang="ru-RU" sz="1400" b="1" dirty="0">
                <a:solidFill>
                  <a:srgbClr val="A474FF"/>
                </a:solidFill>
              </a:rPr>
              <a:t>— </a:t>
            </a:r>
            <a:r>
              <a:rPr lang="ru-RU" sz="1400" b="1" dirty="0">
                <a:solidFill>
                  <a:schemeClr val="bg1"/>
                </a:solidFill>
              </a:rPr>
              <a:t> база знаний и </a:t>
            </a:r>
            <a:r>
              <a:rPr lang="ru-RU" sz="1400" b="1" dirty="0" err="1">
                <a:solidFill>
                  <a:schemeClr val="bg1"/>
                </a:solidFill>
              </a:rPr>
              <a:t>онбординг</a:t>
            </a:r>
            <a:r>
              <a:rPr lang="ru-RU" sz="1400" b="1" dirty="0">
                <a:solidFill>
                  <a:schemeClr val="bg1"/>
                </a:solidFill>
              </a:rPr>
              <a:t>-документация.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11" name="Подзаголовок 2">
            <a:extLst>
              <a:ext uri="{FF2B5EF4-FFF2-40B4-BE49-F238E27FC236}">
                <a16:creationId xmlns:a16="http://schemas.microsoft.com/office/drawing/2014/main" id="{72258620-D380-473B-A288-E14928A16BDB}"/>
              </a:ext>
            </a:extLst>
          </p:cNvPr>
          <p:cNvSpPr txBox="1">
            <a:spLocks/>
          </p:cNvSpPr>
          <p:nvPr/>
        </p:nvSpPr>
        <p:spPr>
          <a:xfrm>
            <a:off x="655834" y="88266"/>
            <a:ext cx="9281933" cy="543464"/>
          </a:xfrm>
          <a:prstGeom prst="rect">
            <a:avLst/>
          </a:prstGeom>
          <a:noFill/>
        </p:spPr>
        <p:txBody>
          <a:bodyPr vert="horz" lIns="45720" tIns="45720" rIns="45720" bIns="45720" rtlCol="0" anchor="ctr">
            <a:normAutofit fontScale="85000"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Tw Cen MT" panose="020B0602020104020603" pitchFamily="34" charset="0"/>
              <a:buNone/>
              <a:defRPr sz="1200" i="1" kern="1200">
                <a:solidFill>
                  <a:schemeClr val="tx1"/>
                </a:solidFill>
                <a:latin typeface="+mn-lt"/>
                <a:ea typeface="+mn-ea"/>
                <a:cs typeface="Times New Roman" panose="02020603050405020304" pitchFamily="18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 err="1" smtClean="0">
                <a:solidFill>
                  <a:srgbClr val="25B99A"/>
                </a:solidFill>
                <a:latin typeface="Arial Black" panose="020B0A04020102020204" pitchFamily="34" charset="0"/>
              </a:rPr>
              <a:t>SkillSpace</a:t>
            </a:r>
            <a:r>
              <a:rPr lang="ru-RU" sz="2800" dirty="0">
                <a:solidFill>
                  <a:srgbClr val="25B99A"/>
                </a:solidFill>
                <a:latin typeface="Arial Black" panose="020B0A04020102020204" pitchFamily="34" charset="0"/>
              </a:rPr>
              <a:t>: команда, методология и </a:t>
            </a:r>
            <a:r>
              <a:rPr lang="ru-RU" sz="2800" dirty="0" smtClean="0">
                <a:solidFill>
                  <a:srgbClr val="25B99A"/>
                </a:solidFill>
                <a:latin typeface="Arial Black" panose="020B0A04020102020204" pitchFamily="34" charset="0"/>
              </a:rPr>
              <a:t>инструменты  </a:t>
            </a:r>
            <a:endParaRPr lang="ru-RU" sz="2800" dirty="0"/>
          </a:p>
        </p:txBody>
      </p:sp>
      <p:graphicFrame>
        <p:nvGraphicFramePr>
          <p:cNvPr id="13" name="Схема 12"/>
          <p:cNvGraphicFramePr/>
          <p:nvPr>
            <p:extLst>
              <p:ext uri="{D42A27DB-BD31-4B8C-83A1-F6EECF244321}">
                <p14:modId xmlns:p14="http://schemas.microsoft.com/office/powerpoint/2010/main" val="3631409865"/>
              </p:ext>
            </p:extLst>
          </p:nvPr>
        </p:nvGraphicFramePr>
        <p:xfrm>
          <a:off x="252422" y="4356846"/>
          <a:ext cx="11730682" cy="240057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14" name="Номер слайда 13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algn="ctr" rtl="0"/>
            <a:fld id="{B67B645E-C5E5-4727-B977-D372A0AA71D9}" type="slidenum">
              <a:rPr lang="ru-RU" noProof="0" smtClean="0"/>
              <a:pPr algn="ctr" rtl="0"/>
              <a:t>6</a:t>
            </a:fld>
            <a:endParaRPr lang="ru-RU" noProof="0" dirty="0"/>
          </a:p>
        </p:txBody>
      </p:sp>
      <p:sp>
        <p:nvSpPr>
          <p:cNvPr id="15" name="Овал 14"/>
          <p:cNvSpPr/>
          <p:nvPr/>
        </p:nvSpPr>
        <p:spPr>
          <a:xfrm>
            <a:off x="252422" y="88266"/>
            <a:ext cx="403412" cy="394447"/>
          </a:xfrm>
          <a:prstGeom prst="ellipse">
            <a:avLst/>
          </a:prstGeom>
          <a:solidFill>
            <a:srgbClr val="25B99A"/>
          </a:solidFill>
          <a:ln w="28575">
            <a:solidFill>
              <a:srgbClr val="EBEBE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6</a:t>
            </a:r>
          </a:p>
        </p:txBody>
      </p:sp>
      <p:sp>
        <p:nvSpPr>
          <p:cNvPr id="2" name="Прямоугольник 1"/>
          <p:cNvSpPr/>
          <p:nvPr/>
        </p:nvSpPr>
        <p:spPr>
          <a:xfrm>
            <a:off x="655834" y="699070"/>
            <a:ext cx="2901756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ru-RU" sz="1600" dirty="0" smtClean="0">
                <a:solidFill>
                  <a:prstClr val="white"/>
                </a:solidFill>
                <a:latin typeface="Arial Black" panose="020B0A04020102020204" pitchFamily="34" charset="0"/>
              </a:rPr>
              <a:t>Рабочие инструменты: </a:t>
            </a:r>
            <a:endParaRPr lang="ru-RU" sz="1600" dirty="0">
              <a:solidFill>
                <a:prstClr val="white"/>
              </a:solidFill>
              <a:latin typeface="Arial Black" panose="020B0A04020102020204" pitchFamily="34" charset="0"/>
            </a:endParaRP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87128" y="1037624"/>
            <a:ext cx="540887" cy="554409"/>
          </a:xfrm>
          <a:prstGeom prst="roundRect">
            <a:avLst>
              <a:gd name="adj" fmla="val 11111"/>
            </a:avLst>
          </a:prstGeom>
          <a:noFill/>
          <a:ln w="190500" cap="rnd">
            <a:solidFill>
              <a:srgbClr val="25B99A"/>
            </a:solidFill>
            <a:prstDash val="solid"/>
          </a:ln>
          <a:effectLst>
            <a:outerShdw blurRad="101600" dist="50800" dir="7200000" algn="tl" rotWithShape="0">
              <a:srgbClr val="000000">
                <a:alpha val="45000"/>
              </a:srgbClr>
            </a:outerShdw>
          </a:effectLst>
          <a:scene3d>
            <a:camera prst="perspectiveFront" fov="5400000"/>
            <a:lightRig rig="threePt" dir="t">
              <a:rot lat="0" lon="0" rev="19200000"/>
            </a:lightRig>
          </a:scene3d>
          <a:sp3d extrusionH="25400">
            <a:bevelT w="304800" h="152400" prst="hardEdge"/>
            <a:extrusionClr>
              <a:srgbClr val="FFFFFF"/>
            </a:extrusionClr>
          </a:sp3d>
        </p:spPr>
      </p:pic>
      <p:pic>
        <p:nvPicPr>
          <p:cNvPr id="10" name="Рисунок 9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38003" y="951087"/>
            <a:ext cx="1431611" cy="894757"/>
          </a:xfrm>
          <a:prstGeom prst="rect">
            <a:avLst/>
          </a:prstGeom>
          <a:ln>
            <a:noFill/>
          </a:ln>
          <a:effectLst>
            <a:outerShdw blurRad="127000" dist="38100" dir="2700000" algn="ctr">
              <a:srgbClr val="000000">
                <a:alpha val="45000"/>
              </a:srgbClr>
            </a:outerShdw>
          </a:effectLst>
          <a:scene3d>
            <a:camera prst="isometricOffAxis1Right"/>
            <a:lightRig rig="soft" dir="t">
              <a:rot lat="0" lon="0" rev="0"/>
            </a:lightRig>
          </a:scene3d>
          <a:sp3d prstMaterial="translucentPowder">
            <a:bevelT w="203200" h="50800" prst="artDeco"/>
          </a:sp3d>
        </p:spPr>
      </p:pic>
      <p:pic>
        <p:nvPicPr>
          <p:cNvPr id="12" name="Рисунок 11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84344" y="1585343"/>
            <a:ext cx="863606" cy="540587"/>
          </a:xfrm>
          <a:prstGeom prst="rect">
            <a:avLst/>
          </a:prstGeom>
          <a:scene3d>
            <a:camera prst="isometricOffAxis1Right"/>
            <a:lightRig rig="threePt" dir="t"/>
          </a:scene3d>
        </p:spPr>
      </p:pic>
      <p:pic>
        <p:nvPicPr>
          <p:cNvPr id="17" name="Рисунок 16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19728" y="2069040"/>
            <a:ext cx="1814107" cy="505167"/>
          </a:xfrm>
          <a:prstGeom prst="rect">
            <a:avLst/>
          </a:prstGeom>
          <a:scene3d>
            <a:camera prst="isometricOffAxis1Right"/>
            <a:lightRig rig="threePt" dir="t"/>
          </a:scene3d>
        </p:spPr>
      </p:pic>
      <p:pic>
        <p:nvPicPr>
          <p:cNvPr id="18" name="Рисунок 17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76045" y="1855637"/>
            <a:ext cx="2178819" cy="1225585"/>
          </a:xfrm>
          <a:prstGeom prst="rect">
            <a:avLst/>
          </a:prstGeom>
          <a:scene3d>
            <a:camera prst="isometricOffAxis1Right"/>
            <a:lightRig rig="threePt" dir="t"/>
          </a:scene3d>
        </p:spPr>
      </p:pic>
      <p:pic>
        <p:nvPicPr>
          <p:cNvPr id="19" name="Рисунок 18"/>
          <p:cNvPicPr>
            <a:picLocks noChangeAspect="1"/>
          </p:cNvPicPr>
          <p:nvPr/>
        </p:nvPicPr>
        <p:blipFill>
          <a:blip r:embed="rId13"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saturation sat="18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769137">
            <a:off x="5217964" y="3105539"/>
            <a:ext cx="2079111" cy="26335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127000" dist="38100" dir="2700000" algn="ctr">
              <a:srgbClr val="000000">
                <a:alpha val="45000"/>
              </a:srgbClr>
            </a:outerShdw>
          </a:effectLst>
          <a:scene3d>
            <a:camera prst="perspectiveFront" fov="2700000">
              <a:rot lat="20376000" lon="1938000" rev="20112001"/>
            </a:camera>
            <a:lightRig rig="soft" dir="t">
              <a:rot lat="0" lon="0" rev="0"/>
            </a:lightRig>
          </a:scene3d>
          <a:sp3d prstMaterial="translucentPowder">
            <a:bevelT w="203200" h="50800" prst="softRound"/>
          </a:sp3d>
        </p:spPr>
      </p:pic>
    </p:spTree>
    <p:extLst>
      <p:ext uri="{BB962C8B-B14F-4D97-AF65-F5344CB8AC3E}">
        <p14:creationId xmlns:p14="http://schemas.microsoft.com/office/powerpoint/2010/main" val="150895693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prestig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Рисунок 8"/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972" y="1441052"/>
            <a:ext cx="2612521" cy="1670528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7" name="Текст 6"/>
          <p:cNvSpPr>
            <a:spLocks noGrp="1"/>
          </p:cNvSpPr>
          <p:nvPr>
            <p:ph type="body" sz="half" idx="13"/>
          </p:nvPr>
        </p:nvSpPr>
        <p:spPr>
          <a:xfrm>
            <a:off x="3576251" y="2442057"/>
            <a:ext cx="8342597" cy="628436"/>
          </a:xfrm>
          <a:gradFill flip="none" rotWithShape="1">
            <a:gsLst>
              <a:gs pos="0">
                <a:srgbClr val="29384C">
                  <a:shade val="30000"/>
                  <a:satMod val="115000"/>
                </a:srgbClr>
              </a:gs>
              <a:gs pos="50000">
                <a:srgbClr val="29384C">
                  <a:shade val="67500"/>
                  <a:satMod val="115000"/>
                </a:srgbClr>
              </a:gs>
              <a:gs pos="100000">
                <a:srgbClr val="29384C">
                  <a:shade val="100000"/>
                  <a:satMod val="115000"/>
                </a:srgbClr>
              </a:gs>
            </a:gsLst>
            <a:path path="circle">
              <a:fillToRect r="100000" b="100000"/>
            </a:path>
            <a:tileRect l="-100000" t="-100000"/>
          </a:gradFill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400" b="1" dirty="0" smtClean="0">
                <a:solidFill>
                  <a:srgbClr val="E54598"/>
                </a:solidFill>
              </a:rPr>
              <a:t>После </a:t>
            </a:r>
            <a:r>
              <a:rPr lang="ru-RU" sz="1400" b="1" dirty="0" err="1">
                <a:solidFill>
                  <a:srgbClr val="E54598"/>
                </a:solidFill>
              </a:rPr>
              <a:t>редизайна</a:t>
            </a:r>
            <a:r>
              <a:rPr lang="ru-RU" sz="1400" b="1" dirty="0">
                <a:solidFill>
                  <a:srgbClr val="E54598"/>
                </a:solidFill>
              </a:rPr>
              <a:t> </a:t>
            </a:r>
            <a:r>
              <a:rPr lang="ru-RU" sz="1400" b="1" dirty="0" smtClean="0">
                <a:solidFill>
                  <a:srgbClr val="E54598"/>
                </a:solidFill>
              </a:rPr>
              <a:t>нужно </a:t>
            </a:r>
            <a:r>
              <a:rPr lang="ru-RU" sz="1400" b="1" dirty="0">
                <a:solidFill>
                  <a:srgbClr val="E54598"/>
                </a:solidFill>
              </a:rPr>
              <a:t>тщательно </a:t>
            </a:r>
            <a:r>
              <a:rPr lang="ru-RU" sz="1400" b="1" dirty="0" smtClean="0">
                <a:solidFill>
                  <a:srgbClr val="E54598"/>
                </a:solidFill>
              </a:rPr>
              <a:t>проверить </a:t>
            </a:r>
            <a:r>
              <a:rPr lang="ru-RU" sz="1400" b="1" dirty="0">
                <a:solidFill>
                  <a:srgbClr val="E54598"/>
                </a:solidFill>
              </a:rPr>
              <a:t>адаптивность интерфейса </a:t>
            </a:r>
            <a:r>
              <a:rPr lang="ru-RU" sz="1400" b="1" dirty="0">
                <a:solidFill>
                  <a:schemeClr val="bg1"/>
                </a:solidFill>
              </a:rPr>
              <a:t>— на десктопах, планшетах и смартфонах </a:t>
            </a:r>
            <a:r>
              <a:rPr lang="ru-RU" sz="1400" b="1" dirty="0" smtClean="0">
                <a:solidFill>
                  <a:schemeClr val="bg1"/>
                </a:solidFill>
              </a:rPr>
              <a:t>—</a:t>
            </a:r>
            <a:r>
              <a:rPr lang="ru-RU" sz="1400" b="1" dirty="0">
                <a:solidFill>
                  <a:srgbClr val="FCE750"/>
                </a:solidFill>
              </a:rPr>
              <a:t> </a:t>
            </a:r>
            <a:r>
              <a:rPr lang="ru-RU" sz="1400" b="1" dirty="0" smtClean="0">
                <a:solidFill>
                  <a:srgbClr val="E54598"/>
                </a:solidFill>
              </a:rPr>
              <a:t>и убедиться, </a:t>
            </a:r>
            <a:r>
              <a:rPr lang="ru-RU" sz="1400" b="1" dirty="0">
                <a:solidFill>
                  <a:prstClr val="white"/>
                </a:solidFill>
              </a:rPr>
              <a:t>что фильтры и поиск работают безупречно на каждом устройстве.</a:t>
            </a:r>
            <a:endParaRPr lang="ru-RU" sz="1400" dirty="0">
              <a:solidFill>
                <a:prstClr val="white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ru-RU" sz="1400" b="1" dirty="0" smtClean="0">
              <a:solidFill>
                <a:srgbClr val="FCE75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11" name="Подзаголовок 2">
            <a:extLst>
              <a:ext uri="{FF2B5EF4-FFF2-40B4-BE49-F238E27FC236}">
                <a16:creationId xmlns:a16="http://schemas.microsoft.com/office/drawing/2014/main" id="{72258620-D380-473B-A288-E14928A16BDB}"/>
              </a:ext>
            </a:extLst>
          </p:cNvPr>
          <p:cNvSpPr txBox="1">
            <a:spLocks/>
          </p:cNvSpPr>
          <p:nvPr/>
        </p:nvSpPr>
        <p:spPr>
          <a:xfrm>
            <a:off x="1002710" y="53869"/>
            <a:ext cx="7692716" cy="543464"/>
          </a:xfrm>
          <a:prstGeom prst="rect">
            <a:avLst/>
          </a:prstGeom>
          <a:noFill/>
        </p:spPr>
        <p:txBody>
          <a:bodyPr vert="horz" lIns="45720" tIns="45720" rIns="45720" bIns="4572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Tw Cen MT" panose="020B0602020104020603" pitchFamily="34" charset="0"/>
              <a:buNone/>
              <a:defRPr sz="1200" i="1" kern="1200">
                <a:solidFill>
                  <a:schemeClr val="tx1"/>
                </a:solidFill>
                <a:latin typeface="+mn-lt"/>
                <a:ea typeface="+mn-ea"/>
                <a:cs typeface="Times New Roman" panose="02020603050405020304" pitchFamily="18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2400" dirty="0" smtClean="0">
                <a:solidFill>
                  <a:srgbClr val="25B99A"/>
                </a:solidFill>
                <a:latin typeface="Arial Black" panose="020B0A04020102020204" pitchFamily="34" charset="0"/>
              </a:rPr>
              <a:t>Задачи и проекты, </a:t>
            </a:r>
            <a:r>
              <a:rPr lang="ru-RU" sz="2400" dirty="0">
                <a:solidFill>
                  <a:srgbClr val="25B99A"/>
                </a:solidFill>
                <a:latin typeface="Arial Black" panose="020B0A04020102020204" pitchFamily="34" charset="0"/>
              </a:rPr>
              <a:t>над которыми работала</a:t>
            </a:r>
            <a:endParaRPr lang="ru-RU" sz="2400" dirty="0"/>
          </a:p>
        </p:txBody>
      </p:sp>
      <p:graphicFrame>
        <p:nvGraphicFramePr>
          <p:cNvPr id="13" name="Схема 12"/>
          <p:cNvGraphicFramePr/>
          <p:nvPr>
            <p:extLst>
              <p:ext uri="{D42A27DB-BD31-4B8C-83A1-F6EECF244321}">
                <p14:modId xmlns:p14="http://schemas.microsoft.com/office/powerpoint/2010/main" val="1437811781"/>
              </p:ext>
            </p:extLst>
          </p:nvPr>
        </p:nvGraphicFramePr>
        <p:xfrm>
          <a:off x="220724" y="760657"/>
          <a:ext cx="3230769" cy="85544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14" name="Номер слайда 13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algn="ctr" rtl="0"/>
            <a:fld id="{B67B645E-C5E5-4727-B977-D372A0AA71D9}" type="slidenum">
              <a:rPr lang="ru-RU" noProof="0" smtClean="0"/>
              <a:pPr algn="ctr" rtl="0"/>
              <a:t>7</a:t>
            </a:fld>
            <a:endParaRPr lang="ru-RU" noProof="0" dirty="0"/>
          </a:p>
        </p:txBody>
      </p:sp>
      <p:sp>
        <p:nvSpPr>
          <p:cNvPr id="15" name="Овал 14"/>
          <p:cNvSpPr/>
          <p:nvPr/>
        </p:nvSpPr>
        <p:spPr>
          <a:xfrm>
            <a:off x="252422" y="88266"/>
            <a:ext cx="403412" cy="394447"/>
          </a:xfrm>
          <a:prstGeom prst="ellipse">
            <a:avLst/>
          </a:prstGeom>
          <a:solidFill>
            <a:srgbClr val="25B99A"/>
          </a:solidFill>
          <a:ln w="28575">
            <a:solidFill>
              <a:srgbClr val="EBEBE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rgbClr val="EBEBEB"/>
                </a:solidFill>
              </a:rPr>
              <a:t>7</a:t>
            </a:r>
          </a:p>
        </p:txBody>
      </p:sp>
      <p:sp>
        <p:nvSpPr>
          <p:cNvPr id="8" name="Текст 6"/>
          <p:cNvSpPr txBox="1">
            <a:spLocks/>
          </p:cNvSpPr>
          <p:nvPr/>
        </p:nvSpPr>
        <p:spPr>
          <a:xfrm>
            <a:off x="3613076" y="5207891"/>
            <a:ext cx="8342598" cy="1650109"/>
          </a:xfrm>
          <a:prstGeom prst="rect">
            <a:avLst/>
          </a:prstGeom>
          <a:solidFill>
            <a:srgbClr val="29384C"/>
          </a:solidFill>
        </p:spPr>
        <p:txBody>
          <a:bodyPr vert="horz" lIns="45720" tIns="45720" rIns="45720" bIns="45720" rtlCol="0">
            <a:normAutofit fontScale="925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Tw Cen MT" panose="020B0602020104020603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400" b="1" dirty="0">
                <a:solidFill>
                  <a:srgbClr val="FFFF00"/>
                </a:solidFill>
              </a:rPr>
              <a:t>После масштабного </a:t>
            </a:r>
            <a:r>
              <a:rPr lang="ru-RU" sz="1400" b="1" dirty="0" err="1">
                <a:solidFill>
                  <a:srgbClr val="FFFF00"/>
                </a:solidFill>
              </a:rPr>
              <a:t>редизайна</a:t>
            </a:r>
            <a:r>
              <a:rPr lang="ru-RU" sz="1400" b="1" dirty="0">
                <a:solidFill>
                  <a:srgbClr val="FFFF00"/>
                </a:solidFill>
              </a:rPr>
              <a:t> окна проверки потребовалось провести полный регресс всех сценариев: </a:t>
            </a:r>
            <a:r>
              <a:rPr lang="ru-RU" sz="1400" b="1" dirty="0">
                <a:solidFill>
                  <a:schemeClr val="bg1"/>
                </a:solidFill>
              </a:rPr>
              <a:t>загрузка файлов разных форматов, отправка комментариев, смена статусов, проверка на мобильной версии</a:t>
            </a:r>
            <a:r>
              <a:rPr lang="ru-RU" sz="1400" b="1" dirty="0" smtClean="0">
                <a:solidFill>
                  <a:schemeClr val="bg1"/>
                </a:solidFill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400" b="1" dirty="0">
                <a:solidFill>
                  <a:srgbClr val="FFFF00"/>
                </a:solidFill>
              </a:rPr>
              <a:t>Это была очень монотонная работа, но именно она научила меня структурировать процесс: </a:t>
            </a:r>
            <a:r>
              <a:rPr lang="ru-RU" sz="1400" b="1" dirty="0">
                <a:solidFill>
                  <a:schemeClr val="bg1"/>
                </a:solidFill>
              </a:rPr>
              <a:t>я составила подробный чек-лист на 30+ пунктов и методично проходила каждый сценарий</a:t>
            </a:r>
            <a:r>
              <a:rPr lang="ru-RU" sz="1400" b="1" dirty="0" smtClean="0">
                <a:solidFill>
                  <a:schemeClr val="bg1"/>
                </a:solidFill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400" b="1" dirty="0">
                <a:solidFill>
                  <a:srgbClr val="FFFF00"/>
                </a:solidFill>
              </a:rPr>
              <a:t>В итоге нашла 2 критических бага, </a:t>
            </a:r>
            <a:r>
              <a:rPr lang="ru-RU" sz="1400" b="1" dirty="0">
                <a:solidFill>
                  <a:schemeClr val="bg1"/>
                </a:solidFill>
              </a:rPr>
              <a:t>которые могли помешать администраторам проверять работы учеников</a:t>
            </a:r>
            <a:r>
              <a:rPr lang="ru-RU" sz="1400" b="1" dirty="0" smtClean="0">
                <a:solidFill>
                  <a:schemeClr val="bg1"/>
                </a:solidFill>
              </a:rPr>
              <a:t>.</a:t>
            </a:r>
          </a:p>
          <a:p>
            <a:endParaRPr lang="ru-RU" dirty="0"/>
          </a:p>
        </p:txBody>
      </p:sp>
      <p:sp>
        <p:nvSpPr>
          <p:cNvPr id="10" name="Текст 6"/>
          <p:cNvSpPr txBox="1">
            <a:spLocks/>
          </p:cNvSpPr>
          <p:nvPr/>
        </p:nvSpPr>
        <p:spPr>
          <a:xfrm>
            <a:off x="3137023" y="3180759"/>
            <a:ext cx="9494894" cy="32985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Tw Cen MT" panose="020B0602020104020603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ru-RU" dirty="0"/>
          </a:p>
        </p:txBody>
      </p:sp>
      <p:pic>
        <p:nvPicPr>
          <p:cNvPr id="12" name="Рисунок 11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972" y="4676239"/>
            <a:ext cx="2636359" cy="1689296"/>
          </a:xfrm>
          <a:prstGeom prst="roundRect">
            <a:avLst>
              <a:gd name="adj" fmla="val 8594"/>
            </a:avLst>
          </a:prstGeom>
          <a:noFill/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3" name="Рисунок 2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532" y="990895"/>
            <a:ext cx="622955" cy="622955"/>
          </a:xfrm>
          <a:prstGeom prst="rect">
            <a:avLst/>
          </a:prstGeom>
        </p:spPr>
      </p:pic>
      <p:graphicFrame>
        <p:nvGraphicFramePr>
          <p:cNvPr id="19" name="Схема 18"/>
          <p:cNvGraphicFramePr/>
          <p:nvPr>
            <p:extLst>
              <p:ext uri="{D42A27DB-BD31-4B8C-83A1-F6EECF244321}">
                <p14:modId xmlns:p14="http://schemas.microsoft.com/office/powerpoint/2010/main" val="2227617567"/>
              </p:ext>
            </p:extLst>
          </p:nvPr>
        </p:nvGraphicFramePr>
        <p:xfrm>
          <a:off x="220724" y="3970277"/>
          <a:ext cx="3230769" cy="87556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0" r:lo="rId11" r:qs="rId12" r:cs="rId13"/>
          </a:graphicData>
        </a:graphic>
      </p:graphicFrame>
      <p:pic>
        <p:nvPicPr>
          <p:cNvPr id="4" name="Рисунок 3"/>
          <p:cNvPicPr>
            <a:picLocks noChangeAspect="1"/>
          </p:cNvPicPr>
          <p:nvPr/>
        </p:nvPicPr>
        <p:blipFill>
          <a:blip r:embed="rId9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532" y="4208997"/>
            <a:ext cx="636845" cy="636845"/>
          </a:xfrm>
          <a:prstGeom prst="rect">
            <a:avLst/>
          </a:prstGeom>
        </p:spPr>
      </p:pic>
      <p:sp>
        <p:nvSpPr>
          <p:cNvPr id="2" name="Горизонтальный свиток 1"/>
          <p:cNvSpPr/>
          <p:nvPr/>
        </p:nvSpPr>
        <p:spPr>
          <a:xfrm>
            <a:off x="3631336" y="440314"/>
            <a:ext cx="8287512" cy="1888767"/>
          </a:xfrm>
          <a:prstGeom prst="horizontalScroll">
            <a:avLst/>
          </a:prstGeom>
          <a:gradFill flip="none" rotWithShape="1">
            <a:gsLst>
              <a:gs pos="0">
                <a:srgbClr val="141822"/>
              </a:gs>
              <a:gs pos="92690">
                <a:srgbClr val="141822"/>
              </a:gs>
              <a:gs pos="76000">
                <a:schemeClr val="accent3">
                  <a:lumMod val="75000"/>
                </a:schemeClr>
              </a:gs>
            </a:gsLst>
            <a:path path="shape">
              <a:fillToRect l="50000" t="50000" r="50000" b="50000"/>
            </a:path>
            <a:tileRect/>
          </a:gradFill>
          <a:ln w="28575">
            <a:solidFill>
              <a:srgbClr val="EBEBE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/>
            <a:r>
              <a:rPr lang="ru-RU" sz="1600" b="1" i="1" dirty="0">
                <a:solidFill>
                  <a:prstClr val="white"/>
                </a:solidFill>
              </a:rPr>
              <a:t>Любимой задачей стало тестирование обновлённого каталога курсов и </a:t>
            </a:r>
            <a:r>
              <a:rPr lang="ru-RU" sz="1600" b="1" i="1" dirty="0" err="1">
                <a:solidFill>
                  <a:prstClr val="white"/>
                </a:solidFill>
              </a:rPr>
              <a:t>вебинаров</a:t>
            </a:r>
            <a:r>
              <a:rPr lang="ru-RU" sz="1600" b="1" i="1" dirty="0">
                <a:solidFill>
                  <a:prstClr val="white"/>
                </a:solidFill>
              </a:rPr>
              <a:t> — это была масштабная работа с новым интерфейсом и мобильной версией, где я нашла 3 бага, связанных с отображением карточек на </a:t>
            </a:r>
            <a:r>
              <a:rPr lang="ru-RU" sz="1600" b="1" i="1" dirty="0" smtClean="0">
                <a:solidFill>
                  <a:prstClr val="white"/>
                </a:solidFill>
              </a:rPr>
              <a:t>планшетах, </a:t>
            </a:r>
            <a:r>
              <a:rPr lang="ru-RU" sz="1600" b="1" i="1" dirty="0">
                <a:solidFill>
                  <a:prstClr val="white"/>
                </a:solidFill>
              </a:rPr>
              <a:t>и увидела результат своего труда в реальном продукте.</a:t>
            </a:r>
          </a:p>
        </p:txBody>
      </p:sp>
      <p:sp>
        <p:nvSpPr>
          <p:cNvPr id="23" name="Горизонтальный свиток 22"/>
          <p:cNvSpPr/>
          <p:nvPr/>
        </p:nvSpPr>
        <p:spPr>
          <a:xfrm>
            <a:off x="3668162" y="3171454"/>
            <a:ext cx="8287512" cy="1888767"/>
          </a:xfrm>
          <a:prstGeom prst="horizontalScroll">
            <a:avLst/>
          </a:prstGeom>
          <a:gradFill flip="none" rotWithShape="1">
            <a:gsLst>
              <a:gs pos="0">
                <a:srgbClr val="141822"/>
              </a:gs>
              <a:gs pos="92690">
                <a:srgbClr val="141822"/>
              </a:gs>
              <a:gs pos="76000">
                <a:schemeClr val="accent3">
                  <a:lumMod val="75000"/>
                </a:schemeClr>
              </a:gs>
            </a:gsLst>
            <a:path path="shape">
              <a:fillToRect l="50000" t="50000" r="50000" b="50000"/>
            </a:path>
            <a:tileRect/>
          </a:gradFill>
          <a:ln w="28575">
            <a:solidFill>
              <a:srgbClr val="EBEBE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/>
            <a:r>
              <a:rPr lang="ru-RU" sz="1600" b="1" i="1" dirty="0">
                <a:solidFill>
                  <a:prstClr val="white"/>
                </a:solidFill>
              </a:rPr>
              <a:t>Самым нелюбимым, но по‑настоящему ценным испытанием стал полный регресс раздела «Проверка заданий»: он закалил во мне системный подход и отточил внимание к деталям — теперь я твёрдо знаю: для </a:t>
            </a:r>
            <a:r>
              <a:rPr lang="ru-RU" sz="1600" b="1" i="1" dirty="0" err="1">
                <a:solidFill>
                  <a:prstClr val="white"/>
                </a:solidFill>
              </a:rPr>
              <a:t>тестировщика</a:t>
            </a:r>
            <a:r>
              <a:rPr lang="ru-RU" sz="1600" b="1" i="1" dirty="0">
                <a:solidFill>
                  <a:prstClr val="white"/>
                </a:solidFill>
              </a:rPr>
              <a:t> системный подход — надёжный и верный союзник.</a:t>
            </a:r>
          </a:p>
        </p:txBody>
      </p:sp>
    </p:spTree>
    <p:extLst>
      <p:ext uri="{BB962C8B-B14F-4D97-AF65-F5344CB8AC3E}">
        <p14:creationId xmlns:p14="http://schemas.microsoft.com/office/powerpoint/2010/main" val="124905654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wind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Рисунок 8"/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63118" y="764016"/>
            <a:ext cx="4845545" cy="2921864"/>
          </a:xfrm>
          <a:prstGeom prst="roundRect">
            <a:avLst>
              <a:gd name="adj" fmla="val 8594"/>
            </a:avLst>
          </a:prstGeom>
          <a:noFill/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11" name="Подзаголовок 2">
            <a:extLst>
              <a:ext uri="{FF2B5EF4-FFF2-40B4-BE49-F238E27FC236}">
                <a16:creationId xmlns:a16="http://schemas.microsoft.com/office/drawing/2014/main" id="{72258620-D380-473B-A288-E14928A16BDB}"/>
              </a:ext>
            </a:extLst>
          </p:cNvPr>
          <p:cNvSpPr txBox="1">
            <a:spLocks/>
          </p:cNvSpPr>
          <p:nvPr/>
        </p:nvSpPr>
        <p:spPr>
          <a:xfrm>
            <a:off x="655834" y="88266"/>
            <a:ext cx="4604323" cy="543464"/>
          </a:xfrm>
          <a:prstGeom prst="rect">
            <a:avLst/>
          </a:prstGeom>
          <a:noFill/>
        </p:spPr>
        <p:txBody>
          <a:bodyPr vert="horz" lIns="45720" tIns="45720" rIns="45720" bIns="4572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Tw Cen MT" panose="020B0602020104020603" pitchFamily="34" charset="0"/>
              <a:buNone/>
              <a:defRPr sz="1200" i="1" kern="1200">
                <a:solidFill>
                  <a:schemeClr val="tx1"/>
                </a:solidFill>
                <a:latin typeface="+mn-lt"/>
                <a:ea typeface="+mn-ea"/>
                <a:cs typeface="Times New Roman" panose="02020603050405020304" pitchFamily="18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2400" dirty="0">
                <a:solidFill>
                  <a:srgbClr val="25B99A"/>
                </a:solidFill>
                <a:latin typeface="Arial Black" panose="020B0A04020102020204" pitchFamily="34" charset="0"/>
              </a:rPr>
              <a:t>Моя работа в цифрах</a:t>
            </a:r>
            <a:endParaRPr lang="ru-RU" sz="2400" dirty="0"/>
          </a:p>
        </p:txBody>
      </p:sp>
      <p:graphicFrame>
        <p:nvGraphicFramePr>
          <p:cNvPr id="13" name="Схема 12"/>
          <p:cNvGraphicFramePr/>
          <p:nvPr>
            <p:extLst>
              <p:ext uri="{D42A27DB-BD31-4B8C-83A1-F6EECF244321}">
                <p14:modId xmlns:p14="http://schemas.microsoft.com/office/powerpoint/2010/main" val="2392164855"/>
              </p:ext>
            </p:extLst>
          </p:nvPr>
        </p:nvGraphicFramePr>
        <p:xfrm>
          <a:off x="252422" y="4356846"/>
          <a:ext cx="11730682" cy="240057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14" name="Номер слайда 13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algn="ctr" rtl="0"/>
            <a:fld id="{B67B645E-C5E5-4727-B977-D372A0AA71D9}" type="slidenum">
              <a:rPr lang="ru-RU" noProof="0" smtClean="0"/>
              <a:pPr algn="ctr" rtl="0"/>
              <a:t>8</a:t>
            </a:fld>
            <a:endParaRPr lang="ru-RU" noProof="0" dirty="0"/>
          </a:p>
        </p:txBody>
      </p:sp>
      <p:sp>
        <p:nvSpPr>
          <p:cNvPr id="15" name="Овал 14"/>
          <p:cNvSpPr/>
          <p:nvPr/>
        </p:nvSpPr>
        <p:spPr>
          <a:xfrm>
            <a:off x="252422" y="88266"/>
            <a:ext cx="403412" cy="394447"/>
          </a:xfrm>
          <a:prstGeom prst="ellipse">
            <a:avLst/>
          </a:prstGeom>
          <a:solidFill>
            <a:srgbClr val="25B99A"/>
          </a:solidFill>
          <a:ln w="28575">
            <a:solidFill>
              <a:srgbClr val="EBEBE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8</a:t>
            </a:r>
          </a:p>
        </p:txBody>
      </p:sp>
      <p:graphicFrame>
        <p:nvGraphicFramePr>
          <p:cNvPr id="4" name="Схема 3"/>
          <p:cNvGraphicFramePr/>
          <p:nvPr>
            <p:extLst>
              <p:ext uri="{D42A27DB-BD31-4B8C-83A1-F6EECF244321}">
                <p14:modId xmlns:p14="http://schemas.microsoft.com/office/powerpoint/2010/main" val="887573869"/>
              </p:ext>
            </p:extLst>
          </p:nvPr>
        </p:nvGraphicFramePr>
        <p:xfrm>
          <a:off x="320585" y="999375"/>
          <a:ext cx="7773749" cy="372511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</p:spTree>
    <p:extLst>
      <p:ext uri="{BB962C8B-B14F-4D97-AF65-F5344CB8AC3E}">
        <p14:creationId xmlns:p14="http://schemas.microsoft.com/office/powerpoint/2010/main" val="361646968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allOve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Рисунок 8"/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46595" y="919810"/>
            <a:ext cx="3170962" cy="2693942"/>
          </a:xfrm>
          <a:prstGeom prst="roundRect">
            <a:avLst>
              <a:gd name="adj" fmla="val 8594"/>
            </a:avLst>
          </a:prstGeom>
          <a:noFill/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7" name="Текст 6"/>
          <p:cNvSpPr>
            <a:spLocks noGrp="1"/>
          </p:cNvSpPr>
          <p:nvPr>
            <p:ph type="body" sz="half" idx="13"/>
          </p:nvPr>
        </p:nvSpPr>
        <p:spPr>
          <a:xfrm>
            <a:off x="454128" y="919810"/>
            <a:ext cx="4761174" cy="2737790"/>
          </a:xfrm>
          <a:gradFill>
            <a:gsLst>
              <a:gs pos="0">
                <a:srgbClr val="141822"/>
              </a:gs>
              <a:gs pos="92690">
                <a:srgbClr val="141822"/>
              </a:gs>
              <a:gs pos="76000">
                <a:schemeClr val="accent3">
                  <a:lumMod val="75000"/>
                </a:schemeClr>
              </a:gs>
            </a:gsLst>
            <a:path path="rect">
              <a:fillToRect l="100000" t="100000"/>
            </a:path>
          </a:gradFill>
        </p:spPr>
        <p:txBody>
          <a:bodyPr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400" b="1" dirty="0">
                <a:solidFill>
                  <a:srgbClr val="FCE750"/>
                </a:solidFill>
              </a:rPr>
              <a:t>Баг-репорты. Пример</a:t>
            </a:r>
            <a:r>
              <a:rPr lang="ru-RU" sz="1400" b="1" dirty="0" smtClean="0">
                <a:solidFill>
                  <a:srgbClr val="FCE750"/>
                </a:solidFill>
              </a:rPr>
              <a:t>: </a:t>
            </a:r>
            <a:r>
              <a:rPr lang="ru-RU" sz="1400" b="1" dirty="0">
                <a:solidFill>
                  <a:schemeClr val="bg1"/>
                </a:solidFill>
              </a:rPr>
              <a:t>оформила баг с вылетом </a:t>
            </a:r>
            <a:r>
              <a:rPr lang="ru-RU" sz="1400" b="1" dirty="0" err="1">
                <a:solidFill>
                  <a:schemeClr val="bg1"/>
                </a:solidFill>
              </a:rPr>
              <a:t>iOS</a:t>
            </a:r>
            <a:r>
              <a:rPr lang="ru-RU" sz="1400" b="1" dirty="0">
                <a:solidFill>
                  <a:schemeClr val="bg1"/>
                </a:solidFill>
              </a:rPr>
              <a:t> приложения при записи голосовых сообщений — разработчики исправили за день</a:t>
            </a:r>
            <a:r>
              <a:rPr lang="ru-RU" sz="1400" b="1" dirty="0" smtClean="0">
                <a:solidFill>
                  <a:schemeClr val="bg1"/>
                </a:solidFill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 err="1">
                <a:solidFill>
                  <a:srgbClr val="FCE750"/>
                </a:solidFill>
              </a:rPr>
              <a:t>TestIT</a:t>
            </a:r>
            <a:r>
              <a:rPr lang="en-US" sz="1400" b="1" dirty="0">
                <a:solidFill>
                  <a:srgbClr val="FCE750"/>
                </a:solidFill>
              </a:rPr>
              <a:t>. </a:t>
            </a:r>
            <a:r>
              <a:rPr lang="ru-RU" sz="1400" b="1" dirty="0">
                <a:solidFill>
                  <a:srgbClr val="FCE750"/>
                </a:solidFill>
              </a:rPr>
              <a:t>Пример</a:t>
            </a:r>
            <a:r>
              <a:rPr lang="ru-RU" sz="1400" b="1" dirty="0" smtClean="0">
                <a:solidFill>
                  <a:srgbClr val="FCE750"/>
                </a:solidFill>
              </a:rPr>
              <a:t>: </a:t>
            </a:r>
            <a:r>
              <a:rPr lang="ru-RU" sz="1400" b="1" dirty="0" smtClean="0">
                <a:solidFill>
                  <a:schemeClr val="bg1"/>
                </a:solidFill>
              </a:rPr>
              <a:t>для </a:t>
            </a:r>
            <a:r>
              <a:rPr lang="ru-RU" sz="1400" b="1" dirty="0">
                <a:solidFill>
                  <a:schemeClr val="bg1"/>
                </a:solidFill>
              </a:rPr>
              <a:t>раздела «Проверка заданий» я создала 20+ тест-кейсов, структурировав их по модулям (статусы, комментарии, файлы).</a:t>
            </a:r>
            <a:endParaRPr lang="ru-RU" sz="1400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400" b="1" dirty="0" err="1" smtClean="0">
                <a:solidFill>
                  <a:srgbClr val="FCE750"/>
                </a:solidFill>
              </a:rPr>
              <a:t>Chrome</a:t>
            </a:r>
            <a:r>
              <a:rPr lang="ru-RU" sz="1400" b="1" dirty="0" smtClean="0">
                <a:solidFill>
                  <a:srgbClr val="FCE750"/>
                </a:solidFill>
              </a:rPr>
              <a:t> </a:t>
            </a:r>
            <a:r>
              <a:rPr lang="ru-RU" sz="1400" b="1" dirty="0" err="1">
                <a:solidFill>
                  <a:srgbClr val="FCE750"/>
                </a:solidFill>
              </a:rPr>
              <a:t>DevTools</a:t>
            </a:r>
            <a:r>
              <a:rPr lang="ru-RU" sz="1400" b="1" dirty="0">
                <a:solidFill>
                  <a:srgbClr val="FCE750"/>
                </a:solidFill>
              </a:rPr>
              <a:t> </a:t>
            </a:r>
            <a:r>
              <a:rPr lang="ru-RU" sz="1400" b="1" dirty="0" smtClean="0">
                <a:solidFill>
                  <a:srgbClr val="FCE750"/>
                </a:solidFill>
              </a:rPr>
              <a:t>(</a:t>
            </a:r>
            <a:r>
              <a:rPr lang="ru-RU" sz="1400" b="1" dirty="0" err="1" smtClean="0">
                <a:solidFill>
                  <a:srgbClr val="FCE750"/>
                </a:solidFill>
              </a:rPr>
              <a:t>Network</a:t>
            </a:r>
            <a:r>
              <a:rPr lang="ru-RU" sz="1400" b="1" dirty="0">
                <a:solidFill>
                  <a:srgbClr val="FCE750"/>
                </a:solidFill>
              </a:rPr>
              <a:t>). </a:t>
            </a:r>
            <a:r>
              <a:rPr lang="ru-RU" sz="1400" b="1" dirty="0">
                <a:solidFill>
                  <a:srgbClr val="FFFF00"/>
                </a:solidFill>
              </a:rPr>
              <a:t>Пример</a:t>
            </a:r>
            <a:r>
              <a:rPr lang="ru-RU" sz="1400" b="1" dirty="0">
                <a:solidFill>
                  <a:schemeClr val="bg1"/>
                </a:solidFill>
              </a:rPr>
              <a:t>: отслеживала API-запросы </a:t>
            </a:r>
            <a:r>
              <a:rPr lang="ru-RU" sz="1400" b="1" dirty="0" err="1">
                <a:solidFill>
                  <a:schemeClr val="bg1"/>
                </a:solidFill>
              </a:rPr>
              <a:t>автозаписи</a:t>
            </a:r>
            <a:r>
              <a:rPr lang="ru-RU" sz="1400" b="1" dirty="0">
                <a:solidFill>
                  <a:schemeClr val="bg1"/>
                </a:solidFill>
              </a:rPr>
              <a:t> </a:t>
            </a:r>
            <a:r>
              <a:rPr lang="ru-RU" sz="1400" b="1" dirty="0" err="1">
                <a:solidFill>
                  <a:schemeClr val="bg1"/>
                </a:solidFill>
              </a:rPr>
              <a:t>вебинаров</a:t>
            </a:r>
            <a:r>
              <a:rPr lang="ru-RU" sz="1400" b="1" dirty="0">
                <a:solidFill>
                  <a:schemeClr val="bg1"/>
                </a:solidFill>
              </a:rPr>
              <a:t> и находила проблемы с таймаутами</a:t>
            </a:r>
            <a:r>
              <a:rPr lang="ru-RU" sz="1400" b="1" dirty="0" smtClean="0">
                <a:solidFill>
                  <a:schemeClr val="bg1"/>
                </a:solidFill>
              </a:rPr>
              <a:t>.</a:t>
            </a:r>
          </a:p>
          <a:p>
            <a:pPr marL="285750" lvl="0" indent="-285750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ru-RU" sz="1400" b="1" dirty="0">
                <a:solidFill>
                  <a:srgbClr val="FCE750"/>
                </a:solidFill>
              </a:rPr>
              <a:t>Жизненный цикл дефекта. Пример: </a:t>
            </a:r>
            <a:r>
              <a:rPr lang="ru-RU" sz="1400" b="1" dirty="0">
                <a:solidFill>
                  <a:prstClr val="white"/>
                </a:solidFill>
              </a:rPr>
              <a:t>научилась сопровождать баг от создания до закрытия.</a:t>
            </a:r>
            <a:endParaRPr lang="ru-RU" sz="1400" dirty="0">
              <a:solidFill>
                <a:prstClr val="white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ru-RU" sz="1400" dirty="0"/>
          </a:p>
        </p:txBody>
      </p:sp>
      <p:sp>
        <p:nvSpPr>
          <p:cNvPr id="11" name="Подзаголовок 2">
            <a:extLst>
              <a:ext uri="{FF2B5EF4-FFF2-40B4-BE49-F238E27FC236}">
                <a16:creationId xmlns:a16="http://schemas.microsoft.com/office/drawing/2014/main" id="{72258620-D380-473B-A288-E14928A16BDB}"/>
              </a:ext>
            </a:extLst>
          </p:cNvPr>
          <p:cNvSpPr txBox="1">
            <a:spLocks/>
          </p:cNvSpPr>
          <p:nvPr/>
        </p:nvSpPr>
        <p:spPr>
          <a:xfrm>
            <a:off x="655834" y="-32870"/>
            <a:ext cx="6240276" cy="543464"/>
          </a:xfrm>
          <a:prstGeom prst="rect">
            <a:avLst/>
          </a:prstGeom>
          <a:noFill/>
        </p:spPr>
        <p:txBody>
          <a:bodyPr vert="horz" lIns="45720" tIns="45720" rIns="45720" bIns="45720" rtlCol="0" anchor="ctr">
            <a:normAutofit fontScale="250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Tw Cen MT" panose="020B0602020104020603" pitchFamily="34" charset="0"/>
              <a:buNone/>
              <a:defRPr sz="1200" i="1" kern="1200">
                <a:solidFill>
                  <a:schemeClr val="tx1"/>
                </a:solidFill>
                <a:latin typeface="+mn-lt"/>
                <a:ea typeface="+mn-ea"/>
                <a:cs typeface="Times New Roman" panose="02020603050405020304" pitchFamily="18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ru-RU" sz="2800" dirty="0">
              <a:solidFill>
                <a:srgbClr val="25B99A"/>
              </a:solidFill>
              <a:latin typeface="Arial Black" panose="020B0A04020102020204" pitchFamily="34" charset="0"/>
            </a:endParaRPr>
          </a:p>
          <a:p>
            <a:r>
              <a:rPr lang="ru-RU" sz="8000" dirty="0">
                <a:solidFill>
                  <a:srgbClr val="25B99A"/>
                </a:solidFill>
                <a:latin typeface="Arial Black" panose="020B0A04020102020204" pitchFamily="34" charset="0"/>
              </a:rPr>
              <a:t>Чему я научилась: навыки и </a:t>
            </a:r>
            <a:r>
              <a:rPr lang="ru-RU" sz="9600" dirty="0">
                <a:solidFill>
                  <a:srgbClr val="25B99A"/>
                </a:solidFill>
                <a:latin typeface="Arial Black" panose="020B0A04020102020204" pitchFamily="34" charset="0"/>
              </a:rPr>
              <a:t>примеры</a:t>
            </a:r>
            <a:endParaRPr lang="ru-RU" sz="8000" dirty="0"/>
          </a:p>
        </p:txBody>
      </p:sp>
      <p:sp>
        <p:nvSpPr>
          <p:cNvPr id="14" name="Номер слайда 13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algn="ctr" rtl="0"/>
            <a:fld id="{B67B645E-C5E5-4727-B977-D372A0AA71D9}" type="slidenum">
              <a:rPr lang="ru-RU" noProof="0" smtClean="0"/>
              <a:pPr algn="ctr" rtl="0"/>
              <a:t>9</a:t>
            </a:fld>
            <a:endParaRPr lang="ru-RU" noProof="0" dirty="0"/>
          </a:p>
        </p:txBody>
      </p:sp>
      <p:sp>
        <p:nvSpPr>
          <p:cNvPr id="15" name="Овал 14"/>
          <p:cNvSpPr/>
          <p:nvPr/>
        </p:nvSpPr>
        <p:spPr>
          <a:xfrm>
            <a:off x="252422" y="88266"/>
            <a:ext cx="403412" cy="394447"/>
          </a:xfrm>
          <a:prstGeom prst="ellipse">
            <a:avLst/>
          </a:prstGeom>
          <a:solidFill>
            <a:srgbClr val="25B99A"/>
          </a:solidFill>
          <a:ln w="28575">
            <a:solidFill>
              <a:srgbClr val="EBEBE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9</a:t>
            </a:r>
            <a:endParaRPr lang="ru-RU" dirty="0"/>
          </a:p>
        </p:txBody>
      </p:sp>
      <p:sp>
        <p:nvSpPr>
          <p:cNvPr id="8" name="Текст 6"/>
          <p:cNvSpPr txBox="1">
            <a:spLocks/>
          </p:cNvSpPr>
          <p:nvPr/>
        </p:nvSpPr>
        <p:spPr>
          <a:xfrm>
            <a:off x="7175439" y="3994422"/>
            <a:ext cx="4756423" cy="2863577"/>
          </a:xfrm>
          <a:prstGeom prst="rect">
            <a:avLst/>
          </a:prstGeom>
          <a:solidFill>
            <a:srgbClr val="141822"/>
          </a:solidFill>
        </p:spPr>
        <p:txBody>
          <a:bodyPr vert="horz" lIns="45720" tIns="45720" rIns="4572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Tw Cen MT" panose="020B0602020104020603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400" b="1" dirty="0" smtClean="0">
                <a:solidFill>
                  <a:srgbClr val="ECAFF6"/>
                </a:solidFill>
              </a:rPr>
              <a:t>Коммуникация. </a:t>
            </a:r>
            <a:r>
              <a:rPr lang="ru-RU" sz="1400" b="1" dirty="0">
                <a:solidFill>
                  <a:srgbClr val="D6ABEB"/>
                </a:solidFill>
              </a:rPr>
              <a:t>Пример: </a:t>
            </a:r>
            <a:r>
              <a:rPr lang="ru-RU" sz="1400" b="1" dirty="0">
                <a:solidFill>
                  <a:schemeClr val="bg1"/>
                </a:solidFill>
              </a:rPr>
              <a:t>ежедневно обсуждала найденные проблемы с разработчиками на </a:t>
            </a:r>
            <a:r>
              <a:rPr lang="ru-RU" sz="1400" b="1" dirty="0" err="1">
                <a:solidFill>
                  <a:schemeClr val="bg1"/>
                </a:solidFill>
              </a:rPr>
              <a:t>стендапах</a:t>
            </a:r>
            <a:r>
              <a:rPr lang="ru-RU" sz="1400" b="1" dirty="0" smtClean="0">
                <a:solidFill>
                  <a:schemeClr val="bg1"/>
                </a:solidFill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400" b="1" dirty="0" smtClean="0">
                <a:solidFill>
                  <a:srgbClr val="ECAFF6"/>
                </a:solidFill>
              </a:rPr>
              <a:t>Работа </a:t>
            </a:r>
            <a:r>
              <a:rPr lang="ru-RU" sz="1400" b="1" dirty="0">
                <a:solidFill>
                  <a:srgbClr val="ECAFF6"/>
                </a:solidFill>
              </a:rPr>
              <a:t>в команде</a:t>
            </a:r>
            <a:r>
              <a:rPr lang="ru-RU" sz="1400" b="1" dirty="0" smtClean="0">
                <a:solidFill>
                  <a:srgbClr val="ECAFF6"/>
                </a:solidFill>
              </a:rPr>
              <a:t>. </a:t>
            </a:r>
            <a:r>
              <a:rPr lang="ru-RU" sz="1400" b="1" dirty="0">
                <a:solidFill>
                  <a:srgbClr val="D6ABEB"/>
                </a:solidFill>
              </a:rPr>
              <a:t>Пример: </a:t>
            </a:r>
            <a:r>
              <a:rPr lang="ru-RU" sz="1400" b="1" dirty="0">
                <a:solidFill>
                  <a:schemeClr val="bg1"/>
                </a:solidFill>
              </a:rPr>
              <a:t>делили задачи с другим </a:t>
            </a:r>
            <a:r>
              <a:rPr lang="ru-RU" sz="1400" b="1" dirty="0" err="1">
                <a:solidFill>
                  <a:schemeClr val="bg1"/>
                </a:solidFill>
              </a:rPr>
              <a:t>тестировщиком</a:t>
            </a:r>
            <a:r>
              <a:rPr lang="ru-RU" sz="1400" b="1" dirty="0">
                <a:solidFill>
                  <a:schemeClr val="bg1"/>
                </a:solidFill>
              </a:rPr>
              <a:t>, чтобы покрыть все сценарии</a:t>
            </a:r>
            <a:r>
              <a:rPr lang="ru-RU" sz="1400" b="1" dirty="0" smtClean="0">
                <a:solidFill>
                  <a:schemeClr val="bg1"/>
                </a:solidFill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400" b="1" dirty="0" err="1" smtClean="0">
                <a:solidFill>
                  <a:srgbClr val="ECAFF6"/>
                </a:solidFill>
              </a:rPr>
              <a:t>Приоритизация</a:t>
            </a:r>
            <a:r>
              <a:rPr lang="ru-RU" sz="1400" b="1" dirty="0" smtClean="0">
                <a:solidFill>
                  <a:srgbClr val="ECAFF6"/>
                </a:solidFill>
              </a:rPr>
              <a:t>. </a:t>
            </a:r>
            <a:r>
              <a:rPr lang="ru-RU" sz="1400" b="1" dirty="0" smtClean="0">
                <a:solidFill>
                  <a:srgbClr val="D6ABEB"/>
                </a:solidFill>
              </a:rPr>
              <a:t>Пример</a:t>
            </a:r>
            <a:r>
              <a:rPr lang="ru-RU" sz="1400" b="1" dirty="0">
                <a:solidFill>
                  <a:srgbClr val="D6ABEB"/>
                </a:solidFill>
              </a:rPr>
              <a:t>: </a:t>
            </a:r>
            <a:r>
              <a:rPr lang="ru-RU" sz="1400" b="1" dirty="0">
                <a:solidFill>
                  <a:schemeClr val="bg1"/>
                </a:solidFill>
              </a:rPr>
              <a:t>составляла план на неделю и согласовывала с ментором критические задачи</a:t>
            </a:r>
            <a:r>
              <a:rPr lang="ru-RU" sz="1400" b="1" dirty="0" smtClean="0">
                <a:solidFill>
                  <a:schemeClr val="bg1"/>
                </a:solidFill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400" b="1" dirty="0" smtClean="0">
                <a:solidFill>
                  <a:srgbClr val="ECAFF6"/>
                </a:solidFill>
              </a:rPr>
              <a:t>Критическое </a:t>
            </a:r>
            <a:r>
              <a:rPr lang="ru-RU" sz="1400" b="1" dirty="0">
                <a:solidFill>
                  <a:srgbClr val="ECAFF6"/>
                </a:solidFill>
              </a:rPr>
              <a:t>мышление</a:t>
            </a:r>
            <a:r>
              <a:rPr lang="ru-RU" sz="1400" b="1" dirty="0" smtClean="0">
                <a:solidFill>
                  <a:srgbClr val="ECAFF6"/>
                </a:solidFill>
              </a:rPr>
              <a:t>. </a:t>
            </a:r>
            <a:r>
              <a:rPr lang="ru-RU" sz="1400" b="1" dirty="0">
                <a:solidFill>
                  <a:srgbClr val="D6ABEB"/>
                </a:solidFill>
              </a:rPr>
              <a:t>Пример: </a:t>
            </a:r>
            <a:r>
              <a:rPr lang="ru-RU" sz="1400" b="1" dirty="0">
                <a:solidFill>
                  <a:schemeClr val="bg1"/>
                </a:solidFill>
              </a:rPr>
              <a:t>придумывала нестандартные сценарии (поворот экрана, быстрые нажатия) для поиска скрытых багов.</a:t>
            </a:r>
            <a:endParaRPr lang="ru-RU" dirty="0"/>
          </a:p>
        </p:txBody>
      </p:sp>
      <p:sp>
        <p:nvSpPr>
          <p:cNvPr id="10" name="Текст 6"/>
          <p:cNvSpPr txBox="1">
            <a:spLocks/>
          </p:cNvSpPr>
          <p:nvPr/>
        </p:nvSpPr>
        <p:spPr>
          <a:xfrm>
            <a:off x="252421" y="3462125"/>
            <a:ext cx="6721311" cy="671997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Tw Cen MT" panose="020B0602020104020603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ru-RU" dirty="0"/>
          </a:p>
        </p:txBody>
      </p:sp>
      <p:pic>
        <p:nvPicPr>
          <p:cNvPr id="12" name="Рисунок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4128" y="4043614"/>
            <a:ext cx="3170962" cy="2677769"/>
          </a:xfrm>
          <a:prstGeom prst="roundRect">
            <a:avLst>
              <a:gd name="adj" fmla="val 8594"/>
            </a:avLst>
          </a:prstGeom>
          <a:noFill/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3" name="Горизонтальный свиток 2"/>
          <p:cNvSpPr/>
          <p:nvPr/>
        </p:nvSpPr>
        <p:spPr>
          <a:xfrm>
            <a:off x="5530195" y="919810"/>
            <a:ext cx="2901506" cy="3014348"/>
          </a:xfrm>
          <a:prstGeom prst="horizontalScroll">
            <a:avLst/>
          </a:prstGeom>
          <a:gradFill flip="none" rotWithShape="1">
            <a:gsLst>
              <a:gs pos="0">
                <a:srgbClr val="19676E">
                  <a:shade val="30000"/>
                  <a:satMod val="115000"/>
                </a:srgbClr>
              </a:gs>
              <a:gs pos="50000">
                <a:srgbClr val="19676E">
                  <a:shade val="67500"/>
                  <a:satMod val="115000"/>
                </a:srgbClr>
              </a:gs>
              <a:gs pos="100000">
                <a:srgbClr val="19676E">
                  <a:shade val="100000"/>
                  <a:satMod val="115000"/>
                </a:srgbClr>
              </a:gs>
            </a:gsLst>
            <a:lin ang="10800000" scaled="1"/>
            <a:tileRect/>
          </a:gradFill>
          <a:ln w="28575">
            <a:solidFill>
              <a:srgbClr val="EBEBE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1400" dirty="0">
                <a:solidFill>
                  <a:srgbClr val="FFFF00"/>
                </a:solidFill>
              </a:rPr>
              <a:t>Среди освоенных </a:t>
            </a:r>
            <a:r>
              <a:rPr lang="ru-RU" sz="1400" dirty="0" err="1">
                <a:solidFill>
                  <a:srgbClr val="FFFF00"/>
                </a:solidFill>
              </a:rPr>
              <a:t>хард‑скиллов</a:t>
            </a:r>
            <a:r>
              <a:rPr lang="ru-RU" sz="1400" dirty="0">
                <a:solidFill>
                  <a:srgbClr val="FFFF00"/>
                </a:solidFill>
              </a:rPr>
              <a:t> — чёткие баг‑репорты, уверенное владение </a:t>
            </a:r>
            <a:r>
              <a:rPr lang="ru-RU" sz="1400" dirty="0" err="1">
                <a:solidFill>
                  <a:srgbClr val="FFFF00"/>
                </a:solidFill>
              </a:rPr>
              <a:t>TestIT</a:t>
            </a:r>
            <a:r>
              <a:rPr lang="ru-RU" sz="1400" dirty="0">
                <a:solidFill>
                  <a:srgbClr val="FFFF00"/>
                </a:solidFill>
              </a:rPr>
              <a:t> и свободное использование </a:t>
            </a:r>
            <a:r>
              <a:rPr lang="ru-RU" sz="1400" dirty="0" err="1">
                <a:solidFill>
                  <a:srgbClr val="FFFF00"/>
                </a:solidFill>
              </a:rPr>
              <a:t>DevTools</a:t>
            </a:r>
            <a:r>
              <a:rPr lang="ru-RU" sz="1400" dirty="0">
                <a:solidFill>
                  <a:srgbClr val="FFFF00"/>
                </a:solidFill>
              </a:rPr>
              <a:t>: эти навыки стали надёжной опорой в работе.</a:t>
            </a:r>
          </a:p>
        </p:txBody>
      </p:sp>
      <p:sp>
        <p:nvSpPr>
          <p:cNvPr id="16" name="Горизонтальный свиток 15"/>
          <p:cNvSpPr/>
          <p:nvPr/>
        </p:nvSpPr>
        <p:spPr>
          <a:xfrm>
            <a:off x="3973418" y="3753659"/>
            <a:ext cx="2853692" cy="2991365"/>
          </a:xfrm>
          <a:prstGeom prst="horizontalScroll">
            <a:avLst/>
          </a:prstGeom>
          <a:solidFill>
            <a:srgbClr val="29384C"/>
          </a:solidFill>
          <a:ln w="28575">
            <a:solidFill>
              <a:srgbClr val="EBEBE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1400" dirty="0">
                <a:solidFill>
                  <a:srgbClr val="D6ABEB"/>
                </a:solidFill>
              </a:rPr>
              <a:t>Из софт-</a:t>
            </a:r>
            <a:r>
              <a:rPr lang="ru-RU" sz="1400" dirty="0" err="1">
                <a:solidFill>
                  <a:srgbClr val="D6ABEB"/>
                </a:solidFill>
              </a:rPr>
              <a:t>скиллов</a:t>
            </a:r>
            <a:r>
              <a:rPr lang="ru-RU" sz="1400" dirty="0">
                <a:solidFill>
                  <a:srgbClr val="D6ABEB"/>
                </a:solidFill>
              </a:rPr>
              <a:t> главное — коммуникация и </a:t>
            </a:r>
            <a:r>
              <a:rPr lang="ru-RU" sz="1400" dirty="0" err="1">
                <a:solidFill>
                  <a:srgbClr val="D6ABEB"/>
                </a:solidFill>
              </a:rPr>
              <a:t>приоритизация</a:t>
            </a:r>
            <a:r>
              <a:rPr lang="ru-RU" sz="1400" dirty="0">
                <a:solidFill>
                  <a:srgbClr val="D6ABEB"/>
                </a:solidFill>
              </a:rPr>
              <a:t>: когда работаешь 20 часов в неделю, </a:t>
            </a:r>
            <a:r>
              <a:rPr lang="ru-RU" sz="1400" dirty="0" smtClean="0">
                <a:solidFill>
                  <a:srgbClr val="D6ABEB"/>
                </a:solidFill>
              </a:rPr>
              <a:t>нужно </a:t>
            </a:r>
            <a:r>
              <a:rPr lang="ru-RU" sz="1400" dirty="0">
                <a:solidFill>
                  <a:srgbClr val="D6ABEB"/>
                </a:solidFill>
              </a:rPr>
              <a:t>уметь выбирать самое важное и чётко обсуждать это с командой</a:t>
            </a:r>
            <a:r>
              <a:rPr lang="ru-RU" sz="1400" dirty="0">
                <a:solidFill>
                  <a:srgbClr val="FFFF00"/>
                </a:solidFill>
              </a:rPr>
              <a:t>.</a:t>
            </a:r>
          </a:p>
        </p:txBody>
      </p:sp>
      <p:sp>
        <p:nvSpPr>
          <p:cNvPr id="4" name="Прямоугольник 3"/>
          <p:cNvSpPr/>
          <p:nvPr/>
        </p:nvSpPr>
        <p:spPr>
          <a:xfrm>
            <a:off x="655834" y="545925"/>
            <a:ext cx="8505420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ru-RU" sz="1600" dirty="0">
                <a:solidFill>
                  <a:prstClr val="white"/>
                </a:solidFill>
                <a:latin typeface="Arial Black" panose="020B0A04020102020204" pitchFamily="34" charset="0"/>
              </a:rPr>
              <a:t>За время стажировки я прокачала и технические, и личные навыки. </a:t>
            </a:r>
          </a:p>
        </p:txBody>
      </p:sp>
    </p:spTree>
    <p:extLst>
      <p:ext uri="{BB962C8B-B14F-4D97-AF65-F5344CB8AC3E}">
        <p14:creationId xmlns:p14="http://schemas.microsoft.com/office/powerpoint/2010/main" val="29968145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Номер слайда 1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 rtl="0"/>
            <a:fld id="{B67B645E-C5E5-4727-B977-D372A0AA71D9}" type="slidenum">
              <a:rPr lang="ru-RU" noProof="0" smtClean="0"/>
              <a:pPr algn="ctr" rtl="0"/>
              <a:t>10</a:t>
            </a:fld>
            <a:endParaRPr lang="ru-RU" noProof="0" dirty="0"/>
          </a:p>
        </p:txBody>
      </p:sp>
      <p:pic>
        <p:nvPicPr>
          <p:cNvPr id="9" name="Рисунок 8"/>
          <p:cNvPicPr>
            <a:picLocks noGrp="1" noChangeAspect="1"/>
          </p:cNvPicPr>
          <p:nvPr>
            <p:ph type="pic"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86251" y="1583602"/>
            <a:ext cx="7658100" cy="234250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11" name="Подзаголовок 2">
            <a:extLst>
              <a:ext uri="{FF2B5EF4-FFF2-40B4-BE49-F238E27FC236}">
                <a16:creationId xmlns:a16="http://schemas.microsoft.com/office/drawing/2014/main" id="{72258620-D380-473B-A288-E14928A16BDB}"/>
              </a:ext>
            </a:extLst>
          </p:cNvPr>
          <p:cNvSpPr txBox="1">
            <a:spLocks/>
          </p:cNvSpPr>
          <p:nvPr/>
        </p:nvSpPr>
        <p:spPr>
          <a:xfrm>
            <a:off x="1002710" y="53869"/>
            <a:ext cx="4053809" cy="543464"/>
          </a:xfrm>
          <a:prstGeom prst="rect">
            <a:avLst/>
          </a:prstGeom>
          <a:noFill/>
        </p:spPr>
        <p:txBody>
          <a:bodyPr vert="horz" lIns="45720" tIns="45720" rIns="45720" bIns="45720" rtlCol="0" anchor="ctr">
            <a:normAutofit fontScale="925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Tw Cen MT" panose="020B0602020104020603" pitchFamily="34" charset="0"/>
              <a:buNone/>
              <a:defRPr sz="1200" i="1" kern="1200">
                <a:solidFill>
                  <a:schemeClr val="tx1"/>
                </a:solidFill>
                <a:latin typeface="+mn-lt"/>
                <a:ea typeface="+mn-ea"/>
                <a:cs typeface="Times New Roman" panose="02020603050405020304" pitchFamily="18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2800" dirty="0">
                <a:solidFill>
                  <a:srgbClr val="25B99A"/>
                </a:solidFill>
                <a:latin typeface="Arial Black" panose="020B0A04020102020204" pitchFamily="34" charset="0"/>
              </a:rPr>
              <a:t>Мой вклад в продукт</a:t>
            </a:r>
            <a:endParaRPr lang="ru-RU" sz="2800" dirty="0"/>
          </a:p>
        </p:txBody>
      </p:sp>
      <p:sp>
        <p:nvSpPr>
          <p:cNvPr id="15" name="Овал 14"/>
          <p:cNvSpPr/>
          <p:nvPr/>
        </p:nvSpPr>
        <p:spPr>
          <a:xfrm>
            <a:off x="252422" y="88266"/>
            <a:ext cx="403412" cy="394447"/>
          </a:xfrm>
          <a:prstGeom prst="ellipse">
            <a:avLst/>
          </a:prstGeom>
          <a:solidFill>
            <a:srgbClr val="25B99A"/>
          </a:solidFill>
          <a:ln w="28575">
            <a:solidFill>
              <a:srgbClr val="EBEBE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800" b="1" dirty="0" smtClean="0">
                <a:solidFill>
                  <a:schemeClr val="bg1"/>
                </a:solidFill>
              </a:rPr>
              <a:t>10</a:t>
            </a:r>
            <a:endParaRPr lang="ru-RU" sz="800" b="1" dirty="0">
              <a:solidFill>
                <a:schemeClr val="bg1"/>
              </a:solidFill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655834" y="568192"/>
            <a:ext cx="4654061" cy="6155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600" dirty="0">
                <a:solidFill>
                  <a:prstClr val="white"/>
                </a:solidFill>
                <a:latin typeface="Arial Black" panose="020B0A04020102020204" pitchFamily="34" charset="0"/>
              </a:rPr>
              <a:t>Что я оставила после себя?</a:t>
            </a:r>
            <a:br>
              <a:rPr lang="ru-RU" sz="1600" dirty="0">
                <a:solidFill>
                  <a:prstClr val="white"/>
                </a:solidFill>
                <a:latin typeface="Arial Black" panose="020B0A04020102020204" pitchFamily="34" charset="0"/>
              </a:rPr>
            </a:br>
            <a:endParaRPr lang="ru-RU" dirty="0"/>
          </a:p>
        </p:txBody>
      </p:sp>
      <p:graphicFrame>
        <p:nvGraphicFramePr>
          <p:cNvPr id="2" name="Схема 1"/>
          <p:cNvGraphicFramePr/>
          <p:nvPr>
            <p:extLst>
              <p:ext uri="{D42A27DB-BD31-4B8C-83A1-F6EECF244321}">
                <p14:modId xmlns:p14="http://schemas.microsoft.com/office/powerpoint/2010/main" val="2544201845"/>
              </p:ext>
            </p:extLst>
          </p:nvPr>
        </p:nvGraphicFramePr>
        <p:xfrm>
          <a:off x="404497" y="682812"/>
          <a:ext cx="4905398" cy="333781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19" name="Текст 6"/>
          <p:cNvSpPr txBox="1">
            <a:spLocks/>
          </p:cNvSpPr>
          <p:nvPr/>
        </p:nvSpPr>
        <p:spPr>
          <a:xfrm>
            <a:off x="655834" y="4020628"/>
            <a:ext cx="11288516" cy="2662736"/>
          </a:xfrm>
          <a:prstGeom prst="rect">
            <a:avLst/>
          </a:prstGeom>
          <a:gradFill flip="none" rotWithShape="1">
            <a:gsLst>
              <a:gs pos="34780">
                <a:schemeClr val="tx1"/>
              </a:gs>
              <a:gs pos="13147">
                <a:srgbClr val="10454A"/>
              </a:gs>
              <a:gs pos="0">
                <a:schemeClr val="tx1"/>
              </a:gs>
              <a:gs pos="74000">
                <a:srgbClr val="2E3C49"/>
              </a:gs>
              <a:gs pos="83000">
                <a:srgbClr val="29384C"/>
              </a:gs>
              <a:gs pos="100000">
                <a:srgbClr val="19676E"/>
              </a:gs>
            </a:gsLst>
            <a:lin ang="2700000" scaled="1"/>
            <a:tileRect/>
          </a:gradFill>
          <a:ln w="76200">
            <a:solidFill>
              <a:srgbClr val="26C7CF"/>
            </a:solidFill>
          </a:ln>
          <a:scene3d>
            <a:camera prst="orthographicFront"/>
            <a:lightRig rig="threePt" dir="t"/>
          </a:scene3d>
          <a:sp3d>
            <a:bevelT prst="angle"/>
          </a:sp3d>
        </p:spPr>
        <p:txBody>
          <a:bodyPr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Tw Cen MT" panose="020B0602020104020603" pitchFamily="34" charset="0"/>
              <a:buChar char=" 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6517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480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7724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0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60704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16152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3624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None/>
            </a:pPr>
            <a:endParaRPr lang="ru-RU" sz="1800" b="1" dirty="0" smtClean="0">
              <a:solidFill>
                <a:srgbClr val="FFFF05"/>
              </a:solidFill>
            </a:endParaRPr>
          </a:p>
          <a:p>
            <a:pPr marL="0" lvl="0" indent="0" algn="ctr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None/>
            </a:pPr>
            <a:endParaRPr lang="ru-RU" sz="1800" b="1" dirty="0">
              <a:solidFill>
                <a:srgbClr val="FFFF05"/>
              </a:solidFill>
            </a:endParaRPr>
          </a:p>
          <a:p>
            <a:pPr marL="0" lvl="0" indent="0" algn="ctr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None/>
            </a:pPr>
            <a:r>
              <a:rPr lang="ru-RU" sz="1800" b="1" dirty="0" smtClean="0">
                <a:solidFill>
                  <a:srgbClr val="FFFF05"/>
                </a:solidFill>
              </a:rPr>
              <a:t>42 </a:t>
            </a:r>
            <a:r>
              <a:rPr lang="ru-RU" sz="1800" b="1" dirty="0">
                <a:solidFill>
                  <a:srgbClr val="FFFF05"/>
                </a:solidFill>
              </a:rPr>
              <a:t>тест-кейса</a:t>
            </a:r>
            <a:r>
              <a:rPr lang="ru-RU" sz="1800" dirty="0">
                <a:solidFill>
                  <a:srgbClr val="FFFF05"/>
                </a:solidFill>
              </a:rPr>
              <a:t> для модулей «Каталог курсов» и «Проверка заданий».</a:t>
            </a:r>
          </a:p>
          <a:p>
            <a:pPr algn="ctr"/>
            <a:r>
              <a:rPr lang="ru-RU" sz="1800" b="1" dirty="0">
                <a:solidFill>
                  <a:srgbClr val="22B9F2"/>
                </a:solidFill>
              </a:rPr>
              <a:t>31 баг-репорт,</a:t>
            </a:r>
            <a:r>
              <a:rPr lang="ru-RU" sz="1800" dirty="0">
                <a:solidFill>
                  <a:srgbClr val="22B9F2"/>
                </a:solidFill>
              </a:rPr>
              <a:t> из них 4 — высокой важности (</a:t>
            </a:r>
            <a:r>
              <a:rPr lang="ru-RU" sz="1800" dirty="0" err="1">
                <a:solidFill>
                  <a:srgbClr val="22B9F2"/>
                </a:solidFill>
              </a:rPr>
              <a:t>high</a:t>
            </a:r>
            <a:r>
              <a:rPr lang="ru-RU" sz="1800" dirty="0">
                <a:solidFill>
                  <a:srgbClr val="22B9F2"/>
                </a:solidFill>
              </a:rPr>
              <a:t> </a:t>
            </a:r>
            <a:r>
              <a:rPr lang="ru-RU" sz="1800" dirty="0" err="1">
                <a:solidFill>
                  <a:srgbClr val="22B9F2"/>
                </a:solidFill>
              </a:rPr>
              <a:t>priority</a:t>
            </a:r>
            <a:r>
              <a:rPr lang="ru-RU" sz="1800" dirty="0">
                <a:solidFill>
                  <a:srgbClr val="22B9F2"/>
                </a:solidFill>
              </a:rPr>
              <a:t>).</a:t>
            </a:r>
          </a:p>
          <a:p>
            <a:pPr algn="ctr"/>
            <a:r>
              <a:rPr lang="ru-RU" sz="1800" b="1" dirty="0">
                <a:solidFill>
                  <a:srgbClr val="48B9B3"/>
                </a:solidFill>
              </a:rPr>
              <a:t>Участие в двух релизах:</a:t>
            </a:r>
            <a:r>
              <a:rPr lang="ru-RU" sz="1800" dirty="0">
                <a:solidFill>
                  <a:srgbClr val="48B9B3"/>
                </a:solidFill>
              </a:rPr>
              <a:t> обновление интерфейса каталога и </a:t>
            </a:r>
            <a:r>
              <a:rPr lang="ru-RU" sz="1800" dirty="0" err="1">
                <a:solidFill>
                  <a:srgbClr val="48B9B3"/>
                </a:solidFill>
              </a:rPr>
              <a:t>патч</a:t>
            </a:r>
            <a:r>
              <a:rPr lang="ru-RU" sz="1800" dirty="0">
                <a:solidFill>
                  <a:srgbClr val="48B9B3"/>
                </a:solidFill>
              </a:rPr>
              <a:t> </a:t>
            </a:r>
            <a:r>
              <a:rPr lang="ru-RU" sz="1800" dirty="0" err="1">
                <a:solidFill>
                  <a:srgbClr val="48B9B3"/>
                </a:solidFill>
              </a:rPr>
              <a:t>вебинаров</a:t>
            </a:r>
            <a:r>
              <a:rPr lang="ru-RU" sz="1800" dirty="0">
                <a:solidFill>
                  <a:srgbClr val="48B9B3"/>
                </a:solidFill>
              </a:rPr>
              <a:t>.</a:t>
            </a:r>
          </a:p>
          <a:p>
            <a:pPr algn="ctr"/>
            <a:r>
              <a:rPr lang="ru-RU" sz="1800" b="1" dirty="0">
                <a:solidFill>
                  <a:srgbClr val="F34BA2"/>
                </a:solidFill>
              </a:rPr>
              <a:t>Документация:</a:t>
            </a:r>
            <a:r>
              <a:rPr lang="ru-RU" sz="1800" dirty="0">
                <a:solidFill>
                  <a:srgbClr val="F34BA2"/>
                </a:solidFill>
              </a:rPr>
              <a:t> чек-лист регресса и мини-</a:t>
            </a:r>
            <a:r>
              <a:rPr lang="ru-RU" sz="1800" dirty="0" err="1">
                <a:solidFill>
                  <a:srgbClr val="F34BA2"/>
                </a:solidFill>
              </a:rPr>
              <a:t>гайд</a:t>
            </a:r>
            <a:r>
              <a:rPr lang="ru-RU" sz="1800" dirty="0">
                <a:solidFill>
                  <a:srgbClr val="F34BA2"/>
                </a:solidFill>
              </a:rPr>
              <a:t> для будущих стажёров.</a:t>
            </a:r>
          </a:p>
          <a:p>
            <a:pPr marL="0" indent="0">
              <a:buNone/>
            </a:pPr>
            <a:endParaRPr lang="ru-RU" dirty="0" smtClean="0">
              <a:solidFill>
                <a:schemeClr val="bg1"/>
              </a:solidFill>
            </a:endParaRP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366321906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Номер слайда 1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 rtl="0"/>
            <a:fld id="{B67B645E-C5E5-4727-B977-D372A0AA71D9}" type="slidenum">
              <a:rPr lang="ru-RU" noProof="0" smtClean="0"/>
              <a:pPr algn="ctr" rtl="0"/>
              <a:t>11</a:t>
            </a:fld>
            <a:endParaRPr lang="ru-RU" noProof="0" dirty="0"/>
          </a:p>
        </p:txBody>
      </p:sp>
      <p:sp>
        <p:nvSpPr>
          <p:cNvPr id="11" name="Подзаголовок 2">
            <a:extLst>
              <a:ext uri="{FF2B5EF4-FFF2-40B4-BE49-F238E27FC236}">
                <a16:creationId xmlns:a16="http://schemas.microsoft.com/office/drawing/2014/main" id="{72258620-D380-473B-A288-E14928A16BDB}"/>
              </a:ext>
            </a:extLst>
          </p:cNvPr>
          <p:cNvSpPr txBox="1">
            <a:spLocks/>
          </p:cNvSpPr>
          <p:nvPr/>
        </p:nvSpPr>
        <p:spPr>
          <a:xfrm>
            <a:off x="1002710" y="53869"/>
            <a:ext cx="4053809" cy="543464"/>
          </a:xfrm>
          <a:prstGeom prst="rect">
            <a:avLst/>
          </a:prstGeom>
          <a:noFill/>
        </p:spPr>
        <p:txBody>
          <a:bodyPr vert="horz" lIns="45720" tIns="45720" rIns="45720" bIns="4572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Tw Cen MT" panose="020B0602020104020603" pitchFamily="34" charset="0"/>
              <a:buNone/>
              <a:defRPr sz="1200" i="1" kern="1200">
                <a:solidFill>
                  <a:schemeClr val="tx1"/>
                </a:solidFill>
                <a:latin typeface="+mn-lt"/>
                <a:ea typeface="+mn-ea"/>
                <a:cs typeface="Times New Roman" panose="02020603050405020304" pitchFamily="18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2800" dirty="0">
                <a:solidFill>
                  <a:srgbClr val="25B99A"/>
                </a:solidFill>
                <a:latin typeface="Arial Black" panose="020B0A04020102020204" pitchFamily="34" charset="0"/>
              </a:rPr>
              <a:t>Итоги стажировки</a:t>
            </a:r>
            <a:endParaRPr lang="ru-RU" sz="2800" dirty="0"/>
          </a:p>
        </p:txBody>
      </p:sp>
      <p:sp>
        <p:nvSpPr>
          <p:cNvPr id="15" name="Овал 14"/>
          <p:cNvSpPr/>
          <p:nvPr/>
        </p:nvSpPr>
        <p:spPr>
          <a:xfrm>
            <a:off x="252422" y="88266"/>
            <a:ext cx="403412" cy="394447"/>
          </a:xfrm>
          <a:prstGeom prst="ellipse">
            <a:avLst/>
          </a:prstGeom>
          <a:solidFill>
            <a:srgbClr val="25B99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800" b="1" dirty="0" smtClean="0">
                <a:solidFill>
                  <a:schemeClr val="bg1"/>
                </a:solidFill>
              </a:rPr>
              <a:t>11</a:t>
            </a:r>
            <a:endParaRPr lang="ru-RU" sz="800" b="1" dirty="0">
              <a:solidFill>
                <a:schemeClr val="bg1"/>
              </a:solidFill>
            </a:endParaRPr>
          </a:p>
        </p:txBody>
      </p:sp>
      <p:pic>
        <p:nvPicPr>
          <p:cNvPr id="18" name="Рисунок 1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2422" y="962025"/>
            <a:ext cx="6583339" cy="4997171"/>
          </a:xfrm>
          <a:prstGeom prst="roundRect">
            <a:avLst>
              <a:gd name="adj" fmla="val 8594"/>
            </a:avLst>
          </a:prstGeom>
          <a:noFill/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20" name="Заголовок 2"/>
          <p:cNvSpPr txBox="1">
            <a:spLocks/>
          </p:cNvSpPr>
          <p:nvPr/>
        </p:nvSpPr>
        <p:spPr>
          <a:xfrm>
            <a:off x="7010400" y="53869"/>
            <a:ext cx="5105400" cy="6726513"/>
          </a:xfrm>
          <a:prstGeom prst="rect">
            <a:avLst/>
          </a:prstGeom>
          <a:gradFill flip="none" rotWithShape="1">
            <a:gsLst>
              <a:gs pos="0">
                <a:srgbClr val="141822"/>
              </a:gs>
              <a:gs pos="74000">
                <a:srgbClr val="007F76"/>
              </a:gs>
              <a:gs pos="83000">
                <a:srgbClr val="196269"/>
              </a:gs>
              <a:gs pos="100000">
                <a:srgbClr val="141822"/>
              </a:gs>
            </a:gsLst>
            <a:path path="rect">
              <a:fillToRect l="100000" t="100000"/>
            </a:path>
            <a:tileRect r="-100000" b="-100000"/>
          </a:gra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5000" kern="1200" cap="all" spc="100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endParaRPr lang="ru-RU" sz="2000" i="1" dirty="0" smtClean="0">
              <a:solidFill>
                <a:srgbClr val="D5B98A"/>
              </a:solidFill>
              <a:latin typeface="Arial Black" panose="020B0A04020102020204" pitchFamily="34" charset="0"/>
            </a:endParaRPr>
          </a:p>
          <a:p>
            <a:pPr algn="ctr"/>
            <a:endParaRPr lang="ru-RU" sz="2000" i="1" dirty="0" smtClean="0">
              <a:solidFill>
                <a:srgbClr val="CE9534"/>
              </a:solidFill>
            </a:endParaRPr>
          </a:p>
          <a:p>
            <a:pPr algn="ctr"/>
            <a:endParaRPr lang="ru-RU" sz="2000" i="1" dirty="0">
              <a:solidFill>
                <a:srgbClr val="CE9534"/>
              </a:solidFill>
            </a:endParaRPr>
          </a:p>
          <a:p>
            <a:pPr algn="ctr"/>
            <a:endParaRPr lang="ru-RU" sz="2000" i="1" dirty="0" smtClean="0">
              <a:solidFill>
                <a:srgbClr val="CE9534"/>
              </a:solidFill>
            </a:endParaRPr>
          </a:p>
          <a:p>
            <a:pPr algn="ctr"/>
            <a:endParaRPr lang="ru-RU" sz="2000" i="1" dirty="0">
              <a:solidFill>
                <a:srgbClr val="CE9534"/>
              </a:solidFill>
            </a:endParaRPr>
          </a:p>
          <a:p>
            <a:pPr algn="ctr"/>
            <a:endParaRPr lang="ru-RU" sz="2000" i="1" dirty="0" smtClean="0">
              <a:solidFill>
                <a:srgbClr val="CE9534"/>
              </a:solidFill>
            </a:endParaRPr>
          </a:p>
          <a:p>
            <a:pPr algn="ctr"/>
            <a:endParaRPr lang="ru-RU" sz="2000" i="1" dirty="0">
              <a:solidFill>
                <a:srgbClr val="CE9534"/>
              </a:solidFill>
            </a:endParaRPr>
          </a:p>
          <a:p>
            <a:pPr algn="ctr"/>
            <a:endParaRPr lang="ru-RU" sz="2000" i="1" dirty="0" smtClean="0">
              <a:solidFill>
                <a:srgbClr val="CE9534"/>
              </a:solidFill>
            </a:endParaRPr>
          </a:p>
          <a:p>
            <a:pPr algn="ctr"/>
            <a:endParaRPr lang="ru-RU" sz="2000" i="1" dirty="0">
              <a:solidFill>
                <a:srgbClr val="CE9534"/>
              </a:solidFill>
            </a:endParaRPr>
          </a:p>
          <a:p>
            <a:pPr algn="ctr"/>
            <a:endParaRPr lang="ru-RU" sz="2000" i="1" dirty="0" smtClean="0">
              <a:solidFill>
                <a:srgbClr val="CE9534"/>
              </a:solidFill>
            </a:endParaRPr>
          </a:p>
          <a:p>
            <a:pPr algn="ctr"/>
            <a:endParaRPr lang="ru-RU" sz="2000" i="1" dirty="0">
              <a:solidFill>
                <a:srgbClr val="CE9534"/>
              </a:solidFill>
            </a:endParaRPr>
          </a:p>
          <a:p>
            <a:pPr algn="ctr"/>
            <a:r>
              <a:rPr lang="ru-RU" sz="2000" i="1" dirty="0" smtClean="0">
                <a:solidFill>
                  <a:srgbClr val="CE9534"/>
                </a:solidFill>
              </a:rPr>
              <a:t> </a:t>
            </a:r>
            <a:r>
              <a:rPr lang="ru-RU" sz="2000" b="1" i="1" cap="none" dirty="0" smtClean="0">
                <a:solidFill>
                  <a:srgbClr val="FFFF00"/>
                </a:solidFill>
              </a:rPr>
              <a:t>Эта стажировка подтвердила, что тестирование – это именно то, чем я хочу заниматься. </a:t>
            </a:r>
          </a:p>
          <a:p>
            <a:pPr algn="ctr"/>
            <a:endParaRPr lang="ru-RU" sz="2000" i="1" cap="none" dirty="0" smtClean="0">
              <a:solidFill>
                <a:srgbClr val="FFFF00"/>
              </a:solidFill>
            </a:endParaRPr>
          </a:p>
          <a:p>
            <a:pPr algn="ctr"/>
            <a:r>
              <a:rPr lang="ru-RU" sz="2000" b="1" i="1" cap="none" dirty="0" smtClean="0">
                <a:solidFill>
                  <a:srgbClr val="FFFF00"/>
                </a:solidFill>
              </a:rPr>
              <a:t>Работа в команде профессиональных qa-инженеров дала мне гораздо больше, чем я могла бы получить в одиночку.</a:t>
            </a:r>
          </a:p>
          <a:p>
            <a:pPr algn="ctr"/>
            <a:endParaRPr lang="ru-RU" sz="2000" b="1" i="1" cap="none" dirty="0" smtClean="0">
              <a:solidFill>
                <a:srgbClr val="FFFF00"/>
              </a:solidFill>
            </a:endParaRPr>
          </a:p>
          <a:p>
            <a:pPr algn="ctr"/>
            <a:r>
              <a:rPr lang="ru-RU" sz="2000" b="1" i="1" cap="none" dirty="0" smtClean="0">
                <a:solidFill>
                  <a:srgbClr val="FFFF00"/>
                </a:solidFill>
              </a:rPr>
              <a:t> Я прошла путь от первой задачи до участия в релизах и увидела реальный результат своей работы.</a:t>
            </a:r>
          </a:p>
          <a:p>
            <a:pPr algn="ctr"/>
            <a:endParaRPr lang="ru-RU" sz="2000" b="1" i="1" cap="none" dirty="0">
              <a:solidFill>
                <a:srgbClr val="FFFF00"/>
              </a:solidFill>
            </a:endParaRPr>
          </a:p>
          <a:p>
            <a:pPr algn="ctr"/>
            <a:r>
              <a:rPr lang="ru-RU" sz="2000" b="1" i="1" cap="none" dirty="0" smtClean="0">
                <a:solidFill>
                  <a:srgbClr val="FFFF00"/>
                </a:solidFill>
              </a:rPr>
              <a:t> </a:t>
            </a:r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86675" y="482713"/>
            <a:ext cx="3939851" cy="2216166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331880742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drap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Рисунок 11"/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4700"/>
                    </a14:imgEffect>
                    <a14:imgEffect>
                      <a14:saturation sat="373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00217" y="1500586"/>
            <a:ext cx="2893895" cy="713678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F50E8F8-CBC6-4A56-A60B-FDBF1E1F12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18727" y="337437"/>
            <a:ext cx="7192298" cy="946137"/>
          </a:xfrm>
        </p:spPr>
        <p:txBody>
          <a:bodyPr rtlCol="0">
            <a:normAutofit/>
          </a:bodyPr>
          <a:lstStyle/>
          <a:p>
            <a:r>
              <a:rPr lang="ru-RU" sz="4000" b="1" dirty="0"/>
              <a:t>Благодарность команде </a:t>
            </a:r>
            <a:endParaRPr lang="ru-RU" sz="4000" dirty="0">
              <a:solidFill>
                <a:srgbClr val="1D979D"/>
              </a:solidFill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72258620-D380-473B-A288-E14928A16BD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rtlCol="0">
            <a:normAutofit/>
          </a:bodyPr>
          <a:lstStyle/>
          <a:p>
            <a:r>
              <a:rPr lang="ru-RU" sz="2800" dirty="0"/>
              <a:t>Спасибо за внимание!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178A0520-36DB-4CF2-AE3A-5DFDAF9E6BBE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3425" y="852801"/>
            <a:ext cx="4023113" cy="5172574"/>
          </a:xfrm>
          <a:solidFill>
            <a:schemeClr val="tx1">
              <a:lumMod val="75000"/>
              <a:lumOff val="25000"/>
            </a:schemeClr>
          </a:solidFill>
        </p:spPr>
      </p:pic>
      <p:sp>
        <p:nvSpPr>
          <p:cNvPr id="7" name="Овал 6" descr="Логотип Backdrop">
            <a:extLst>
              <a:ext uri="{FF2B5EF4-FFF2-40B4-BE49-F238E27FC236}">
                <a16:creationId xmlns:a16="http://schemas.microsoft.com/office/drawing/2014/main" id="{DAE98AA7-EEC8-4349-B75F-8C7B0A80C3F3}"/>
              </a:ext>
            </a:extLst>
          </p:cNvPr>
          <p:cNvSpPr/>
          <p:nvPr/>
        </p:nvSpPr>
        <p:spPr>
          <a:xfrm>
            <a:off x="5457444" y="3087983"/>
            <a:ext cx="1842773" cy="1789689"/>
          </a:xfrm>
          <a:prstGeom prst="ellipse">
            <a:avLst/>
          </a:prstGeom>
          <a:gradFill flip="none" rotWithShape="1">
            <a:gsLst>
              <a:gs pos="18000">
                <a:schemeClr val="accent1">
                  <a:lumMod val="5000"/>
                  <a:lumOff val="95000"/>
                </a:schemeClr>
              </a:gs>
              <a:gs pos="100000">
                <a:schemeClr val="accent3">
                  <a:alpha val="71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outerShdw blurRad="330200" dist="304800" dir="5400000" algn="t" rotWithShape="0">
              <a:prstClr val="black">
                <a:alpha val="3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dirty="0"/>
          </a:p>
        </p:txBody>
      </p:sp>
      <p:pic>
        <p:nvPicPr>
          <p:cNvPr id="10" name="Рисунок 9"/>
          <p:cNvPicPr>
            <a:picLocks noChangeAspect="1"/>
          </p:cNvPicPr>
          <p:nvPr/>
        </p:nvPicPr>
        <p:blipFill>
          <a:blip r:embed="rId6">
            <a:duotone>
              <a:prstClr val="black"/>
              <a:schemeClr val="accent3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2326" y="3362093"/>
            <a:ext cx="1458736" cy="1458736"/>
          </a:xfrm>
          <a:prstGeom prst="rect">
            <a:avLst/>
          </a:prstGeom>
        </p:spPr>
      </p:pic>
      <p:sp>
        <p:nvSpPr>
          <p:cNvPr id="11" name="Прямоугольник 10"/>
          <p:cNvSpPr/>
          <p:nvPr/>
        </p:nvSpPr>
        <p:spPr>
          <a:xfrm>
            <a:off x="5229907" y="2431277"/>
            <a:ext cx="6905624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4000" b="1" cap="all" spc="100" dirty="0" smtClean="0">
                <a:solidFill>
                  <a:prstClr val="white"/>
                </a:solidFill>
                <a:ea typeface="+mj-ea"/>
                <a:cs typeface="+mj-cs"/>
              </a:rPr>
              <a:t>и </a:t>
            </a:r>
            <a:r>
              <a:rPr lang="ru-RU" sz="4000" b="1" cap="all" spc="100" dirty="0">
                <a:solidFill>
                  <a:prstClr val="white"/>
                </a:solidFill>
                <a:ea typeface="+mj-ea"/>
                <a:cs typeface="+mj-cs"/>
              </a:rPr>
              <a:t>ментору за поддержку!</a:t>
            </a:r>
            <a:endParaRPr lang="ru-RU" sz="1600" dirty="0"/>
          </a:p>
        </p:txBody>
      </p:sp>
    </p:spTree>
    <p:extLst>
      <p:ext uri="{BB962C8B-B14F-4D97-AF65-F5344CB8AC3E}">
        <p14:creationId xmlns:p14="http://schemas.microsoft.com/office/powerpoint/2010/main" val="299439468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6000">
        <p15:prstTrans prst="curtains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Интеграл">
  <a:themeElements>
    <a:clrScheme name="Интеграл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Интеграл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Интеграл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ppt/theme/theme2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0" ma:contentTypeDescription="Create a new document." ma:contentTypeScope="" ma:versionID="e39e7e9e36de66d473ce04bb4ab2dbb8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19dc5994665da46609c24125788630d8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CB3A9A4-3B1F-4ADC-9D4B-3B70E586C518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3D33E771-E022-4C55-86B2-92F4B446C696}">
  <ds:schemaRefs>
    <ds:schemaRef ds:uri="http://schemas.microsoft.com/office/infopath/2007/PartnerControls"/>
    <ds:schemaRef ds:uri="71af3243-3dd4-4a8d-8c0d-dd76da1f02a5"/>
    <ds:schemaRef ds:uri="http://purl.org/dc/dcmitype/"/>
    <ds:schemaRef ds:uri="http://schemas.microsoft.com/office/2006/documentManagement/types"/>
    <ds:schemaRef ds:uri="16c05727-aa75-4e4a-9b5f-8a80a1165891"/>
    <ds:schemaRef ds:uri="http://purl.org/dc/elements/1.1/"/>
    <ds:schemaRef ds:uri="http://purl.org/dc/terms/"/>
    <ds:schemaRef ds:uri="http://www.w3.org/XML/1998/namespace"/>
    <ds:schemaRef ds:uri="http://schemas.openxmlformats.org/package/2006/metadata/core-properties"/>
    <ds:schemaRef ds:uri="http://schemas.microsoft.com/office/2006/metadata/properties"/>
  </ds:schemaRefs>
</ds:datastoreItem>
</file>

<file path=customXml/itemProps3.xml><?xml version="1.0" encoding="utf-8"?>
<ds:datastoreItem xmlns:ds="http://schemas.openxmlformats.org/officeDocument/2006/customXml" ds:itemID="{E5F3C09B-154E-4A52-A906-C3F4A2C7EF6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0</TotalTime>
  <Words>1101</Words>
  <Application>Microsoft Office PowerPoint</Application>
  <PresentationFormat>Широкоэкранный</PresentationFormat>
  <Paragraphs>149</Paragraphs>
  <Slides>12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20" baseType="lpstr">
      <vt:lpstr>Arial</vt:lpstr>
      <vt:lpstr>Arial Black</vt:lpstr>
      <vt:lpstr>Calibri</vt:lpstr>
      <vt:lpstr>Times New Roman</vt:lpstr>
      <vt:lpstr>Tw Cen MT</vt:lpstr>
      <vt:lpstr>Tw Cen MT Condensed</vt:lpstr>
      <vt:lpstr>Wingdings 3</vt:lpstr>
      <vt:lpstr>Интеграл</vt:lpstr>
      <vt:lpstr>Отчет о прохождении стажировки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Благодарность команде </vt:lpstr>
    </vt:vector>
  </TitlesOfParts>
  <Manager/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2026-07-02T12:43:06Z</dcterms:created>
  <dcterms:modified xsi:type="dcterms:W3CDTF">2026-07-15T16:50:21Z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